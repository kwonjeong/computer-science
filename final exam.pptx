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79"/>
  </p:notesMasterIdLst>
  <p:sldIdLst>
    <p:sldId id="261" r:id="rId2"/>
    <p:sldId id="305" r:id="rId3"/>
    <p:sldId id="275" r:id="rId4"/>
    <p:sldId id="302" r:id="rId5"/>
    <p:sldId id="303" r:id="rId6"/>
    <p:sldId id="308" r:id="rId7"/>
    <p:sldId id="309" r:id="rId8"/>
    <p:sldId id="368" r:id="rId9"/>
    <p:sldId id="317" r:id="rId10"/>
    <p:sldId id="318" r:id="rId11"/>
    <p:sldId id="311" r:id="rId12"/>
    <p:sldId id="312" r:id="rId13"/>
    <p:sldId id="313" r:id="rId14"/>
    <p:sldId id="314" r:id="rId15"/>
    <p:sldId id="315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348" r:id="rId46"/>
    <p:sldId id="349" r:id="rId47"/>
    <p:sldId id="352" r:id="rId48"/>
    <p:sldId id="353" r:id="rId49"/>
    <p:sldId id="354" r:id="rId50"/>
    <p:sldId id="369" r:id="rId51"/>
    <p:sldId id="370" r:id="rId52"/>
    <p:sldId id="371" r:id="rId53"/>
    <p:sldId id="372" r:id="rId54"/>
    <p:sldId id="373" r:id="rId55"/>
    <p:sldId id="374" r:id="rId56"/>
    <p:sldId id="375" r:id="rId57"/>
    <p:sldId id="376" r:id="rId58"/>
    <p:sldId id="377" r:id="rId59"/>
    <p:sldId id="378" r:id="rId60"/>
    <p:sldId id="363" r:id="rId61"/>
    <p:sldId id="379" r:id="rId62"/>
    <p:sldId id="395" r:id="rId63"/>
    <p:sldId id="365" r:id="rId64"/>
    <p:sldId id="366" r:id="rId65"/>
    <p:sldId id="380" r:id="rId66"/>
    <p:sldId id="381" r:id="rId67"/>
    <p:sldId id="382" r:id="rId68"/>
    <p:sldId id="385" r:id="rId69"/>
    <p:sldId id="386" r:id="rId70"/>
    <p:sldId id="388" r:id="rId71"/>
    <p:sldId id="389" r:id="rId72"/>
    <p:sldId id="390" r:id="rId73"/>
    <p:sldId id="391" r:id="rId74"/>
    <p:sldId id="392" r:id="rId75"/>
    <p:sldId id="393" r:id="rId76"/>
    <p:sldId id="394" r:id="rId77"/>
    <p:sldId id="299" r:id="rId78"/>
  </p:sldIdLst>
  <p:sldSz cx="12192000" cy="6858000"/>
  <p:notesSz cx="6858000" cy="9144000"/>
  <p:embeddedFontLst>
    <p:embeddedFont>
      <p:font typeface="나눔스퀘어라운드 Bold" panose="020B0600000101010101" pitchFamily="50" charset="-127"/>
      <p:bold r:id="rId80"/>
    </p:embeddedFont>
    <p:embeddedFont>
      <p:font typeface="나눔스퀘어라운드 ExtraBold" panose="020B0600000101010101" pitchFamily="50" charset="-127"/>
      <p:bold r:id="rId81"/>
    </p:embeddedFont>
    <p:embeddedFont>
      <p:font typeface="맑은 고딕" panose="020B0503020000020004" pitchFamily="50" charset="-127"/>
      <p:regular r:id="rId82"/>
      <p:bold r:id="rId83"/>
    </p:embeddedFont>
    <p:embeddedFont>
      <p:font typeface="티머니 둥근바람 ExtraBold" panose="02050903000000000000" pitchFamily="18" charset="-127"/>
      <p:bold r:id="rId84"/>
    </p:embeddedFont>
    <p:embeddedFont>
      <p:font typeface="티머니 둥근바람 Regular" panose="02050503000000000000" pitchFamily="18" charset="-127"/>
      <p:regular r:id="rId85"/>
    </p:embeddedFont>
    <p:embeddedFont>
      <p:font typeface="Calibri" panose="020F0502020204030204" pitchFamily="34" charset="0"/>
      <p:regular r:id="rId86"/>
      <p:bold r:id="rId87"/>
      <p:italic r:id="rId88"/>
      <p:boldItalic r:id="rId8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wonJeong" initials="K" lastIdx="1" clrIdx="0">
    <p:extLst>
      <p:ext uri="{19B8F6BF-5375-455C-9EA6-DF929625EA0E}">
        <p15:presenceInfo xmlns:p15="http://schemas.microsoft.com/office/powerpoint/2012/main" userId="S::2016069@sookmyung.ac.kr::ebada317-95ab-4656-bc97-0642d7f9e3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3190AF"/>
    <a:srgbClr val="33136D"/>
    <a:srgbClr val="CCECFF"/>
    <a:srgbClr val="316E9D"/>
    <a:srgbClr val="3193B0"/>
    <a:srgbClr val="30BEC7"/>
    <a:srgbClr val="325992"/>
    <a:srgbClr val="30BCC6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5.fntdata"/><Relationship Id="rId89" Type="http://schemas.openxmlformats.org/officeDocument/2006/relationships/font" Target="fonts/font10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commentAuthors" Target="commentAuthor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font" Target="fonts/font1.fntdata"/><Relationship Id="rId85" Type="http://schemas.openxmlformats.org/officeDocument/2006/relationships/font" Target="fonts/font6.fntdata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4.fntdata"/><Relationship Id="rId88" Type="http://schemas.openxmlformats.org/officeDocument/2006/relationships/font" Target="fonts/font9.fntdata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2.fntdata"/><Relationship Id="rId86" Type="http://schemas.openxmlformats.org/officeDocument/2006/relationships/font" Target="fonts/font7.fntdata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8.fntdata"/><Relationship Id="rId61" Type="http://schemas.openxmlformats.org/officeDocument/2006/relationships/slide" Target="slides/slide60.xml"/><Relationship Id="rId82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5101B-FCCF-4F6D-96AD-1A511FE0AF70}" type="datetimeFigureOut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C4ABF-C3A4-463B-988F-4CC6E6C36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756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8E940-F02C-447F-A237-441A1E36D64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latin typeface="티머니 둥근바람 ExtraBold" panose="02050903000000000000" pitchFamily="18" charset="-127"/>
                <a:ea typeface="티머니 둥근바람 ExtraBold" panose="02050903000000000000" pitchFamily="18" charset="-127"/>
              </a:defRPr>
            </a:lvl1pPr>
          </a:lstStyle>
          <a:p>
            <a:r>
              <a:rPr lang="ko-KR" altLang="en-US" dirty="0"/>
              <a:t>컴퓨터 수학 중간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B5C13A5-339A-47B3-B4EA-40603F0A17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티머니 둥근바람 Regular" panose="02050503000000000000" pitchFamily="18" charset="-127"/>
                <a:ea typeface="티머니 둥근바람 Regular" panose="02050503000000000000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소프트웨어학부 컴퓨터과학과 </a:t>
            </a:r>
            <a:r>
              <a:rPr lang="en-US" altLang="ko-KR" dirty="0"/>
              <a:t>2016069 </a:t>
            </a:r>
            <a:r>
              <a:rPr lang="ko-KR" altLang="en-US" dirty="0"/>
              <a:t>권정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04B5F9-99F8-4A88-9C2D-55AA53A8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D7BD38-1CBF-4AC7-9F42-23F5E4F798AD}" type="datetime1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FDA363-623D-45DC-9C0B-B35361B2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620A6-5E2C-4201-9AB9-FFE54BF0E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r>
              <a:rPr lang="en-US" altLang="ko-KR" dirty="0"/>
              <a:t>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677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D4961-D8D4-418B-B20D-86B93164B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티머니 둥근바람 ExtraBold" panose="02050903000000000000" pitchFamily="18" charset="-127"/>
                <a:ea typeface="티머니 둥근바람 ExtraBold" panose="02050903000000000000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A73E85-E471-4336-A3D8-5DEFF9C69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1pPr>
            <a:lvl2pPr>
              <a:defRPr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2pPr>
            <a:lvl3pPr>
              <a:defRPr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3pPr>
            <a:lvl4pPr>
              <a:defRPr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4pPr>
            <a:lvl5pPr>
              <a:defRPr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F01521-A81F-416F-B53F-FD658B480B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6093F12-05B8-482C-929B-67E8E951D305}" type="datetime1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E4307-2913-43FD-970C-2072B4E1B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B9E962-2FF0-44B4-9806-65B4C5E9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‹#›</a:t>
            </a:fld>
            <a:r>
              <a:rPr lang="en-US" altLang="ko-KR" dirty="0"/>
              <a:t>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902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58378-A494-4DF1-A3D3-0183D0174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FC65D0-3504-41E4-8961-52667A661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BE8427-88A5-43DA-9EC5-8511DEB509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298B06-2A69-42A6-AE48-706563A6DA14}" type="datetime1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B47FD3-896D-4BED-827C-9E048BA92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48C19F-AA3F-4577-81B4-BEC02D250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687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02A70-FFE5-4E07-AE65-60BF3762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E9123F-0EE5-46CB-B593-80C384C94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763398-64D9-4DFD-90C1-12D0FD781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748049-D7B8-41F0-890C-A02DDA41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09A293-04A5-41D1-B0C2-FD7147C961DE}" type="datetime1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C539F1-D980-48F0-8A06-56C28EEE7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4BC7FE-7599-4701-9C5E-443F9EAC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139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16A05-0D5A-41EB-9654-F86E47834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57C315-D290-44DE-AEA1-42D6B2DCD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CCFA7C-7C87-4DF7-B0B9-D966B20E0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3AAE25-2181-404D-BCB2-5EF70BA4A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3FB42E-3748-431F-8350-FD0FD6B56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30C4FC1-9D81-4459-9497-5C8DDA8834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6E0B6F-31F0-4295-9D7B-A4431D5BBE70}" type="datetime1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F20F85-F9A4-440D-AA2A-07E8666C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7298BF-A3AA-4AD1-B2D2-141C931D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469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2AE5A-FA7D-4DE9-8CD8-E94743DE7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5" y="467358"/>
            <a:ext cx="2921000" cy="985520"/>
          </a:xfrm>
        </p:spPr>
        <p:txBody>
          <a:bodyPr/>
          <a:lstStyle>
            <a:lvl1pPr algn="l">
              <a:defRPr>
                <a:latin typeface="티머니 둥근바람 ExtraBold" panose="02050903000000000000" pitchFamily="18" charset="-127"/>
                <a:ea typeface="티머니 둥근바람 ExtraBold" panose="02050903000000000000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0C7A2E-3A0A-4D7F-878A-998872E9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DC57EA-BB5F-4650-9A21-3960F38F5A80}" type="datetime1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BB630F-564E-44C9-8D1B-C7E1FBF6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60AE7-C996-4A37-A1AD-31DA03B1A31B}"/>
              </a:ext>
            </a:extLst>
          </p:cNvPr>
          <p:cNvSpPr/>
          <p:nvPr userDrawn="1"/>
        </p:nvSpPr>
        <p:spPr>
          <a:xfrm>
            <a:off x="838200" y="543270"/>
            <a:ext cx="118725" cy="757210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622FA7AB-638B-4446-8E85-7E4BF2A45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3392"/>
            <a:ext cx="10515600" cy="435133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latin typeface="티머니 둥근바람 Regular" panose="02050503000000000000" pitchFamily="18" charset="-127"/>
                <a:ea typeface="티머니 둥근바람 Regular" panose="02050503000000000000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41C4B56-2133-445D-9B55-068D83E85AF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432800" y="921875"/>
            <a:ext cx="2921000" cy="608793"/>
          </a:xfrm>
        </p:spPr>
        <p:txBody>
          <a:bodyPr/>
          <a:lstStyle>
            <a:lvl1pPr algn="r">
              <a:buNone/>
              <a:defRPr sz="2000">
                <a:latin typeface="티머니 둥근바람 Regular" panose="02050503000000000000" pitchFamily="18" charset="-127"/>
                <a:ea typeface="티머니 둥근바람 Regular" panose="02050503000000000000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FADA1107-9600-4676-AC22-35200EB4CA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990B864-D46A-4D54-A4BF-FF0169C5BE07}" type="slidenum">
              <a:rPr lang="ko-KR" altLang="en-US" smtClean="0"/>
              <a:pPr/>
              <a:t>‹#›</a:t>
            </a:fld>
            <a:r>
              <a:rPr lang="en-US" altLang="ko-KR" dirty="0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93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F35276-E5F4-4A12-B7CC-303481C491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340ECA-F63B-483F-8208-829231805707}" type="datetime1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A57C34-4B3A-4F56-A302-BF0FEC454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E42D25-5F11-4E8C-B189-562BD187F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342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73B68-291D-46B7-90A8-B6195EF7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631604-38F8-4C7F-A15E-BF2C5A1A5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FF209E-FFCC-4211-AE1D-C2142F601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152B4E5-A71E-4DE7-BECA-445A695D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803FF1-4E3A-440E-83F3-C47B6B383C28}" type="datetime1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73F2EF-475B-4136-B3BF-98052084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A0F237-B126-426A-AF26-995B2636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193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6A7919-36B7-4594-848A-FB87F78A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288615-51F5-47A7-B446-BDFDEA887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192E50-E672-407F-A19A-6F2B22C75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7DD282-22C1-49D0-86E2-29218645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B2FFE15-1064-4874-919B-495523EED595}" type="datetime1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744BAC-0D39-4A4A-B4F3-F03B0C6ED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FDC435-E00A-4B9C-8D8E-EAEF2151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287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4BD4B-6822-4CEF-965E-3345ED67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6B9F97-4F39-4C16-B16C-D63315055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8A44B1-1BF1-4258-8506-3F4B435FD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C4DC1A2-67B4-4E17-A100-84249FC71B03}" type="datetime1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894484-46B6-4DDB-854A-641A7B4D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0FA2E2-3042-459E-B1BC-BCC9CDF7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52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05B152-6060-4DB7-BE92-C49E73B5E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7E2CBA-86F4-497B-913A-741ED8A00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3B9141-324A-4C41-99A6-172C1266BD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8CEEF9-F00A-4F78-9D6D-5C8EEBB7D2AA}" type="datetime1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11A6BA-E2A2-4F18-BBC2-E92277D44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6A5B7F-15D5-4C39-892A-643C7988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329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3E4734-9E5E-432C-920F-132A39EEB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9057FC-44DE-425D-9D4B-FC2814080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D01180-B8ED-4AE7-8D88-BC823216A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</a:defRPr>
            </a:lvl1pPr>
          </a:lstStyle>
          <a:p>
            <a:fld id="{6990B864-D46A-4D54-A4BF-FF0169C5BE07}" type="slidenum">
              <a:rPr lang="ko-KR" altLang="en-US" smtClean="0"/>
              <a:pPr/>
              <a:t>‹#›</a:t>
            </a:fld>
            <a:r>
              <a:rPr lang="en-US" altLang="ko-KR" dirty="0"/>
              <a:t>p</a:t>
            </a:r>
            <a:endParaRPr lang="ko-KR" altLang="en-US" dirty="0">
              <a:latin typeface="티머니 둥근바람 Regular" panose="02050503000000000000" pitchFamily="18" charset="-127"/>
              <a:ea typeface="티머니 둥근바람 Regular" panose="02050503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1865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06D0919-F2E6-469A-869B-3844227D54C4}"/>
              </a:ext>
            </a:extLst>
          </p:cNvPr>
          <p:cNvSpPr/>
          <p:nvPr/>
        </p:nvSpPr>
        <p:spPr>
          <a:xfrm>
            <a:off x="2293620" y="2666197"/>
            <a:ext cx="7604760" cy="990908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7FA962-A380-4D05-B977-914D50E87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9505"/>
            <a:ext cx="9144000" cy="2387600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컴퓨터 수학 기말 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5F09FE-8C4A-4A77-9497-5887C33B5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1809"/>
            <a:ext cx="9144000" cy="1655762"/>
          </a:xfrm>
          <a:noFill/>
        </p:spPr>
        <p:txBody>
          <a:bodyPr/>
          <a:lstStyle/>
          <a:p>
            <a:r>
              <a:rPr lang="ko-KR" altLang="en-US" dirty="0"/>
              <a:t>소프트웨어학부 컴퓨터과학과 </a:t>
            </a:r>
            <a:r>
              <a:rPr lang="en-US" altLang="ko-KR" dirty="0"/>
              <a:t>2016069 </a:t>
            </a:r>
            <a:r>
              <a:rPr lang="ko-KR" altLang="en-US" dirty="0"/>
              <a:t>권정</a:t>
            </a:r>
          </a:p>
        </p:txBody>
      </p:sp>
    </p:spTree>
    <p:extLst>
      <p:ext uri="{BB962C8B-B14F-4D97-AF65-F5344CB8AC3E}">
        <p14:creationId xmlns:p14="http://schemas.microsoft.com/office/powerpoint/2010/main" val="641058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8BD37FA-0C00-456A-86E7-260B26EE7890}"/>
              </a:ext>
            </a:extLst>
          </p:cNvPr>
          <p:cNvSpPr/>
          <p:nvPr/>
        </p:nvSpPr>
        <p:spPr>
          <a:xfrm>
            <a:off x="2387600" y="636269"/>
            <a:ext cx="1584960" cy="873760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FEE1A8-7108-4908-98E0-57C55926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22400" y="410368"/>
            <a:ext cx="13761720" cy="1325563"/>
          </a:xfrm>
        </p:spPr>
        <p:txBody>
          <a:bodyPr>
            <a:normAutofit/>
          </a:bodyPr>
          <a:lstStyle/>
          <a:p>
            <a:r>
              <a:rPr lang="ko-KR" altLang="en-US" sz="4000" dirty="0">
                <a:solidFill>
                  <a:schemeClr val="bg1"/>
                </a:solidFill>
              </a:rPr>
              <a:t>과제 </a:t>
            </a:r>
            <a:r>
              <a:rPr lang="en-US" altLang="ko-KR" sz="4000" dirty="0">
                <a:solidFill>
                  <a:schemeClr val="bg1"/>
                </a:solidFill>
              </a:rPr>
              <a:t>1</a:t>
            </a:r>
            <a:r>
              <a:rPr lang="ko-KR" altLang="en-US" sz="4000" dirty="0">
                <a:solidFill>
                  <a:schemeClr val="bg1"/>
                </a:solidFill>
              </a:rPr>
              <a:t>  </a:t>
            </a:r>
            <a:r>
              <a:rPr lang="en-US" altLang="ko-KR" sz="4000" dirty="0"/>
              <a:t>Graph Algorithm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3DEF4A-C5EB-4B06-B62E-C32C446FE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812466"/>
            <a:ext cx="948944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3200" dirty="0"/>
              <a:t>Step 1. </a:t>
            </a:r>
            <a:r>
              <a:rPr lang="ko-KR" altLang="en-US" sz="3200" dirty="0"/>
              <a:t>두 가지 경우에 대한 최단 거리를 찾는 것</a:t>
            </a:r>
            <a:endParaRPr lang="en-US" altLang="ko-KR" sz="32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3200" dirty="0"/>
              <a:t>Step 2. </a:t>
            </a:r>
            <a:r>
              <a:rPr lang="ko-KR" altLang="en-US" sz="3200" dirty="0"/>
              <a:t>직접 그래프 모델을 만드는 것</a:t>
            </a:r>
            <a:endParaRPr lang="en-US" altLang="ko-KR" sz="32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3200" dirty="0"/>
              <a:t>Step 3. Step 1</a:t>
            </a:r>
            <a:r>
              <a:rPr lang="ko-KR" altLang="en-US" sz="3200" dirty="0"/>
              <a:t>에서 나온 결과 설명</a:t>
            </a:r>
            <a:endParaRPr lang="en-US" altLang="ko-KR" sz="32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3200" dirty="0"/>
              <a:t>Step 4. </a:t>
            </a:r>
            <a:r>
              <a:rPr lang="ko-KR" altLang="en-US" sz="3200" dirty="0"/>
              <a:t>지하철의 운항이 중지 되었을 때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61C076-3D30-4559-A26F-F7A91D27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2</a:t>
            </a:fld>
            <a:r>
              <a:rPr lang="en-US" altLang="ko-KR"/>
              <a:t>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035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Step#1</a:t>
            </a:r>
            <a:endParaRPr lang="ko-KR" altLang="en-US" sz="2000" dirty="0"/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D3203953-6457-415A-A6ED-8D5C4EB50C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6219864"/>
              </p:ext>
            </p:extLst>
          </p:nvPr>
        </p:nvGraphicFramePr>
        <p:xfrm>
          <a:off x="838200" y="1635761"/>
          <a:ext cx="10515601" cy="447908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24280">
                  <a:extLst>
                    <a:ext uri="{9D8B030D-6E8A-4147-A177-3AD203B41FA5}">
                      <a16:colId xmlns:a16="http://schemas.microsoft.com/office/drawing/2014/main" val="4017338874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3743107862"/>
                    </a:ext>
                  </a:extLst>
                </a:gridCol>
                <a:gridCol w="1026160">
                  <a:extLst>
                    <a:ext uri="{9D8B030D-6E8A-4147-A177-3AD203B41FA5}">
                      <a16:colId xmlns:a16="http://schemas.microsoft.com/office/drawing/2014/main" val="1178716557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841036836"/>
                    </a:ext>
                  </a:extLst>
                </a:gridCol>
                <a:gridCol w="3321666">
                  <a:extLst>
                    <a:ext uri="{9D8B030D-6E8A-4147-A177-3AD203B41FA5}">
                      <a16:colId xmlns:a16="http://schemas.microsoft.com/office/drawing/2014/main" val="1179409497"/>
                    </a:ext>
                  </a:extLst>
                </a:gridCol>
                <a:gridCol w="3023255">
                  <a:extLst>
                    <a:ext uri="{9D8B030D-6E8A-4147-A177-3AD203B41FA5}">
                      <a16:colId xmlns:a16="http://schemas.microsoft.com/office/drawing/2014/main" val="2807349542"/>
                    </a:ext>
                  </a:extLst>
                </a:gridCol>
              </a:tblGrid>
              <a:tr h="308681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Comparison between two paths</a:t>
                      </a:r>
                      <a:endParaRPr lang="ko-KR" altLang="en-US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211666"/>
                  </a:ext>
                </a:extLst>
              </a:tr>
              <a:tr h="5916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</a:rPr>
                        <a:t>Case</a:t>
                      </a:r>
                      <a:endParaRPr lang="ko-KR" altLang="en-US" sz="20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</a:rPr>
                        <a:t>출발역</a:t>
                      </a:r>
                      <a:endParaRPr lang="ko-KR" altLang="en-US" sz="20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</a:rPr>
                        <a:t>도착역</a:t>
                      </a:r>
                      <a:endParaRPr lang="en-US" altLang="ko-KR" sz="20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</a:rPr>
                        <a:t>Item</a:t>
                      </a:r>
                      <a:endParaRPr lang="ko-KR" altLang="en-US" sz="2000" dirty="0">
                        <a:latin typeface="나눔스퀘어라운드 ExtraBold" panose="020B0600000101010101" pitchFamily="50" charset="-127"/>
                        <a:ea typeface="나눔스퀘어라운드 Extra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</a:rPr>
                        <a:t>네이버 지도에서의 최단거리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</a:rPr>
                        <a:t>Dijkstra</a:t>
                      </a:r>
                      <a:r>
                        <a:rPr lang="ko-KR" altLang="en-US" sz="2000" dirty="0">
                          <a:latin typeface="나눔스퀘어라운드 ExtraBold" panose="020B0600000101010101" pitchFamily="50" charset="-127"/>
                          <a:ea typeface="나눔스퀘어라운드 ExtraBold" panose="020B0600000101010101" pitchFamily="50" charset="-127"/>
                        </a:rPr>
                        <a:t>알고리즘으로 구한 최단거리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0909217"/>
                  </a:ext>
                </a:extLst>
              </a:tr>
              <a:tr h="90031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Case#1</a:t>
                      </a:r>
                      <a:endParaRPr lang="ko-KR" altLang="en-US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창동역</a:t>
                      </a:r>
                      <a:endParaRPr lang="ko-KR" altLang="en-US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신내역</a:t>
                      </a:r>
                      <a:endParaRPr lang="ko-KR" altLang="en-US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Path</a:t>
                      </a:r>
                      <a:endParaRPr lang="ko-KR" altLang="en-US" sz="1600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창동→녹천→월계→광운대→석계</a:t>
                      </a:r>
                      <a:r>
                        <a:rPr lang="ko-KR" altLang="en-US" sz="1600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 </a:t>
                      </a:r>
                      <a:endParaRPr lang="en-US" altLang="ko-KR" sz="1600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→</a:t>
                      </a:r>
                      <a:r>
                        <a:rPr lang="ko-KR" altLang="en-US" sz="1600" dirty="0" err="1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태릉입구→화랑대→봉화산→신내</a:t>
                      </a:r>
                      <a:endParaRPr lang="ko-KR" altLang="en-US" sz="1600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창동→광운대→석계→태릉입구</a:t>
                      </a:r>
                      <a:endParaRPr lang="en-US" altLang="ko-KR" sz="1600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→신내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4455393"/>
                  </a:ext>
                </a:extLst>
              </a:tr>
              <a:tr h="72900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Time</a:t>
                      </a:r>
                      <a:endParaRPr lang="ko-KR" altLang="en-US" sz="1600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22</a:t>
                      </a:r>
                      <a:r>
                        <a:rPr lang="ko-KR" altLang="en-US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22</a:t>
                      </a:r>
                      <a:r>
                        <a:rPr lang="ko-KR" altLang="en-US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617001"/>
                  </a:ext>
                </a:extLst>
              </a:tr>
              <a:tr h="99446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Case#2</a:t>
                      </a:r>
                      <a:endParaRPr lang="ko-KR" altLang="en-US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군자역</a:t>
                      </a:r>
                      <a:endParaRPr lang="ko-KR" altLang="en-US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종합</a:t>
                      </a:r>
                      <a:endParaRPr lang="en-US" altLang="ko-KR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운동장역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Path</a:t>
                      </a:r>
                      <a:endParaRPr lang="ko-KR" altLang="en-US" sz="1600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군자→어린이대공원→건대입구→구의→강변→잠실나루→잠실→잠실새내→종합운동장</a:t>
                      </a:r>
                      <a:endParaRPr lang="ko-KR" altLang="en-US" sz="1600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군자→건대입구→강변→잠실</a:t>
                      </a:r>
                      <a:endParaRPr lang="en-US" altLang="ko-KR" sz="1600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→종합운동장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571969"/>
                  </a:ext>
                </a:extLst>
              </a:tr>
              <a:tr h="78849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Time</a:t>
                      </a:r>
                      <a:endParaRPr lang="ko-KR" altLang="en-US" sz="1600" dirty="0">
                        <a:latin typeface="나눔스퀘어라운드 Bold" panose="020B0600000101010101" pitchFamily="50" charset="-127"/>
                        <a:ea typeface="나눔스퀘어라운드 Bold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18</a:t>
                      </a:r>
                      <a:r>
                        <a:rPr lang="ko-KR" altLang="en-US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18</a:t>
                      </a:r>
                      <a:r>
                        <a:rPr lang="ko-KR" altLang="en-US" dirty="0">
                          <a:latin typeface="나눔스퀘어라운드 Bold" panose="020B0600000101010101" pitchFamily="50" charset="-127"/>
                          <a:ea typeface="나눔스퀘어라운드 Bold" panose="020B0600000101010101" pitchFamily="50" charset="-127"/>
                        </a:rPr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250887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583F29E-826A-46A4-9C32-3111509F8FC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3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3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Line 48">
            <a:extLst>
              <a:ext uri="{FF2B5EF4-FFF2-40B4-BE49-F238E27FC236}">
                <a16:creationId xmlns:a16="http://schemas.microsoft.com/office/drawing/2014/main" id="{B92B24FC-D44F-4757-B4B5-28C15101A214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3229554" y="4160787"/>
            <a:ext cx="644415" cy="900581"/>
          </a:xfrm>
          <a:prstGeom prst="line">
            <a:avLst/>
          </a:prstGeom>
          <a:noFill/>
          <a:ln w="28575">
            <a:solidFill>
              <a:schemeClr val="accent5">
                <a:lumMod val="50000"/>
              </a:schemeClr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Case#1, 2</a:t>
            </a:r>
            <a:endParaRPr lang="ko-KR" altLang="en-US" sz="20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9C73FF3-5824-4D46-8BF3-FA8CD328AF3B}"/>
              </a:ext>
            </a:extLst>
          </p:cNvPr>
          <p:cNvGrpSpPr/>
          <p:nvPr/>
        </p:nvGrpSpPr>
        <p:grpSpPr>
          <a:xfrm>
            <a:off x="461837" y="2012171"/>
            <a:ext cx="1137356" cy="485148"/>
            <a:chOff x="1734620" y="1721485"/>
            <a:chExt cx="895640" cy="358565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6EB0528C-9BF6-4AF0-A46A-386A0ACE5848}"/>
                </a:ext>
              </a:extLst>
            </p:cNvPr>
            <p:cNvSpPr/>
            <p:nvPr/>
          </p:nvSpPr>
          <p:spPr>
            <a:xfrm>
              <a:off x="1748287" y="1721485"/>
              <a:ext cx="881973" cy="358565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240FAF-8F87-41A1-B880-6B3830D95175}"/>
                </a:ext>
              </a:extLst>
            </p:cNvPr>
            <p:cNvSpPr txBox="1"/>
            <p:nvPr/>
          </p:nvSpPr>
          <p:spPr>
            <a:xfrm>
              <a:off x="1734620" y="1729070"/>
              <a:ext cx="864936" cy="299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Case 1</a:t>
              </a:r>
              <a:endParaRPr lang="ko-KR" altLang="en-US" sz="24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3DF5A07D-54F4-47DC-B793-0A683C7C700B}"/>
              </a:ext>
            </a:extLst>
          </p:cNvPr>
          <p:cNvGrpSpPr/>
          <p:nvPr/>
        </p:nvGrpSpPr>
        <p:grpSpPr>
          <a:xfrm>
            <a:off x="406876" y="2609572"/>
            <a:ext cx="5423761" cy="2921161"/>
            <a:chOff x="120590" y="2783956"/>
            <a:chExt cx="5423761" cy="2921161"/>
          </a:xfrm>
        </p:grpSpPr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78C6DFED-C18F-4015-923D-EFCF0849F61F}"/>
                </a:ext>
              </a:extLst>
            </p:cNvPr>
            <p:cNvSpPr/>
            <p:nvPr/>
          </p:nvSpPr>
          <p:spPr bwMode="auto">
            <a:xfrm>
              <a:off x="3133838" y="4862870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6D439717-1D1D-4779-943D-F903E3BEF3D0}"/>
                </a:ext>
              </a:extLst>
            </p:cNvPr>
            <p:cNvSpPr/>
            <p:nvPr/>
          </p:nvSpPr>
          <p:spPr bwMode="auto">
            <a:xfrm>
              <a:off x="3371974" y="4540444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63DCF344-996B-41D2-BB50-75F897ACA0BA}"/>
                </a:ext>
              </a:extLst>
            </p:cNvPr>
            <p:cNvGrpSpPr/>
            <p:nvPr/>
          </p:nvGrpSpPr>
          <p:grpSpPr>
            <a:xfrm>
              <a:off x="558798" y="3428999"/>
              <a:ext cx="4276705" cy="1813560"/>
              <a:chOff x="1849118" y="4003034"/>
              <a:chExt cx="4276705" cy="1239526"/>
            </a:xfrm>
          </p:grpSpPr>
          <p:sp>
            <p:nvSpPr>
              <p:cNvPr id="160" name="Line 48">
                <a:extLst>
                  <a:ext uri="{FF2B5EF4-FFF2-40B4-BE49-F238E27FC236}">
                    <a16:creationId xmlns:a16="http://schemas.microsoft.com/office/drawing/2014/main" id="{8F6FD122-786B-4D67-AA73-65AD68A5B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1849119" y="4003040"/>
                <a:ext cx="568305" cy="61976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1" name="Line 48">
                <a:extLst>
                  <a:ext uri="{FF2B5EF4-FFF2-40B4-BE49-F238E27FC236}">
                    <a16:creationId xmlns:a16="http://schemas.microsoft.com/office/drawing/2014/main" id="{1A06EB60-BAAD-45AF-AD89-A28F25E4AD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2985729" y="4622704"/>
                <a:ext cx="684951" cy="619856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2" name="Line 48">
                <a:extLst>
                  <a:ext uri="{FF2B5EF4-FFF2-40B4-BE49-F238E27FC236}">
                    <a16:creationId xmlns:a16="http://schemas.microsoft.com/office/drawing/2014/main" id="{EEB7FC28-E79C-4D0C-9EA2-6019D5364C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1849118" y="4003037"/>
                <a:ext cx="1229365" cy="1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3" name="Line 48">
                <a:extLst>
                  <a:ext uri="{FF2B5EF4-FFF2-40B4-BE49-F238E27FC236}">
                    <a16:creationId xmlns:a16="http://schemas.microsoft.com/office/drawing/2014/main" id="{E5D3A01B-7C17-4848-8E06-DF0E93B0A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417420" y="4617888"/>
                <a:ext cx="1243405" cy="4909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4" name="Line 48">
                <a:extLst>
                  <a:ext uri="{FF2B5EF4-FFF2-40B4-BE49-F238E27FC236}">
                    <a16:creationId xmlns:a16="http://schemas.microsoft.com/office/drawing/2014/main" id="{6CC10217-985A-4928-A7FD-CCB41302B3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3660827" y="4620883"/>
                <a:ext cx="1215321" cy="1916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5" name="Line 48">
                <a:extLst>
                  <a:ext uri="{FF2B5EF4-FFF2-40B4-BE49-F238E27FC236}">
                    <a16:creationId xmlns:a16="http://schemas.microsoft.com/office/drawing/2014/main" id="{9BE329C5-650F-4955-AD2B-2A75A7E62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3078481" y="4003037"/>
                <a:ext cx="1229365" cy="1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6" name="Line 48">
                <a:extLst>
                  <a:ext uri="{FF2B5EF4-FFF2-40B4-BE49-F238E27FC236}">
                    <a16:creationId xmlns:a16="http://schemas.microsoft.com/office/drawing/2014/main" id="{59BDB61E-1BD8-4E51-955B-751F6585E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4876149" y="4622799"/>
                <a:ext cx="1249362" cy="4816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7" name="Line 48">
                <a:extLst>
                  <a:ext uri="{FF2B5EF4-FFF2-40B4-BE49-F238E27FC236}">
                    <a16:creationId xmlns:a16="http://schemas.microsoft.com/office/drawing/2014/main" id="{8B71664C-D63D-4FFA-80B0-3C14C290A4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2995885" y="5242560"/>
                <a:ext cx="1229364" cy="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8" name="Line 48">
                <a:extLst>
                  <a:ext uri="{FF2B5EF4-FFF2-40B4-BE49-F238E27FC236}">
                    <a16:creationId xmlns:a16="http://schemas.microsoft.com/office/drawing/2014/main" id="{BFDA5583-49AC-4861-A1FB-4727C683F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235403" y="5240549"/>
                <a:ext cx="1249361" cy="201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9" name="Line 48">
                <a:extLst>
                  <a:ext uri="{FF2B5EF4-FFF2-40B4-BE49-F238E27FC236}">
                    <a16:creationId xmlns:a16="http://schemas.microsoft.com/office/drawing/2014/main" id="{2EBF36B4-BAAF-4B1B-922A-86D2F0891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5490831" y="4622799"/>
                <a:ext cx="634992" cy="61976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0" name="Line 48">
                <a:extLst>
                  <a:ext uri="{FF2B5EF4-FFF2-40B4-BE49-F238E27FC236}">
                    <a16:creationId xmlns:a16="http://schemas.microsoft.com/office/drawing/2014/main" id="{5B96AB0A-0153-42A3-ABA4-884383CDDF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4307844" y="4003034"/>
                <a:ext cx="568303" cy="61967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5CF9642-5442-4BBF-AB4B-4F40C9D2886F}"/>
                </a:ext>
              </a:extLst>
            </p:cNvPr>
            <p:cNvSpPr txBox="1"/>
            <p:nvPr/>
          </p:nvSpPr>
          <p:spPr>
            <a:xfrm>
              <a:off x="2079418" y="3961057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latin typeface="+mj-ea"/>
                  <a:ea typeface="+mj-ea"/>
                </a:rPr>
                <a:t>석계</a:t>
              </a:r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C062140-C18C-4063-AE81-5BEA1099539E}"/>
                </a:ext>
              </a:extLst>
            </p:cNvPr>
            <p:cNvSpPr txBox="1"/>
            <p:nvPr/>
          </p:nvSpPr>
          <p:spPr>
            <a:xfrm>
              <a:off x="3200761" y="4332797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태릉입구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591F5123-805E-4E40-A949-B14877237F92}"/>
                </a:ext>
              </a:extLst>
            </p:cNvPr>
            <p:cNvSpPr txBox="1"/>
            <p:nvPr/>
          </p:nvSpPr>
          <p:spPr>
            <a:xfrm>
              <a:off x="3913353" y="533578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망우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D409C9D2-064A-4580-92CE-579F321F7765}"/>
                </a:ext>
              </a:extLst>
            </p:cNvPr>
            <p:cNvSpPr txBox="1"/>
            <p:nvPr/>
          </p:nvSpPr>
          <p:spPr>
            <a:xfrm>
              <a:off x="2642756" y="533578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상봉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1B86C0B-3EB9-4166-9FBA-5C5CD81903DB}"/>
                </a:ext>
              </a:extLst>
            </p:cNvPr>
            <p:cNvSpPr txBox="1"/>
            <p:nvPr/>
          </p:nvSpPr>
          <p:spPr>
            <a:xfrm>
              <a:off x="1298240" y="533578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회기</a:t>
              </a:r>
              <a:endParaRPr lang="en-US" altLang="ko-KR" dirty="0">
                <a:latin typeface="+mj-ea"/>
                <a:ea typeface="+mj-ea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089E59E-74DA-449C-8281-F37C21623741}"/>
                </a:ext>
              </a:extLst>
            </p:cNvPr>
            <p:cNvSpPr txBox="1"/>
            <p:nvPr/>
          </p:nvSpPr>
          <p:spPr>
            <a:xfrm>
              <a:off x="298412" y="4252196"/>
              <a:ext cx="8146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광운대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97BB450-0308-49A0-8992-E2B1CA2E8D20}"/>
                </a:ext>
              </a:extLst>
            </p:cNvPr>
            <p:cNvSpPr txBox="1"/>
            <p:nvPr/>
          </p:nvSpPr>
          <p:spPr>
            <a:xfrm>
              <a:off x="2715194" y="3057876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하계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E0842C0-F8A8-41CE-B31A-606C4DECE941}"/>
                </a:ext>
              </a:extLst>
            </p:cNvPr>
            <p:cNvSpPr txBox="1"/>
            <p:nvPr/>
          </p:nvSpPr>
          <p:spPr>
            <a:xfrm>
              <a:off x="1439455" y="3034081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노원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2C7CC65-88FF-4A5D-BF98-60944B80FA6F}"/>
                </a:ext>
              </a:extLst>
            </p:cNvPr>
            <p:cNvSpPr txBox="1"/>
            <p:nvPr/>
          </p:nvSpPr>
          <p:spPr>
            <a:xfrm>
              <a:off x="161360" y="3034081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창동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B3E5664-673A-4F4D-8E68-FF1A33E2AD3E}"/>
                </a:ext>
              </a:extLst>
            </p:cNvPr>
            <p:cNvSpPr txBox="1"/>
            <p:nvPr/>
          </p:nvSpPr>
          <p:spPr>
            <a:xfrm>
              <a:off x="4881885" y="4130658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신내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5C07BEE-A2F4-4518-BB6D-CBEC3B4D74FF}"/>
                </a:ext>
              </a:extLst>
            </p:cNvPr>
            <p:cNvSpPr txBox="1"/>
            <p:nvPr/>
          </p:nvSpPr>
          <p:spPr>
            <a:xfrm>
              <a:off x="2742558" y="405345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F6DD9FD-973C-433C-AD87-F67480B080D7}"/>
                </a:ext>
              </a:extLst>
            </p:cNvPr>
            <p:cNvSpPr txBox="1"/>
            <p:nvPr/>
          </p:nvSpPr>
          <p:spPr>
            <a:xfrm>
              <a:off x="1501820" y="4036284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492225C-8EAB-466C-8403-120813717187}"/>
                </a:ext>
              </a:extLst>
            </p:cNvPr>
            <p:cNvSpPr txBox="1"/>
            <p:nvPr/>
          </p:nvSpPr>
          <p:spPr>
            <a:xfrm>
              <a:off x="3996223" y="3822924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9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2397FC95-6470-4C79-B565-DF18C96D1170}"/>
                </a:ext>
              </a:extLst>
            </p:cNvPr>
            <p:cNvSpPr txBox="1"/>
            <p:nvPr/>
          </p:nvSpPr>
          <p:spPr>
            <a:xfrm>
              <a:off x="3285772" y="3657104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75E21E4-5AE1-49CA-ACCB-C73DD87E115B}"/>
                </a:ext>
              </a:extLst>
            </p:cNvPr>
            <p:cNvSpPr txBox="1"/>
            <p:nvPr/>
          </p:nvSpPr>
          <p:spPr>
            <a:xfrm>
              <a:off x="2230661" y="3095636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3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5BF642F-0C31-435E-94FA-028C3E51531F}"/>
                </a:ext>
              </a:extLst>
            </p:cNvPr>
            <p:cNvSpPr txBox="1"/>
            <p:nvPr/>
          </p:nvSpPr>
          <p:spPr>
            <a:xfrm>
              <a:off x="857286" y="371463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7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81B5245-1F87-4E15-BF10-595D6E9BB128}"/>
                </a:ext>
              </a:extLst>
            </p:cNvPr>
            <p:cNvSpPr txBox="1"/>
            <p:nvPr/>
          </p:nvSpPr>
          <p:spPr>
            <a:xfrm>
              <a:off x="924843" y="3115956"/>
              <a:ext cx="457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086EE08-1771-4FEF-BB6B-FBEF5A272D6B}"/>
                </a:ext>
              </a:extLst>
            </p:cNvPr>
            <p:cNvSpPr txBox="1"/>
            <p:nvPr/>
          </p:nvSpPr>
          <p:spPr>
            <a:xfrm>
              <a:off x="4453399" y="4775245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6AF0190-DC3B-487C-B041-0FAB0B17528E}"/>
                </a:ext>
              </a:extLst>
            </p:cNvPr>
            <p:cNvSpPr txBox="1"/>
            <p:nvPr/>
          </p:nvSpPr>
          <p:spPr>
            <a:xfrm>
              <a:off x="2112470" y="526140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EA498A4-392F-45C3-9667-D1126023229C}"/>
                </a:ext>
              </a:extLst>
            </p:cNvPr>
            <p:cNvSpPr txBox="1"/>
            <p:nvPr/>
          </p:nvSpPr>
          <p:spPr>
            <a:xfrm>
              <a:off x="3362154" y="5242422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B58E8488-DA3C-44E3-A010-455D091D1A53}"/>
                </a:ext>
              </a:extLst>
            </p:cNvPr>
            <p:cNvSpPr txBox="1"/>
            <p:nvPr/>
          </p:nvSpPr>
          <p:spPr>
            <a:xfrm>
              <a:off x="1614917" y="455392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0F769A8-B632-4585-98D0-34C144B064FC}"/>
                </a:ext>
              </a:extLst>
            </p:cNvPr>
            <p:cNvSpPr txBox="1"/>
            <p:nvPr/>
          </p:nvSpPr>
          <p:spPr>
            <a:xfrm>
              <a:off x="120590" y="2783956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800080"/>
                  </a:highlight>
                  <a:latin typeface="+mj-ea"/>
                  <a:ea typeface="+mj-ea"/>
                </a:rPr>
                <a:t>출발역</a:t>
              </a:r>
              <a:endParaRPr lang="ko-KR" altLang="en-US" sz="1500" dirty="0">
                <a:solidFill>
                  <a:schemeClr val="bg1"/>
                </a:solidFill>
                <a:highlight>
                  <a:srgbClr val="800080"/>
                </a:highlight>
                <a:latin typeface="+mj-ea"/>
                <a:ea typeface="+mj-ea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F7806F8-786F-4E3C-B2F3-F8F4D9B8AE10}"/>
                </a:ext>
              </a:extLst>
            </p:cNvPr>
            <p:cNvSpPr txBox="1"/>
            <p:nvPr/>
          </p:nvSpPr>
          <p:spPr>
            <a:xfrm>
              <a:off x="4835503" y="3921876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000080"/>
                  </a:highlight>
                  <a:latin typeface="+mj-ea"/>
                  <a:ea typeface="+mj-ea"/>
                </a:rPr>
                <a:t>도착역</a:t>
              </a:r>
              <a:endParaRPr lang="ko-KR" altLang="en-US" sz="1500" dirty="0">
                <a:solidFill>
                  <a:schemeClr val="bg1"/>
                </a:solidFill>
                <a:highlight>
                  <a:srgbClr val="000080"/>
                </a:highlight>
                <a:latin typeface="+mj-ea"/>
                <a:ea typeface="+mj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0D9FBA21-FD4D-47D3-8B82-C4EB19AA5BE9}"/>
                </a:ext>
              </a:extLst>
            </p:cNvPr>
            <p:cNvSpPr txBox="1"/>
            <p:nvPr/>
          </p:nvSpPr>
          <p:spPr>
            <a:xfrm>
              <a:off x="4214444" y="4099603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봉화산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9A8BCD03-584A-4FDC-A7C8-13B4B3000DA9}"/>
                </a:ext>
              </a:extLst>
            </p:cNvPr>
            <p:cNvSpPr/>
            <p:nvPr/>
          </p:nvSpPr>
          <p:spPr bwMode="auto">
            <a:xfrm>
              <a:off x="2428523" y="339685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A097D395-2D11-43C9-966B-21BDDBD91FAB}"/>
                </a:ext>
              </a:extLst>
            </p:cNvPr>
            <p:cNvSpPr/>
            <p:nvPr/>
          </p:nvSpPr>
          <p:spPr bwMode="auto">
            <a:xfrm>
              <a:off x="3261643" y="382357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F7FCCC23-4AB7-4874-A993-B64E0BA71E6D}"/>
                </a:ext>
              </a:extLst>
            </p:cNvPr>
            <p:cNvSpPr/>
            <p:nvPr/>
          </p:nvSpPr>
          <p:spPr bwMode="auto">
            <a:xfrm>
              <a:off x="731803" y="372197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5554C98B-A4D9-48AD-8A04-D4D67C850081}"/>
                </a:ext>
              </a:extLst>
            </p:cNvPr>
            <p:cNvSpPr/>
            <p:nvPr/>
          </p:nvSpPr>
          <p:spPr bwMode="auto">
            <a:xfrm>
              <a:off x="924843" y="403693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865FE614-B220-4984-900A-22913FD5DF04}"/>
                </a:ext>
              </a:extLst>
            </p:cNvPr>
            <p:cNvSpPr/>
            <p:nvPr/>
          </p:nvSpPr>
          <p:spPr bwMode="auto">
            <a:xfrm>
              <a:off x="3983003" y="430109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2463CF0E-6E26-48E2-A32F-33EABCC77184}"/>
                </a:ext>
              </a:extLst>
            </p:cNvPr>
            <p:cNvSpPr/>
            <p:nvPr/>
          </p:nvSpPr>
          <p:spPr bwMode="auto">
            <a:xfrm>
              <a:off x="4430043" y="4302288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39A1D716-D0E4-4BAD-A791-82C9082805D9}"/>
                </a:ext>
              </a:extLst>
            </p:cNvPr>
            <p:cNvSpPr/>
            <p:nvPr/>
          </p:nvSpPr>
          <p:spPr bwMode="auto">
            <a:xfrm>
              <a:off x="2133926" y="4563923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96DEFDFE-3255-40B4-A956-AFCEE1BDFE6F}"/>
                </a:ext>
              </a:extLst>
            </p:cNvPr>
            <p:cNvSpPr/>
            <p:nvPr/>
          </p:nvSpPr>
          <p:spPr bwMode="auto">
            <a:xfrm>
              <a:off x="1900246" y="4889043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A7D2BE84-4F47-45A7-B71B-FFBCB455FA3F}"/>
                </a:ext>
              </a:extLst>
            </p:cNvPr>
            <p:cNvSpPr/>
            <p:nvPr/>
          </p:nvSpPr>
          <p:spPr bwMode="auto">
            <a:xfrm>
              <a:off x="2245686" y="5204003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3C18A4B-7CE7-4E89-8CE3-992E8FB88A0F}"/>
                </a:ext>
              </a:extLst>
            </p:cNvPr>
            <p:cNvSpPr txBox="1"/>
            <p:nvPr/>
          </p:nvSpPr>
          <p:spPr>
            <a:xfrm>
              <a:off x="3719413" y="4099603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화랑대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A2BEC0FE-AB06-47B7-A0DF-C816E8098813}"/>
                </a:ext>
              </a:extLst>
            </p:cNvPr>
            <p:cNvSpPr txBox="1"/>
            <p:nvPr/>
          </p:nvSpPr>
          <p:spPr>
            <a:xfrm>
              <a:off x="2081384" y="5000203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중랑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E21DE5C-0159-4941-AA69-D3CEADA5ADCD}"/>
                </a:ext>
              </a:extLst>
            </p:cNvPr>
            <p:cNvSpPr txBox="1"/>
            <p:nvPr/>
          </p:nvSpPr>
          <p:spPr>
            <a:xfrm>
              <a:off x="1907133" y="4823320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외대앞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9FB1C31-43F1-4628-9557-63F4FD89D500}"/>
                </a:ext>
              </a:extLst>
            </p:cNvPr>
            <p:cNvSpPr txBox="1"/>
            <p:nvPr/>
          </p:nvSpPr>
          <p:spPr>
            <a:xfrm>
              <a:off x="2144899" y="4507165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신이문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379FE39-1DFF-4736-854D-4EA7EE2406BC}"/>
                </a:ext>
              </a:extLst>
            </p:cNvPr>
            <p:cNvSpPr txBox="1"/>
            <p:nvPr/>
          </p:nvSpPr>
          <p:spPr>
            <a:xfrm>
              <a:off x="2899503" y="3760183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공릉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E962821-C1C7-4773-A557-86CBDF5C0791}"/>
                </a:ext>
              </a:extLst>
            </p:cNvPr>
            <p:cNvSpPr txBox="1"/>
            <p:nvPr/>
          </p:nvSpPr>
          <p:spPr>
            <a:xfrm>
              <a:off x="573381" y="3973715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월계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2D98601-DE2F-4DD9-8506-26A187FB08C3}"/>
                </a:ext>
              </a:extLst>
            </p:cNvPr>
            <p:cNvSpPr txBox="1"/>
            <p:nvPr/>
          </p:nvSpPr>
          <p:spPr>
            <a:xfrm>
              <a:off x="377879" y="3658792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녹천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C181B67-0294-4703-9E90-BF5A5B8741B0}"/>
                </a:ext>
              </a:extLst>
            </p:cNvPr>
            <p:cNvSpPr txBox="1"/>
            <p:nvPr/>
          </p:nvSpPr>
          <p:spPr>
            <a:xfrm>
              <a:off x="2261592" y="3471400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중계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BB4161D4-4D47-48CF-B43C-CD5325C8E44E}"/>
                </a:ext>
              </a:extLst>
            </p:cNvPr>
            <p:cNvSpPr txBox="1"/>
            <p:nvPr/>
          </p:nvSpPr>
          <p:spPr>
            <a:xfrm>
              <a:off x="2888056" y="4524173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6C5F6A96-442F-421A-A5B4-2D6323167C03}"/>
              </a:ext>
            </a:extLst>
          </p:cNvPr>
          <p:cNvGrpSpPr/>
          <p:nvPr/>
        </p:nvGrpSpPr>
        <p:grpSpPr>
          <a:xfrm>
            <a:off x="6252234" y="2901131"/>
            <a:ext cx="5788079" cy="2534628"/>
            <a:chOff x="5606397" y="3601802"/>
            <a:chExt cx="5788079" cy="2534628"/>
          </a:xfrm>
        </p:grpSpPr>
        <p:sp>
          <p:nvSpPr>
            <p:cNvPr id="172" name="Line 48">
              <a:extLst>
                <a:ext uri="{FF2B5EF4-FFF2-40B4-BE49-F238E27FC236}">
                  <a16:creationId xmlns:a16="http://schemas.microsoft.com/office/drawing/2014/main" id="{BD1D5C06-F829-440A-82E6-C08855B7AD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7156733" y="3993894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3" name="Line 48">
              <a:extLst>
                <a:ext uri="{FF2B5EF4-FFF2-40B4-BE49-F238E27FC236}">
                  <a16:creationId xmlns:a16="http://schemas.microsoft.com/office/drawing/2014/main" id="{B831A878-3B47-4A48-9223-4FD46A544B8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7162799" y="5729207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" name="Line 48">
              <a:extLst>
                <a:ext uri="{FF2B5EF4-FFF2-40B4-BE49-F238E27FC236}">
                  <a16:creationId xmlns:a16="http://schemas.microsoft.com/office/drawing/2014/main" id="{E2DB59D0-47C6-4DCD-8434-2A4E3738DC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8241070" y="5729205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5" name="Line 48">
              <a:extLst>
                <a:ext uri="{FF2B5EF4-FFF2-40B4-BE49-F238E27FC236}">
                  <a16:creationId xmlns:a16="http://schemas.microsoft.com/office/drawing/2014/main" id="{AAC281D7-3202-45C8-B21D-F07403F614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8235004" y="3993892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6" name="Line 48">
              <a:extLst>
                <a:ext uri="{FF2B5EF4-FFF2-40B4-BE49-F238E27FC236}">
                  <a16:creationId xmlns:a16="http://schemas.microsoft.com/office/drawing/2014/main" id="{E925F8B5-816F-4009-AD07-C2642917D7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6334426" y="3993915"/>
              <a:ext cx="822307" cy="867635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7" name="Line 48">
              <a:extLst>
                <a:ext uri="{FF2B5EF4-FFF2-40B4-BE49-F238E27FC236}">
                  <a16:creationId xmlns:a16="http://schemas.microsoft.com/office/drawing/2014/main" id="{1E7929EB-A3D1-4BE2-895E-126C34C0B8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6334426" y="4861552"/>
              <a:ext cx="822308" cy="867633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8" name="Line 48">
              <a:extLst>
                <a:ext uri="{FF2B5EF4-FFF2-40B4-BE49-F238E27FC236}">
                  <a16:creationId xmlns:a16="http://schemas.microsoft.com/office/drawing/2014/main" id="{8E4C6D1C-47FE-4768-A5B6-4103058C9E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9325406" y="4861525"/>
              <a:ext cx="822307" cy="867635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9" name="Line 48">
              <a:extLst>
                <a:ext uri="{FF2B5EF4-FFF2-40B4-BE49-F238E27FC236}">
                  <a16:creationId xmlns:a16="http://schemas.microsoft.com/office/drawing/2014/main" id="{0BCBBFE6-3E11-499D-BED2-9A6907F7A3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9313275" y="3993891"/>
              <a:ext cx="822308" cy="867633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0" name="Line 48">
              <a:extLst>
                <a:ext uri="{FF2B5EF4-FFF2-40B4-BE49-F238E27FC236}">
                  <a16:creationId xmlns:a16="http://schemas.microsoft.com/office/drawing/2014/main" id="{1F29207F-37EA-488A-9A08-3902CFAFD5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156733" y="4876803"/>
              <a:ext cx="527658" cy="852358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1" name="Line 48">
              <a:extLst>
                <a:ext uri="{FF2B5EF4-FFF2-40B4-BE49-F238E27FC236}">
                  <a16:creationId xmlns:a16="http://schemas.microsoft.com/office/drawing/2014/main" id="{B71BEB18-71A7-4DCF-B68A-76D9DE9110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684391" y="3993684"/>
              <a:ext cx="551018" cy="883068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2" name="Line 48">
              <a:extLst>
                <a:ext uri="{FF2B5EF4-FFF2-40B4-BE49-F238E27FC236}">
                  <a16:creationId xmlns:a16="http://schemas.microsoft.com/office/drawing/2014/main" id="{A2522DE4-C60C-4249-9C21-4309838C0C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8228152" y="3993634"/>
              <a:ext cx="1907431" cy="867824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374DC4F6-E5E6-4DAD-A549-D7CDF3963071}"/>
                </a:ext>
              </a:extLst>
            </p:cNvPr>
            <p:cNvSpPr txBox="1"/>
            <p:nvPr/>
          </p:nvSpPr>
          <p:spPr>
            <a:xfrm>
              <a:off x="5658495" y="4676793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군자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2CA1E6D5-E7A2-483C-BF99-22AA9EB2C02B}"/>
                </a:ext>
              </a:extLst>
            </p:cNvPr>
            <p:cNvSpPr txBox="1"/>
            <p:nvPr/>
          </p:nvSpPr>
          <p:spPr>
            <a:xfrm>
              <a:off x="6815909" y="3604100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천호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6D8822D7-0EFA-41CE-9A6D-173A69E21537}"/>
                </a:ext>
              </a:extLst>
            </p:cNvPr>
            <p:cNvSpPr txBox="1"/>
            <p:nvPr/>
          </p:nvSpPr>
          <p:spPr>
            <a:xfrm>
              <a:off x="9023079" y="5767098"/>
              <a:ext cx="8146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선정릉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AE249AF6-1E4B-4CA2-8F8C-1E6D097442C3}"/>
                </a:ext>
              </a:extLst>
            </p:cNvPr>
            <p:cNvSpPr txBox="1"/>
            <p:nvPr/>
          </p:nvSpPr>
          <p:spPr>
            <a:xfrm>
              <a:off x="7750812" y="5767098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강남구청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DA3AFCF7-F86F-4508-AB84-7EEB1CC07FA3}"/>
                </a:ext>
              </a:extLst>
            </p:cNvPr>
            <p:cNvSpPr txBox="1"/>
            <p:nvPr/>
          </p:nvSpPr>
          <p:spPr>
            <a:xfrm>
              <a:off x="10159843" y="4676793"/>
              <a:ext cx="1234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종합운동장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45EDB7F0-A5BA-40A8-A7D6-E59CAF5B2782}"/>
                </a:ext>
              </a:extLst>
            </p:cNvPr>
            <p:cNvSpPr txBox="1"/>
            <p:nvPr/>
          </p:nvSpPr>
          <p:spPr>
            <a:xfrm>
              <a:off x="9023079" y="3601802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석촌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99A722F5-5CB2-4FDB-A34D-2B5290F829F3}"/>
                </a:ext>
              </a:extLst>
            </p:cNvPr>
            <p:cNvSpPr txBox="1"/>
            <p:nvPr/>
          </p:nvSpPr>
          <p:spPr>
            <a:xfrm>
              <a:off x="7959697" y="3601802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>
                  <a:latin typeface="+mj-ea"/>
                  <a:ea typeface="+mj-ea"/>
                </a:rPr>
                <a:t>잠실</a:t>
              </a:r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1BE3B693-9337-47CA-97CB-FAF391085E25}"/>
                </a:ext>
              </a:extLst>
            </p:cNvPr>
            <p:cNvSpPr txBox="1"/>
            <p:nvPr/>
          </p:nvSpPr>
          <p:spPr>
            <a:xfrm>
              <a:off x="7142015" y="4530086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강변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8742CB98-FCA5-4BF9-B936-4E9D4DD1FBA3}"/>
                </a:ext>
              </a:extLst>
            </p:cNvPr>
            <p:cNvSpPr txBox="1"/>
            <p:nvPr/>
          </p:nvSpPr>
          <p:spPr>
            <a:xfrm>
              <a:off x="6602359" y="5767098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건대입구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11F2DE72-E6EE-4567-8C09-735A6E032745}"/>
                </a:ext>
              </a:extLst>
            </p:cNvPr>
            <p:cNvSpPr txBox="1"/>
            <p:nvPr/>
          </p:nvSpPr>
          <p:spPr>
            <a:xfrm>
              <a:off x="5606397" y="4427629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800080"/>
                  </a:highlight>
                  <a:latin typeface="+mj-ea"/>
                  <a:ea typeface="+mj-ea"/>
                </a:rPr>
                <a:t>출발역</a:t>
              </a:r>
              <a:endParaRPr lang="ko-KR" altLang="en-US" sz="1500" dirty="0">
                <a:solidFill>
                  <a:schemeClr val="bg1"/>
                </a:solidFill>
                <a:highlight>
                  <a:srgbClr val="800080"/>
                </a:highlight>
                <a:latin typeface="+mj-ea"/>
                <a:ea typeface="+mj-ea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9F6F9C63-B6FB-44DE-BBCC-0A2E67C44A42}"/>
                </a:ext>
              </a:extLst>
            </p:cNvPr>
            <p:cNvSpPr txBox="1"/>
            <p:nvPr/>
          </p:nvSpPr>
          <p:spPr>
            <a:xfrm>
              <a:off x="10422735" y="4427628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000080"/>
                  </a:highlight>
                  <a:latin typeface="+mj-ea"/>
                  <a:ea typeface="+mj-ea"/>
                </a:rPr>
                <a:t>도착역</a:t>
              </a:r>
              <a:endParaRPr lang="ko-KR" altLang="en-US" sz="1500" dirty="0">
                <a:solidFill>
                  <a:schemeClr val="bg1"/>
                </a:solidFill>
                <a:highlight>
                  <a:srgbClr val="000080"/>
                </a:highlight>
                <a:latin typeface="+mj-ea"/>
                <a:ea typeface="+mj-ea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65010A2-208A-45B3-B065-95EFF5F929DD}"/>
                </a:ext>
              </a:extLst>
            </p:cNvPr>
            <p:cNvSpPr txBox="1"/>
            <p:nvPr/>
          </p:nvSpPr>
          <p:spPr>
            <a:xfrm>
              <a:off x="6352321" y="4134038"/>
              <a:ext cx="4635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7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6B9F534B-B1EA-4A0E-B5AD-9EAF4198D2FF}"/>
                </a:ext>
              </a:extLst>
            </p:cNvPr>
            <p:cNvSpPr txBox="1"/>
            <p:nvPr/>
          </p:nvSpPr>
          <p:spPr>
            <a:xfrm>
              <a:off x="8763097" y="440285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40FC06F8-E4C9-433C-9958-92861E40EF12}"/>
                </a:ext>
              </a:extLst>
            </p:cNvPr>
            <p:cNvSpPr txBox="1"/>
            <p:nvPr/>
          </p:nvSpPr>
          <p:spPr>
            <a:xfrm>
              <a:off x="7491594" y="427365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5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6F1AA7AA-6F69-441A-A947-38DA0E86EC65}"/>
                </a:ext>
              </a:extLst>
            </p:cNvPr>
            <p:cNvSpPr txBox="1"/>
            <p:nvPr/>
          </p:nvSpPr>
          <p:spPr>
            <a:xfrm>
              <a:off x="7017497" y="503132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3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838C306-E32A-4AD9-ABF7-6BE70A2D6BE5}"/>
                </a:ext>
              </a:extLst>
            </p:cNvPr>
            <p:cNvSpPr txBox="1"/>
            <p:nvPr/>
          </p:nvSpPr>
          <p:spPr>
            <a:xfrm>
              <a:off x="9678406" y="414673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6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DA3644DE-09FA-43C8-A3C4-C0AB9352905E}"/>
                </a:ext>
              </a:extLst>
            </p:cNvPr>
            <p:cNvSpPr txBox="1"/>
            <p:nvPr/>
          </p:nvSpPr>
          <p:spPr>
            <a:xfrm>
              <a:off x="8545551" y="3703785"/>
              <a:ext cx="457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C77F23AD-4653-46E4-A394-C9CA0612C5B5}"/>
                </a:ext>
              </a:extLst>
            </p:cNvPr>
            <p:cNvSpPr txBox="1"/>
            <p:nvPr/>
          </p:nvSpPr>
          <p:spPr>
            <a:xfrm>
              <a:off x="7435688" y="3689430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9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509089DF-C8D4-483F-B6AF-7940A5D79E3C}"/>
                </a:ext>
              </a:extLst>
            </p:cNvPr>
            <p:cNvSpPr txBox="1"/>
            <p:nvPr/>
          </p:nvSpPr>
          <p:spPr>
            <a:xfrm>
              <a:off x="6288403" y="522064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6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3E9DCBAE-EB0C-48FB-ABD4-DFBEBF3FD059}"/>
                </a:ext>
              </a:extLst>
            </p:cNvPr>
            <p:cNvSpPr txBox="1"/>
            <p:nvPr/>
          </p:nvSpPr>
          <p:spPr>
            <a:xfrm>
              <a:off x="9696602" y="5264159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13C0BF51-6356-4971-9EF1-0095874BEFED}"/>
                </a:ext>
              </a:extLst>
            </p:cNvPr>
            <p:cNvSpPr txBox="1"/>
            <p:nvPr/>
          </p:nvSpPr>
          <p:spPr>
            <a:xfrm>
              <a:off x="8615220" y="539866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5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C01245B7-F996-46B8-8AEB-EF43664B0FB2}"/>
                </a:ext>
              </a:extLst>
            </p:cNvPr>
            <p:cNvSpPr txBox="1"/>
            <p:nvPr/>
          </p:nvSpPr>
          <p:spPr>
            <a:xfrm>
              <a:off x="7531284" y="5321283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7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8E2B30C8-E8E0-4030-8B04-0644CCE77821}"/>
                </a:ext>
              </a:extLst>
            </p:cNvPr>
            <p:cNvSpPr/>
            <p:nvPr/>
          </p:nvSpPr>
          <p:spPr bwMode="auto">
            <a:xfrm>
              <a:off x="6580215" y="4514325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1F6BA5D2-4C20-4411-AFF3-B567F600D376}"/>
                </a:ext>
              </a:extLst>
            </p:cNvPr>
            <p:cNvSpPr/>
            <p:nvPr/>
          </p:nvSpPr>
          <p:spPr bwMode="auto">
            <a:xfrm>
              <a:off x="6876735" y="4209527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DE915A22-C947-48B7-ADED-CEFD239F8B05}"/>
                </a:ext>
              </a:extLst>
            </p:cNvPr>
            <p:cNvSpPr/>
            <p:nvPr/>
          </p:nvSpPr>
          <p:spPr bwMode="auto">
            <a:xfrm>
              <a:off x="7466469" y="3944489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4479BE74-33BE-46B7-B543-78C54AC628CC}"/>
                </a:ext>
              </a:extLst>
            </p:cNvPr>
            <p:cNvSpPr/>
            <p:nvPr/>
          </p:nvSpPr>
          <p:spPr bwMode="auto">
            <a:xfrm>
              <a:off x="7822625" y="3952769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DC9CD047-B1AC-4922-A9E9-1E2B74A2ED52}"/>
                </a:ext>
              </a:extLst>
            </p:cNvPr>
            <p:cNvSpPr/>
            <p:nvPr/>
          </p:nvSpPr>
          <p:spPr bwMode="auto">
            <a:xfrm>
              <a:off x="9510632" y="4194626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0" name="타원 209">
              <a:extLst>
                <a:ext uri="{FF2B5EF4-FFF2-40B4-BE49-F238E27FC236}">
                  <a16:creationId xmlns:a16="http://schemas.microsoft.com/office/drawing/2014/main" id="{84826A17-EC8E-4699-898F-0B3D43C08B25}"/>
                </a:ext>
              </a:extLst>
            </p:cNvPr>
            <p:cNvSpPr/>
            <p:nvPr/>
          </p:nvSpPr>
          <p:spPr bwMode="auto">
            <a:xfrm>
              <a:off x="9772365" y="446629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1" name="타원 210">
              <a:extLst>
                <a:ext uri="{FF2B5EF4-FFF2-40B4-BE49-F238E27FC236}">
                  <a16:creationId xmlns:a16="http://schemas.microsoft.com/office/drawing/2014/main" id="{B4F093A9-D0EE-41BB-BB8A-E82AAB1FC6C1}"/>
                </a:ext>
              </a:extLst>
            </p:cNvPr>
            <p:cNvSpPr/>
            <p:nvPr/>
          </p:nvSpPr>
          <p:spPr bwMode="auto">
            <a:xfrm>
              <a:off x="9099816" y="4365249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2" name="타원 211">
              <a:extLst>
                <a:ext uri="{FF2B5EF4-FFF2-40B4-BE49-F238E27FC236}">
                  <a16:creationId xmlns:a16="http://schemas.microsoft.com/office/drawing/2014/main" id="{36C96F42-9ADA-42ED-B671-D3E0B0747F38}"/>
                </a:ext>
              </a:extLst>
            </p:cNvPr>
            <p:cNvSpPr/>
            <p:nvPr/>
          </p:nvSpPr>
          <p:spPr bwMode="auto">
            <a:xfrm>
              <a:off x="9888315" y="5059340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2869BF25-E10F-40DD-93B9-4D5AB65683AC}"/>
                </a:ext>
              </a:extLst>
            </p:cNvPr>
            <p:cNvSpPr/>
            <p:nvPr/>
          </p:nvSpPr>
          <p:spPr bwMode="auto">
            <a:xfrm>
              <a:off x="9603391" y="535585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4" name="타원 213">
              <a:extLst>
                <a:ext uri="{FF2B5EF4-FFF2-40B4-BE49-F238E27FC236}">
                  <a16:creationId xmlns:a16="http://schemas.microsoft.com/office/drawing/2014/main" id="{E11AAF85-D052-4078-BC00-6928BBBA9C06}"/>
                </a:ext>
              </a:extLst>
            </p:cNvPr>
            <p:cNvSpPr/>
            <p:nvPr/>
          </p:nvSpPr>
          <p:spPr bwMode="auto">
            <a:xfrm>
              <a:off x="7835865" y="5690481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9A94EAEB-DFF4-43E5-808C-8F0DE63ED697}"/>
                </a:ext>
              </a:extLst>
            </p:cNvPr>
            <p:cNvSpPr/>
            <p:nvPr/>
          </p:nvSpPr>
          <p:spPr bwMode="auto">
            <a:xfrm>
              <a:off x="7491304" y="568881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731CE1DB-3D7C-4CA1-B8AA-84AA0DAC2132}"/>
                </a:ext>
              </a:extLst>
            </p:cNvPr>
            <p:cNvSpPr/>
            <p:nvPr/>
          </p:nvSpPr>
          <p:spPr bwMode="auto">
            <a:xfrm>
              <a:off x="6676298" y="5226654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1AB640A4-5E49-41D5-BE33-6F5C891A2290}"/>
                </a:ext>
              </a:extLst>
            </p:cNvPr>
            <p:cNvSpPr/>
            <p:nvPr/>
          </p:nvSpPr>
          <p:spPr bwMode="auto">
            <a:xfrm>
              <a:off x="7918685" y="4381822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8" name="타원 217">
              <a:extLst>
                <a:ext uri="{FF2B5EF4-FFF2-40B4-BE49-F238E27FC236}">
                  <a16:creationId xmlns:a16="http://schemas.microsoft.com/office/drawing/2014/main" id="{9C573F54-0B22-4B49-9F98-8BE44C85EDC6}"/>
                </a:ext>
              </a:extLst>
            </p:cNvPr>
            <p:cNvSpPr/>
            <p:nvPr/>
          </p:nvSpPr>
          <p:spPr bwMode="auto">
            <a:xfrm>
              <a:off x="7381968" y="524156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A9F976A-C3B1-4F10-A480-F35D0ADF37EC}"/>
                </a:ext>
              </a:extLst>
            </p:cNvPr>
            <p:cNvSpPr txBox="1"/>
            <p:nvPr/>
          </p:nvSpPr>
          <p:spPr>
            <a:xfrm>
              <a:off x="7678963" y="3999702"/>
              <a:ext cx="370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몽촌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토성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A36995DE-50C0-4824-B133-240208C4A35A}"/>
                </a:ext>
              </a:extLst>
            </p:cNvPr>
            <p:cNvSpPr txBox="1"/>
            <p:nvPr/>
          </p:nvSpPr>
          <p:spPr>
            <a:xfrm>
              <a:off x="7316371" y="4000208"/>
              <a:ext cx="370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강동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구청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90D4ECE6-2E45-4251-8F39-35D03DE250DF}"/>
                </a:ext>
              </a:extLst>
            </p:cNvPr>
            <p:cNvSpPr txBox="1"/>
            <p:nvPr/>
          </p:nvSpPr>
          <p:spPr>
            <a:xfrm>
              <a:off x="6880514" y="4182782"/>
              <a:ext cx="4635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광나루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38C829D1-27C5-4DF8-A23C-E56197F26EB6}"/>
                </a:ext>
              </a:extLst>
            </p:cNvPr>
            <p:cNvSpPr txBox="1"/>
            <p:nvPr/>
          </p:nvSpPr>
          <p:spPr>
            <a:xfrm>
              <a:off x="6558751" y="4514472"/>
              <a:ext cx="4635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아차산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10DC3F31-26F4-4CD4-BDF0-43E0930EE58A}"/>
                </a:ext>
              </a:extLst>
            </p:cNvPr>
            <p:cNvSpPr txBox="1"/>
            <p:nvPr/>
          </p:nvSpPr>
          <p:spPr>
            <a:xfrm>
              <a:off x="6628594" y="4954437"/>
              <a:ext cx="463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어린이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대공원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B85F5739-231F-4235-B6CC-38629BCE2580}"/>
                </a:ext>
              </a:extLst>
            </p:cNvPr>
            <p:cNvSpPr txBox="1"/>
            <p:nvPr/>
          </p:nvSpPr>
          <p:spPr>
            <a:xfrm>
              <a:off x="9095727" y="4132630"/>
              <a:ext cx="370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잠실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새내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C1F31224-4318-477A-BFC8-BF356A253EF1}"/>
                </a:ext>
              </a:extLst>
            </p:cNvPr>
            <p:cNvSpPr txBox="1"/>
            <p:nvPr/>
          </p:nvSpPr>
          <p:spPr>
            <a:xfrm>
              <a:off x="9140039" y="5233588"/>
              <a:ext cx="55656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삼성중앙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1B9CF7AF-43AC-4AF6-8DF6-BAFC49B4D1B9}"/>
                </a:ext>
              </a:extLst>
            </p:cNvPr>
            <p:cNvSpPr txBox="1"/>
            <p:nvPr/>
          </p:nvSpPr>
          <p:spPr>
            <a:xfrm>
              <a:off x="7312068" y="5396310"/>
              <a:ext cx="463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뚝섬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유원지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E5BF0F24-76BF-4522-9F9C-45C0A0D90FE4}"/>
                </a:ext>
              </a:extLst>
            </p:cNvPr>
            <p:cNvSpPr txBox="1"/>
            <p:nvPr/>
          </p:nvSpPr>
          <p:spPr>
            <a:xfrm>
              <a:off x="9521095" y="4926994"/>
              <a:ext cx="4635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봉은사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9444387C-4F8A-43FE-AF06-91780AF156AB}"/>
                </a:ext>
              </a:extLst>
            </p:cNvPr>
            <p:cNvSpPr txBox="1"/>
            <p:nvPr/>
          </p:nvSpPr>
          <p:spPr>
            <a:xfrm>
              <a:off x="9787115" y="4384683"/>
              <a:ext cx="3706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삼전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89DF299C-361A-4216-8019-509D8D4F1F13}"/>
                </a:ext>
              </a:extLst>
            </p:cNvPr>
            <p:cNvSpPr txBox="1"/>
            <p:nvPr/>
          </p:nvSpPr>
          <p:spPr>
            <a:xfrm>
              <a:off x="9441376" y="4034175"/>
              <a:ext cx="55656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석촌고분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433CA029-BC0F-495D-856B-81B336CE6735}"/>
                </a:ext>
              </a:extLst>
            </p:cNvPr>
            <p:cNvSpPr txBox="1"/>
            <p:nvPr/>
          </p:nvSpPr>
          <p:spPr>
            <a:xfrm>
              <a:off x="7689009" y="5513717"/>
              <a:ext cx="3706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청담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22E6A97A-7517-4004-BC9D-C22C171DF27C}"/>
                </a:ext>
              </a:extLst>
            </p:cNvPr>
            <p:cNvSpPr txBox="1"/>
            <p:nvPr/>
          </p:nvSpPr>
          <p:spPr>
            <a:xfrm>
              <a:off x="7435688" y="5179874"/>
              <a:ext cx="46358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구의</a:t>
              </a: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1F91F02E-F63F-47C0-BD71-9231CE06DDFC}"/>
                </a:ext>
              </a:extLst>
            </p:cNvPr>
            <p:cNvSpPr txBox="1"/>
            <p:nvPr/>
          </p:nvSpPr>
          <p:spPr>
            <a:xfrm>
              <a:off x="7899276" y="4485372"/>
              <a:ext cx="68013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잠실나루</a:t>
              </a:r>
            </a:p>
          </p:txBody>
        </p: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A1E78B87-7002-43F1-A448-DB50808CD05A}"/>
              </a:ext>
            </a:extLst>
          </p:cNvPr>
          <p:cNvGrpSpPr/>
          <p:nvPr/>
        </p:nvGrpSpPr>
        <p:grpSpPr>
          <a:xfrm>
            <a:off x="6303837" y="2012171"/>
            <a:ext cx="1164229" cy="485148"/>
            <a:chOff x="1734620" y="1721485"/>
            <a:chExt cx="916802" cy="358565"/>
          </a:xfrm>
        </p:grpSpPr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6B6EA1F3-601E-47D8-9547-0C71C5739530}"/>
                </a:ext>
              </a:extLst>
            </p:cNvPr>
            <p:cNvSpPr/>
            <p:nvPr/>
          </p:nvSpPr>
          <p:spPr>
            <a:xfrm>
              <a:off x="1748287" y="1721485"/>
              <a:ext cx="881973" cy="358565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5F61DD26-E722-4706-8E8C-B30020E8BE49}"/>
                </a:ext>
              </a:extLst>
            </p:cNvPr>
            <p:cNvSpPr txBox="1"/>
            <p:nvPr/>
          </p:nvSpPr>
          <p:spPr>
            <a:xfrm>
              <a:off x="1734620" y="1729070"/>
              <a:ext cx="916802" cy="341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Case 2</a:t>
              </a:r>
              <a:endParaRPr lang="ko-KR" altLang="en-US" sz="24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242" name="TextBox 241">
            <a:extLst>
              <a:ext uri="{FF2B5EF4-FFF2-40B4-BE49-F238E27FC236}">
                <a16:creationId xmlns:a16="http://schemas.microsoft.com/office/drawing/2014/main" id="{83C13711-6AB1-4ACF-954D-B8D22C464C8B}"/>
              </a:ext>
            </a:extLst>
          </p:cNvPr>
          <p:cNvSpPr txBox="1"/>
          <p:nvPr/>
        </p:nvSpPr>
        <p:spPr>
          <a:xfrm>
            <a:off x="3620976" y="44046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먹골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E23E8897-2AC3-4D1E-B668-D0F2F3B216DC}"/>
              </a:ext>
            </a:extLst>
          </p:cNvPr>
          <p:cNvSpPr txBox="1"/>
          <p:nvPr/>
        </p:nvSpPr>
        <p:spPr>
          <a:xfrm>
            <a:off x="3355699" y="4722525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중화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9363FE-F00A-4001-A9EE-EA6995F5EE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4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7616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</a:t>
            </a:r>
            <a:endParaRPr lang="ko-KR" altLang="en-US" sz="20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3D788F3-F9B1-4946-A355-2CF5CABE6792}"/>
              </a:ext>
            </a:extLst>
          </p:cNvPr>
          <p:cNvGrpSpPr/>
          <p:nvPr/>
        </p:nvGrpSpPr>
        <p:grpSpPr>
          <a:xfrm>
            <a:off x="70677" y="2047199"/>
            <a:ext cx="5692853" cy="3368081"/>
            <a:chOff x="608315" y="1386752"/>
            <a:chExt cx="4419117" cy="2614498"/>
          </a:xfrm>
        </p:grpSpPr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83B7A166-E708-4944-B076-20A090095C97}"/>
                </a:ext>
              </a:extLst>
            </p:cNvPr>
            <p:cNvGrpSpPr/>
            <p:nvPr/>
          </p:nvGrpSpPr>
          <p:grpSpPr>
            <a:xfrm>
              <a:off x="686603" y="1386752"/>
              <a:ext cx="4236718" cy="2277146"/>
              <a:chOff x="1399132" y="2695092"/>
              <a:chExt cx="5417077" cy="2911565"/>
            </a:xfrm>
          </p:grpSpPr>
          <p:grpSp>
            <p:nvGrpSpPr>
              <p:cNvPr id="151" name="그룹 150">
                <a:extLst>
                  <a:ext uri="{FF2B5EF4-FFF2-40B4-BE49-F238E27FC236}">
                    <a16:creationId xmlns:a16="http://schemas.microsoft.com/office/drawing/2014/main" id="{9760E1CD-2F1D-4491-BA29-D1FE2C61A2D0}"/>
                  </a:ext>
                </a:extLst>
              </p:cNvPr>
              <p:cNvGrpSpPr/>
              <p:nvPr/>
            </p:nvGrpSpPr>
            <p:grpSpPr>
              <a:xfrm>
                <a:off x="1849118" y="3429000"/>
                <a:ext cx="4276705" cy="1820217"/>
                <a:chOff x="1849118" y="4003034"/>
                <a:chExt cx="4276705" cy="1244076"/>
              </a:xfrm>
            </p:grpSpPr>
            <p:sp>
              <p:nvSpPr>
                <p:cNvPr id="175" name="Line 48">
                  <a:extLst>
                    <a:ext uri="{FF2B5EF4-FFF2-40B4-BE49-F238E27FC236}">
                      <a16:creationId xmlns:a16="http://schemas.microsoft.com/office/drawing/2014/main" id="{03D574BD-0290-40F4-B4F6-BE2B82C862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849119" y="4003040"/>
                  <a:ext cx="568305" cy="61976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76" name="Line 48">
                  <a:extLst>
                    <a:ext uri="{FF2B5EF4-FFF2-40B4-BE49-F238E27FC236}">
                      <a16:creationId xmlns:a16="http://schemas.microsoft.com/office/drawing/2014/main" id="{36271D4C-4B81-4EED-BBB6-54FD159A1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V="1">
                  <a:off x="2985729" y="4613695"/>
                  <a:ext cx="661054" cy="628865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7" name="Line 48">
                  <a:extLst>
                    <a:ext uri="{FF2B5EF4-FFF2-40B4-BE49-F238E27FC236}">
                      <a16:creationId xmlns:a16="http://schemas.microsoft.com/office/drawing/2014/main" id="{9DF30372-3D44-42A7-B242-90EC0A69C8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1849118" y="4003038"/>
                  <a:ext cx="1229365" cy="1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8" name="Line 48">
                  <a:extLst>
                    <a:ext uri="{FF2B5EF4-FFF2-40B4-BE49-F238E27FC236}">
                      <a16:creationId xmlns:a16="http://schemas.microsoft.com/office/drawing/2014/main" id="{BB9AB1D8-1876-4CE7-8520-4F0B55BA54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417421" y="4622799"/>
                  <a:ext cx="1229364" cy="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9" name="Line 48">
                  <a:extLst>
                    <a:ext uri="{FF2B5EF4-FFF2-40B4-BE49-F238E27FC236}">
                      <a16:creationId xmlns:a16="http://schemas.microsoft.com/office/drawing/2014/main" id="{0D74060C-96F5-4D9B-A9CF-6692E08AEB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3646785" y="4622799"/>
                  <a:ext cx="1229364" cy="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80" name="Line 48">
                  <a:extLst>
                    <a:ext uri="{FF2B5EF4-FFF2-40B4-BE49-F238E27FC236}">
                      <a16:creationId xmlns:a16="http://schemas.microsoft.com/office/drawing/2014/main" id="{77714945-EDDC-4660-ACDF-14CC229433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078481" y="4003036"/>
                  <a:ext cx="1229365" cy="1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81" name="Line 48">
                  <a:extLst>
                    <a:ext uri="{FF2B5EF4-FFF2-40B4-BE49-F238E27FC236}">
                      <a16:creationId xmlns:a16="http://schemas.microsoft.com/office/drawing/2014/main" id="{7B713A61-A8DA-40D2-BBDE-DED2FC757B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4876149" y="4622799"/>
                  <a:ext cx="1229364" cy="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82" name="Line 48">
                  <a:extLst>
                    <a:ext uri="{FF2B5EF4-FFF2-40B4-BE49-F238E27FC236}">
                      <a16:creationId xmlns:a16="http://schemas.microsoft.com/office/drawing/2014/main" id="{7EE89F97-BD5F-47C5-8DE5-FD0AD39172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995885" y="5242560"/>
                  <a:ext cx="1229364" cy="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83" name="Line 48">
                  <a:extLst>
                    <a:ext uri="{FF2B5EF4-FFF2-40B4-BE49-F238E27FC236}">
                      <a16:creationId xmlns:a16="http://schemas.microsoft.com/office/drawing/2014/main" id="{18C62817-6C9E-40B6-A6AC-E87EBED45C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4235404" y="5242559"/>
                  <a:ext cx="1229364" cy="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84" name="Line 48">
                  <a:extLst>
                    <a:ext uri="{FF2B5EF4-FFF2-40B4-BE49-F238E27FC236}">
                      <a16:creationId xmlns:a16="http://schemas.microsoft.com/office/drawing/2014/main" id="{764E5061-E89C-49B1-97B9-9979FE03D0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5490831" y="4622799"/>
                  <a:ext cx="634992" cy="61976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85" name="Line 48">
                  <a:extLst>
                    <a:ext uri="{FF2B5EF4-FFF2-40B4-BE49-F238E27FC236}">
                      <a16:creationId xmlns:a16="http://schemas.microsoft.com/office/drawing/2014/main" id="{949BE222-9D33-4E68-AF14-98E372B19E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4307844" y="4003034"/>
                  <a:ext cx="568303" cy="61967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06" name="Line 48">
                  <a:extLst>
                    <a:ext uri="{FF2B5EF4-FFF2-40B4-BE49-F238E27FC236}">
                      <a16:creationId xmlns:a16="http://schemas.microsoft.com/office/drawing/2014/main" id="{4A68532C-00ED-4E7E-8C91-7940F5C5EF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V="1">
                  <a:off x="4222390" y="4618245"/>
                  <a:ext cx="661054" cy="628865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E0AC51E7-712B-4F47-8764-8927BC2C83DC}"/>
                  </a:ext>
                </a:extLst>
              </p:cNvPr>
              <p:cNvSpPr txBox="1"/>
              <p:nvPr/>
            </p:nvSpPr>
            <p:spPr>
              <a:xfrm>
                <a:off x="3447053" y="4349253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 err="1">
                    <a:latin typeface="+mj-ea"/>
                    <a:ea typeface="+mj-ea"/>
                  </a:rPr>
                  <a:t>석계</a:t>
                </a:r>
                <a:endParaRPr lang="ko-KR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4E89B3CA-E35C-4E2E-980E-65B9D7BF809B}"/>
                  </a:ext>
                </a:extLst>
              </p:cNvPr>
              <p:cNvSpPr txBox="1"/>
              <p:nvPr/>
            </p:nvSpPr>
            <p:spPr>
              <a:xfrm>
                <a:off x="4362055" y="4338094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태릉입구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9503E33D-C5C2-4BEB-ADC0-189C3EE143E6}"/>
                  </a:ext>
                </a:extLst>
              </p:cNvPr>
              <p:cNvSpPr txBox="1"/>
              <p:nvPr/>
            </p:nvSpPr>
            <p:spPr>
              <a:xfrm>
                <a:off x="5203673" y="5218866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망우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21787A1F-FD2A-4C97-9FC4-63393E35502D}"/>
                  </a:ext>
                </a:extLst>
              </p:cNvPr>
              <p:cNvSpPr txBox="1"/>
              <p:nvPr/>
            </p:nvSpPr>
            <p:spPr>
              <a:xfrm>
                <a:off x="3840769" y="5231168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상봉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A0FA139-BD95-4D80-9852-98E8181CB9EC}"/>
                  </a:ext>
                </a:extLst>
              </p:cNvPr>
              <p:cNvSpPr txBox="1"/>
              <p:nvPr/>
            </p:nvSpPr>
            <p:spPr>
              <a:xfrm>
                <a:off x="2570098" y="5237325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회기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ADED245C-8403-4B61-8D73-5A35A1E50B83}"/>
                  </a:ext>
                </a:extLst>
              </p:cNvPr>
              <p:cNvSpPr txBox="1"/>
              <p:nvPr/>
            </p:nvSpPr>
            <p:spPr>
              <a:xfrm>
                <a:off x="1426478" y="4150978"/>
                <a:ext cx="8146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광운대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894D1F04-B597-48FD-B590-F50BA5C0C088}"/>
                  </a:ext>
                </a:extLst>
              </p:cNvPr>
              <p:cNvSpPr txBox="1"/>
              <p:nvPr/>
            </p:nvSpPr>
            <p:spPr>
              <a:xfrm>
                <a:off x="3993206" y="3014799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하계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FE72BE2E-CC30-4378-AD8C-7A5B2BB5777E}"/>
                  </a:ext>
                </a:extLst>
              </p:cNvPr>
              <p:cNvSpPr txBox="1"/>
              <p:nvPr/>
            </p:nvSpPr>
            <p:spPr>
              <a:xfrm>
                <a:off x="2699005" y="2984852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노원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5C9F351A-DB85-48F7-8896-A582BCCA3F8D}"/>
                  </a:ext>
                </a:extLst>
              </p:cNvPr>
              <p:cNvSpPr txBox="1"/>
              <p:nvPr/>
            </p:nvSpPr>
            <p:spPr>
              <a:xfrm>
                <a:off x="1451680" y="2984849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창동</a:t>
                </a: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BDBA3EB-11E4-41D8-AA04-6122B9209D6A}"/>
                  </a:ext>
                </a:extLst>
              </p:cNvPr>
              <p:cNvSpPr txBox="1"/>
              <p:nvPr/>
            </p:nvSpPr>
            <p:spPr>
              <a:xfrm>
                <a:off x="6178359" y="4124504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신내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D665B01E-D7A0-4C63-83D2-679A9D62F1C7}"/>
                  </a:ext>
                </a:extLst>
              </p:cNvPr>
              <p:cNvSpPr txBox="1"/>
              <p:nvPr/>
            </p:nvSpPr>
            <p:spPr>
              <a:xfrm>
                <a:off x="3984858" y="4044900"/>
                <a:ext cx="453758" cy="305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4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1A115DC8-8716-4837-B96C-0F2B23F2D2EF}"/>
                  </a:ext>
                </a:extLst>
              </p:cNvPr>
              <p:cNvSpPr txBox="1"/>
              <p:nvPr/>
            </p:nvSpPr>
            <p:spPr>
              <a:xfrm>
                <a:off x="2776669" y="4021347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2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CD363217-C80E-40C9-B633-83AA5D0F85AF}"/>
                  </a:ext>
                </a:extLst>
              </p:cNvPr>
              <p:cNvSpPr txBox="1"/>
              <p:nvPr/>
            </p:nvSpPr>
            <p:spPr>
              <a:xfrm>
                <a:off x="5225819" y="4034073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9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88ADB543-2B2B-4011-9697-D8658E9BD76B}"/>
                  </a:ext>
                </a:extLst>
              </p:cNvPr>
              <p:cNvSpPr txBox="1"/>
              <p:nvPr/>
            </p:nvSpPr>
            <p:spPr>
              <a:xfrm>
                <a:off x="4516743" y="3611312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4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20DC30DB-FB50-4279-88ED-0B0ACB880861}"/>
                  </a:ext>
                </a:extLst>
              </p:cNvPr>
              <p:cNvSpPr txBox="1"/>
              <p:nvPr/>
            </p:nvSpPr>
            <p:spPr>
              <a:xfrm>
                <a:off x="3496878" y="3134710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3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D73621F2-050F-4161-80D0-B9BF3574733E}"/>
                  </a:ext>
                </a:extLst>
              </p:cNvPr>
              <p:cNvSpPr txBox="1"/>
              <p:nvPr/>
            </p:nvSpPr>
            <p:spPr>
              <a:xfrm>
                <a:off x="2110683" y="3683861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7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92931F67-8CA0-4A7B-8DFA-664A705F68B0}"/>
                  </a:ext>
                </a:extLst>
              </p:cNvPr>
              <p:cNvSpPr txBox="1"/>
              <p:nvPr/>
            </p:nvSpPr>
            <p:spPr>
              <a:xfrm>
                <a:off x="2186598" y="3145430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8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48FAD1D5-88E2-4C89-B859-C0964FEC3BDE}"/>
                  </a:ext>
                </a:extLst>
              </p:cNvPr>
              <p:cNvSpPr txBox="1"/>
              <p:nvPr/>
            </p:nvSpPr>
            <p:spPr>
              <a:xfrm>
                <a:off x="5752473" y="4707552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2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2EDD6CAA-6EC0-4A86-A8E0-7CF4D546BF8B}"/>
                  </a:ext>
                </a:extLst>
              </p:cNvPr>
              <p:cNvSpPr txBox="1"/>
              <p:nvPr/>
            </p:nvSpPr>
            <p:spPr>
              <a:xfrm>
                <a:off x="3336955" y="5195856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2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C7279152-DF77-40B9-A38C-D7F695DD1D91}"/>
                  </a:ext>
                </a:extLst>
              </p:cNvPr>
              <p:cNvSpPr txBox="1"/>
              <p:nvPr/>
            </p:nvSpPr>
            <p:spPr>
              <a:xfrm>
                <a:off x="4627858" y="5193192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2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1B221C1B-0425-434B-A89E-00445CF779DD}"/>
                  </a:ext>
                </a:extLst>
              </p:cNvPr>
              <p:cNvSpPr txBox="1"/>
              <p:nvPr/>
            </p:nvSpPr>
            <p:spPr>
              <a:xfrm>
                <a:off x="2795896" y="4537214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8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B77657E5-58AA-4C72-B28D-FE10B9ED840E}"/>
                  </a:ext>
                </a:extLst>
              </p:cNvPr>
              <p:cNvSpPr txBox="1"/>
              <p:nvPr/>
            </p:nvSpPr>
            <p:spPr>
              <a:xfrm>
                <a:off x="1399132" y="2695092"/>
                <a:ext cx="708848" cy="323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500" dirty="0" err="1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rPr>
                  <a:t>출발역</a:t>
                </a:r>
                <a:endParaRPr lang="ko-KR" altLang="en-US" sz="1500" dirty="0">
                  <a:solidFill>
                    <a:schemeClr val="bg1"/>
                  </a:solidFill>
                  <a:highlight>
                    <a:srgbClr val="800080"/>
                  </a:highlight>
                  <a:latin typeface="+mj-ea"/>
                  <a:ea typeface="+mj-ea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204CC282-61D2-4484-A0B0-A7E936463BB7}"/>
                  </a:ext>
                </a:extLst>
              </p:cNvPr>
              <p:cNvSpPr txBox="1"/>
              <p:nvPr/>
            </p:nvSpPr>
            <p:spPr>
              <a:xfrm>
                <a:off x="6107361" y="3835721"/>
                <a:ext cx="708848" cy="323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500" dirty="0" err="1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rPr>
                  <a:t>도착역</a:t>
                </a:r>
                <a:endParaRPr lang="ko-KR" altLang="en-US" sz="1500" dirty="0">
                  <a:solidFill>
                    <a:schemeClr val="bg1"/>
                  </a:solidFill>
                  <a:highlight>
                    <a:srgbClr val="000080"/>
                  </a:highlight>
                  <a:latin typeface="+mj-ea"/>
                  <a:ea typeface="+mj-ea"/>
                </a:endParaRPr>
              </a:p>
            </p:txBody>
          </p:sp>
          <p:sp>
            <p:nvSpPr>
              <p:cNvPr id="955" name="TextBox 954">
                <a:extLst>
                  <a:ext uri="{FF2B5EF4-FFF2-40B4-BE49-F238E27FC236}">
                    <a16:creationId xmlns:a16="http://schemas.microsoft.com/office/drawing/2014/main" id="{6798BB29-6BB0-4BE7-A93F-263969DA9707}"/>
                  </a:ext>
                </a:extLst>
              </p:cNvPr>
              <p:cNvSpPr txBox="1"/>
              <p:nvPr/>
            </p:nvSpPr>
            <p:spPr>
              <a:xfrm>
                <a:off x="4111143" y="4635280"/>
                <a:ext cx="453758" cy="305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8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</p:grpSp>
        <p:sp>
          <p:nvSpPr>
            <p:cNvPr id="511" name="Text Box 58">
              <a:extLst>
                <a:ext uri="{FF2B5EF4-FFF2-40B4-BE49-F238E27FC236}">
                  <a16:creationId xmlns:a16="http://schemas.microsoft.com/office/drawing/2014/main" id="{5DDCF455-9DD2-497B-8FE5-C2A8E05CC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4814" y="1424514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512" name="Text Box 58">
              <a:extLst>
                <a:ext uri="{FF2B5EF4-FFF2-40B4-BE49-F238E27FC236}">
                  <a16:creationId xmlns:a16="http://schemas.microsoft.com/office/drawing/2014/main" id="{2FF68A7D-AE77-4769-922C-7C01C33E9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9569" y="1429812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513" name="Text Box 58">
              <a:extLst>
                <a:ext uri="{FF2B5EF4-FFF2-40B4-BE49-F238E27FC236}">
                  <a16:creationId xmlns:a16="http://schemas.microsoft.com/office/drawing/2014/main" id="{83DF111F-43A9-409D-8332-45FC96C95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9518" y="2321544"/>
              <a:ext cx="533400" cy="358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514" name="Text Box 58">
              <a:extLst>
                <a:ext uri="{FF2B5EF4-FFF2-40B4-BE49-F238E27FC236}">
                  <a16:creationId xmlns:a16="http://schemas.microsoft.com/office/drawing/2014/main" id="{C0A0CBE4-6AF4-4A54-9BAE-AB1669DE1A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3126" y="2842744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515" name="Text Box 58">
              <a:extLst>
                <a:ext uri="{FF2B5EF4-FFF2-40B4-BE49-F238E27FC236}">
                  <a16:creationId xmlns:a16="http://schemas.microsoft.com/office/drawing/2014/main" id="{0976B024-F181-4BE3-B807-2FD0DE59C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2275" y="2833057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516" name="Text Box 58">
              <a:extLst>
                <a:ext uri="{FF2B5EF4-FFF2-40B4-BE49-F238E27FC236}">
                  <a16:creationId xmlns:a16="http://schemas.microsoft.com/office/drawing/2014/main" id="{DD8CA92A-1FC7-4D0D-AD54-BEDDE44D9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4032" y="2041498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517" name="Text Box 58">
              <a:extLst>
                <a:ext uri="{FF2B5EF4-FFF2-40B4-BE49-F238E27FC236}">
                  <a16:creationId xmlns:a16="http://schemas.microsoft.com/office/drawing/2014/main" id="{6AC8B920-BF8A-4DD0-8AAA-FB898062C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3578" y="3523812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518" name="Text Box 58">
              <a:extLst>
                <a:ext uri="{FF2B5EF4-FFF2-40B4-BE49-F238E27FC236}">
                  <a16:creationId xmlns:a16="http://schemas.microsoft.com/office/drawing/2014/main" id="{2C015F26-D919-4B5D-8460-9A7E4BE2CA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5439" y="3544050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519" name="Text Box 58">
              <a:extLst>
                <a:ext uri="{FF2B5EF4-FFF2-40B4-BE49-F238E27FC236}">
                  <a16:creationId xmlns:a16="http://schemas.microsoft.com/office/drawing/2014/main" id="{615DE27C-7BF6-4F19-825B-0CAEE30D3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8944" y="3538016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520" name="Text Box 58">
              <a:extLst>
                <a:ext uri="{FF2B5EF4-FFF2-40B4-BE49-F238E27FC236}">
                  <a16:creationId xmlns:a16="http://schemas.microsoft.com/office/drawing/2014/main" id="{47B68E2B-6059-43E3-B14A-633C5D061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315" y="1639501"/>
              <a:ext cx="53340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0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855" name="그룹 854">
            <a:extLst>
              <a:ext uri="{FF2B5EF4-FFF2-40B4-BE49-F238E27FC236}">
                <a16:creationId xmlns:a16="http://schemas.microsoft.com/office/drawing/2014/main" id="{71DEED37-32D6-4E7D-A906-3F03BFA8ABB6}"/>
              </a:ext>
            </a:extLst>
          </p:cNvPr>
          <p:cNvGrpSpPr/>
          <p:nvPr/>
        </p:nvGrpSpPr>
        <p:grpSpPr>
          <a:xfrm>
            <a:off x="6345356" y="2047199"/>
            <a:ext cx="5692850" cy="3368081"/>
            <a:chOff x="608317" y="1386752"/>
            <a:chExt cx="4419115" cy="2614498"/>
          </a:xfrm>
        </p:grpSpPr>
        <p:grpSp>
          <p:nvGrpSpPr>
            <p:cNvPr id="856" name="그룹 855">
              <a:extLst>
                <a:ext uri="{FF2B5EF4-FFF2-40B4-BE49-F238E27FC236}">
                  <a16:creationId xmlns:a16="http://schemas.microsoft.com/office/drawing/2014/main" id="{223E1B4B-C338-4E34-B02A-7F92FFE881B7}"/>
                </a:ext>
              </a:extLst>
            </p:cNvPr>
            <p:cNvGrpSpPr/>
            <p:nvPr/>
          </p:nvGrpSpPr>
          <p:grpSpPr>
            <a:xfrm>
              <a:off x="686603" y="1386752"/>
              <a:ext cx="4236718" cy="2277146"/>
              <a:chOff x="1399132" y="2695092"/>
              <a:chExt cx="5417077" cy="2911565"/>
            </a:xfrm>
          </p:grpSpPr>
          <p:grpSp>
            <p:nvGrpSpPr>
              <p:cNvPr id="867" name="그룹 866">
                <a:extLst>
                  <a:ext uri="{FF2B5EF4-FFF2-40B4-BE49-F238E27FC236}">
                    <a16:creationId xmlns:a16="http://schemas.microsoft.com/office/drawing/2014/main" id="{82C0ED9C-F58B-49FF-B9FD-6A28B1C946DA}"/>
                  </a:ext>
                </a:extLst>
              </p:cNvPr>
              <p:cNvGrpSpPr/>
              <p:nvPr/>
            </p:nvGrpSpPr>
            <p:grpSpPr>
              <a:xfrm>
                <a:off x="1849118" y="3429000"/>
                <a:ext cx="4276705" cy="1813560"/>
                <a:chOff x="1849118" y="4003034"/>
                <a:chExt cx="4276705" cy="1239526"/>
              </a:xfrm>
            </p:grpSpPr>
            <p:sp>
              <p:nvSpPr>
                <p:cNvPr id="891" name="Line 48">
                  <a:extLst>
                    <a:ext uri="{FF2B5EF4-FFF2-40B4-BE49-F238E27FC236}">
                      <a16:creationId xmlns:a16="http://schemas.microsoft.com/office/drawing/2014/main" id="{D0AD1350-3516-4938-B5B7-D2BCF42A12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849119" y="4003040"/>
                  <a:ext cx="568305" cy="61976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prstDash val="sysDash"/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892" name="Line 48">
                  <a:extLst>
                    <a:ext uri="{FF2B5EF4-FFF2-40B4-BE49-F238E27FC236}">
                      <a16:creationId xmlns:a16="http://schemas.microsoft.com/office/drawing/2014/main" id="{346B3C0D-F1B3-424F-B34F-2041863C40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V="1">
                  <a:off x="2985729" y="4613695"/>
                  <a:ext cx="661054" cy="628865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893" name="Line 48">
                  <a:extLst>
                    <a:ext uri="{FF2B5EF4-FFF2-40B4-BE49-F238E27FC236}">
                      <a16:creationId xmlns:a16="http://schemas.microsoft.com/office/drawing/2014/main" id="{4252EBA5-09F5-416A-B9A9-A3BCFD82D7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1849118" y="4003038"/>
                  <a:ext cx="1229365" cy="1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prstDash val="sysDash"/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94" name="Line 48">
                  <a:extLst>
                    <a:ext uri="{FF2B5EF4-FFF2-40B4-BE49-F238E27FC236}">
                      <a16:creationId xmlns:a16="http://schemas.microsoft.com/office/drawing/2014/main" id="{A010F855-D1EB-4A97-B7F9-4A9F0B3D63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417421" y="4622799"/>
                  <a:ext cx="1229364" cy="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95" name="Line 48">
                  <a:extLst>
                    <a:ext uri="{FF2B5EF4-FFF2-40B4-BE49-F238E27FC236}">
                      <a16:creationId xmlns:a16="http://schemas.microsoft.com/office/drawing/2014/main" id="{1AC76FCB-7D80-46E4-814F-FD894FA495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3646785" y="4622799"/>
                  <a:ext cx="1229364" cy="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96" name="Line 48">
                  <a:extLst>
                    <a:ext uri="{FF2B5EF4-FFF2-40B4-BE49-F238E27FC236}">
                      <a16:creationId xmlns:a16="http://schemas.microsoft.com/office/drawing/2014/main" id="{3BF49B62-DC87-4C51-A053-9CE7B66BDF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078481" y="4003036"/>
                  <a:ext cx="1229365" cy="1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97" name="Line 48">
                  <a:extLst>
                    <a:ext uri="{FF2B5EF4-FFF2-40B4-BE49-F238E27FC236}">
                      <a16:creationId xmlns:a16="http://schemas.microsoft.com/office/drawing/2014/main" id="{6C39A3DF-F5E1-4C9E-A8AF-7148FAF412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4876149" y="4622799"/>
                  <a:ext cx="1229364" cy="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98" name="Line 48">
                  <a:extLst>
                    <a:ext uri="{FF2B5EF4-FFF2-40B4-BE49-F238E27FC236}">
                      <a16:creationId xmlns:a16="http://schemas.microsoft.com/office/drawing/2014/main" id="{82809201-1417-48D3-AD8E-FA92F191EF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995885" y="5242560"/>
                  <a:ext cx="1229364" cy="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99" name="Line 48">
                  <a:extLst>
                    <a:ext uri="{FF2B5EF4-FFF2-40B4-BE49-F238E27FC236}">
                      <a16:creationId xmlns:a16="http://schemas.microsoft.com/office/drawing/2014/main" id="{4A7FE09B-9EEF-4969-B22F-02ED257357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4235404" y="5242559"/>
                  <a:ext cx="1229364" cy="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00" name="Line 48">
                  <a:extLst>
                    <a:ext uri="{FF2B5EF4-FFF2-40B4-BE49-F238E27FC236}">
                      <a16:creationId xmlns:a16="http://schemas.microsoft.com/office/drawing/2014/main" id="{8E1ACDCD-A257-4F82-9F14-35D5D9D696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5490831" y="4622799"/>
                  <a:ext cx="634992" cy="61976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01" name="Line 48">
                  <a:extLst>
                    <a:ext uri="{FF2B5EF4-FFF2-40B4-BE49-F238E27FC236}">
                      <a16:creationId xmlns:a16="http://schemas.microsoft.com/office/drawing/2014/main" id="{B4D8350A-C5DC-4E00-BF11-94C0F6F4A0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4307844" y="4003034"/>
                  <a:ext cx="568303" cy="619670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954" name="Line 48">
                  <a:extLst>
                    <a:ext uri="{FF2B5EF4-FFF2-40B4-BE49-F238E27FC236}">
                      <a16:creationId xmlns:a16="http://schemas.microsoft.com/office/drawing/2014/main" id="{0C25E24E-176D-4846-AC59-D5A80BA5E8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V="1">
                  <a:off x="4222070" y="4613695"/>
                  <a:ext cx="661054" cy="628865"/>
                </a:xfrm>
                <a:prstGeom prst="line">
                  <a:avLst/>
                </a:prstGeom>
                <a:noFill/>
                <a:ln w="28575">
                  <a:solidFill>
                    <a:schemeClr val="accent5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868" name="TextBox 867">
                <a:extLst>
                  <a:ext uri="{FF2B5EF4-FFF2-40B4-BE49-F238E27FC236}">
                    <a16:creationId xmlns:a16="http://schemas.microsoft.com/office/drawing/2014/main" id="{B029B053-87A1-42A1-BD97-E30F895A79DC}"/>
                  </a:ext>
                </a:extLst>
              </p:cNvPr>
              <p:cNvSpPr txBox="1"/>
              <p:nvPr/>
            </p:nvSpPr>
            <p:spPr>
              <a:xfrm>
                <a:off x="3447053" y="4349253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 err="1">
                    <a:latin typeface="+mj-ea"/>
                    <a:ea typeface="+mj-ea"/>
                  </a:rPr>
                  <a:t>석계</a:t>
                </a:r>
                <a:endParaRPr lang="ko-KR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869" name="TextBox 868">
                <a:extLst>
                  <a:ext uri="{FF2B5EF4-FFF2-40B4-BE49-F238E27FC236}">
                    <a16:creationId xmlns:a16="http://schemas.microsoft.com/office/drawing/2014/main" id="{7A0F2882-C9E1-403E-9AE5-F9EAEC5131E2}"/>
                  </a:ext>
                </a:extLst>
              </p:cNvPr>
              <p:cNvSpPr txBox="1"/>
              <p:nvPr/>
            </p:nvSpPr>
            <p:spPr>
              <a:xfrm>
                <a:off x="4362055" y="4338094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태릉입구</a:t>
                </a:r>
              </a:p>
            </p:txBody>
          </p:sp>
          <p:sp>
            <p:nvSpPr>
              <p:cNvPr id="870" name="TextBox 869">
                <a:extLst>
                  <a:ext uri="{FF2B5EF4-FFF2-40B4-BE49-F238E27FC236}">
                    <a16:creationId xmlns:a16="http://schemas.microsoft.com/office/drawing/2014/main" id="{3FDB2280-D58D-4809-8850-8FAD5CC99AA0}"/>
                  </a:ext>
                </a:extLst>
              </p:cNvPr>
              <p:cNvSpPr txBox="1"/>
              <p:nvPr/>
            </p:nvSpPr>
            <p:spPr>
              <a:xfrm>
                <a:off x="5203673" y="5218866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망우</a:t>
                </a:r>
              </a:p>
            </p:txBody>
          </p:sp>
          <p:sp>
            <p:nvSpPr>
              <p:cNvPr id="871" name="TextBox 870">
                <a:extLst>
                  <a:ext uri="{FF2B5EF4-FFF2-40B4-BE49-F238E27FC236}">
                    <a16:creationId xmlns:a16="http://schemas.microsoft.com/office/drawing/2014/main" id="{2062EC46-D6ED-4169-87F1-8C702A1927DF}"/>
                  </a:ext>
                </a:extLst>
              </p:cNvPr>
              <p:cNvSpPr txBox="1"/>
              <p:nvPr/>
            </p:nvSpPr>
            <p:spPr>
              <a:xfrm>
                <a:off x="3840769" y="5231168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상봉</a:t>
                </a:r>
              </a:p>
            </p:txBody>
          </p:sp>
          <p:sp>
            <p:nvSpPr>
              <p:cNvPr id="872" name="TextBox 871">
                <a:extLst>
                  <a:ext uri="{FF2B5EF4-FFF2-40B4-BE49-F238E27FC236}">
                    <a16:creationId xmlns:a16="http://schemas.microsoft.com/office/drawing/2014/main" id="{FB324803-E728-4FF5-99C5-96363FC0DA1B}"/>
                  </a:ext>
                </a:extLst>
              </p:cNvPr>
              <p:cNvSpPr txBox="1"/>
              <p:nvPr/>
            </p:nvSpPr>
            <p:spPr>
              <a:xfrm>
                <a:off x="2570098" y="5237325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회기</a:t>
                </a:r>
              </a:p>
            </p:txBody>
          </p:sp>
          <p:sp>
            <p:nvSpPr>
              <p:cNvPr id="873" name="TextBox 872">
                <a:extLst>
                  <a:ext uri="{FF2B5EF4-FFF2-40B4-BE49-F238E27FC236}">
                    <a16:creationId xmlns:a16="http://schemas.microsoft.com/office/drawing/2014/main" id="{7EC681BF-D2A9-4699-8CC0-958AF36B05C3}"/>
                  </a:ext>
                </a:extLst>
              </p:cNvPr>
              <p:cNvSpPr txBox="1"/>
              <p:nvPr/>
            </p:nvSpPr>
            <p:spPr>
              <a:xfrm>
                <a:off x="1426478" y="4150978"/>
                <a:ext cx="8146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광운대</a:t>
                </a:r>
              </a:p>
            </p:txBody>
          </p:sp>
          <p:sp>
            <p:nvSpPr>
              <p:cNvPr id="874" name="TextBox 873">
                <a:extLst>
                  <a:ext uri="{FF2B5EF4-FFF2-40B4-BE49-F238E27FC236}">
                    <a16:creationId xmlns:a16="http://schemas.microsoft.com/office/drawing/2014/main" id="{834A61BD-2FD7-4342-8074-C33D9B472230}"/>
                  </a:ext>
                </a:extLst>
              </p:cNvPr>
              <p:cNvSpPr txBox="1"/>
              <p:nvPr/>
            </p:nvSpPr>
            <p:spPr>
              <a:xfrm>
                <a:off x="3993206" y="3014799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하계</a:t>
                </a:r>
              </a:p>
            </p:txBody>
          </p:sp>
          <p:sp>
            <p:nvSpPr>
              <p:cNvPr id="875" name="TextBox 874">
                <a:extLst>
                  <a:ext uri="{FF2B5EF4-FFF2-40B4-BE49-F238E27FC236}">
                    <a16:creationId xmlns:a16="http://schemas.microsoft.com/office/drawing/2014/main" id="{1A9CFB49-E2CB-40A5-B62A-23A254ABF1CC}"/>
                  </a:ext>
                </a:extLst>
              </p:cNvPr>
              <p:cNvSpPr txBox="1"/>
              <p:nvPr/>
            </p:nvSpPr>
            <p:spPr>
              <a:xfrm>
                <a:off x="2699005" y="2984852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노원</a:t>
                </a:r>
              </a:p>
            </p:txBody>
          </p:sp>
          <p:sp>
            <p:nvSpPr>
              <p:cNvPr id="876" name="TextBox 875">
                <a:extLst>
                  <a:ext uri="{FF2B5EF4-FFF2-40B4-BE49-F238E27FC236}">
                    <a16:creationId xmlns:a16="http://schemas.microsoft.com/office/drawing/2014/main" id="{7766ED57-F9AC-4F6D-85FE-0D2243271F4A}"/>
                  </a:ext>
                </a:extLst>
              </p:cNvPr>
              <p:cNvSpPr txBox="1"/>
              <p:nvPr/>
            </p:nvSpPr>
            <p:spPr>
              <a:xfrm>
                <a:off x="1451680" y="2984849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창동</a:t>
                </a:r>
              </a:p>
            </p:txBody>
          </p:sp>
          <p:sp>
            <p:nvSpPr>
              <p:cNvPr id="877" name="TextBox 876">
                <a:extLst>
                  <a:ext uri="{FF2B5EF4-FFF2-40B4-BE49-F238E27FC236}">
                    <a16:creationId xmlns:a16="http://schemas.microsoft.com/office/drawing/2014/main" id="{B9AAB53E-4C93-49FA-B480-F40A3C68939F}"/>
                  </a:ext>
                </a:extLst>
              </p:cNvPr>
              <p:cNvSpPr txBox="1"/>
              <p:nvPr/>
            </p:nvSpPr>
            <p:spPr>
              <a:xfrm>
                <a:off x="6178359" y="4124504"/>
                <a:ext cx="6046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신내</a:t>
                </a:r>
              </a:p>
            </p:txBody>
          </p:sp>
          <p:sp>
            <p:nvSpPr>
              <p:cNvPr id="878" name="TextBox 877">
                <a:extLst>
                  <a:ext uri="{FF2B5EF4-FFF2-40B4-BE49-F238E27FC236}">
                    <a16:creationId xmlns:a16="http://schemas.microsoft.com/office/drawing/2014/main" id="{49D37F6C-A5CB-4A2D-987A-A7318A046C6F}"/>
                  </a:ext>
                </a:extLst>
              </p:cNvPr>
              <p:cNvSpPr txBox="1"/>
              <p:nvPr/>
            </p:nvSpPr>
            <p:spPr>
              <a:xfrm>
                <a:off x="3984858" y="4044900"/>
                <a:ext cx="453758" cy="305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4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79" name="TextBox 878">
                <a:extLst>
                  <a:ext uri="{FF2B5EF4-FFF2-40B4-BE49-F238E27FC236}">
                    <a16:creationId xmlns:a16="http://schemas.microsoft.com/office/drawing/2014/main" id="{A813CDC0-EF1D-4024-8E7C-BB721E8BECB8}"/>
                  </a:ext>
                </a:extLst>
              </p:cNvPr>
              <p:cNvSpPr txBox="1"/>
              <p:nvPr/>
            </p:nvSpPr>
            <p:spPr>
              <a:xfrm>
                <a:off x="2776669" y="4021347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2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80" name="TextBox 879">
                <a:extLst>
                  <a:ext uri="{FF2B5EF4-FFF2-40B4-BE49-F238E27FC236}">
                    <a16:creationId xmlns:a16="http://schemas.microsoft.com/office/drawing/2014/main" id="{01359773-1A91-47AC-8B1E-31844C77BEC5}"/>
                  </a:ext>
                </a:extLst>
              </p:cNvPr>
              <p:cNvSpPr txBox="1"/>
              <p:nvPr/>
            </p:nvSpPr>
            <p:spPr>
              <a:xfrm>
                <a:off x="5225819" y="4034073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9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81" name="TextBox 880">
                <a:extLst>
                  <a:ext uri="{FF2B5EF4-FFF2-40B4-BE49-F238E27FC236}">
                    <a16:creationId xmlns:a16="http://schemas.microsoft.com/office/drawing/2014/main" id="{EB667875-E04D-488F-B5CA-0A85E1F4A8C7}"/>
                  </a:ext>
                </a:extLst>
              </p:cNvPr>
              <p:cNvSpPr txBox="1"/>
              <p:nvPr/>
            </p:nvSpPr>
            <p:spPr>
              <a:xfrm>
                <a:off x="4516743" y="3611312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4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82" name="TextBox 881">
                <a:extLst>
                  <a:ext uri="{FF2B5EF4-FFF2-40B4-BE49-F238E27FC236}">
                    <a16:creationId xmlns:a16="http://schemas.microsoft.com/office/drawing/2014/main" id="{7C09576B-E97F-4199-B5C9-E9ED5A9A337D}"/>
                  </a:ext>
                </a:extLst>
              </p:cNvPr>
              <p:cNvSpPr txBox="1"/>
              <p:nvPr/>
            </p:nvSpPr>
            <p:spPr>
              <a:xfrm>
                <a:off x="3496878" y="3134710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3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83" name="TextBox 882">
                <a:extLst>
                  <a:ext uri="{FF2B5EF4-FFF2-40B4-BE49-F238E27FC236}">
                    <a16:creationId xmlns:a16="http://schemas.microsoft.com/office/drawing/2014/main" id="{A71A0E4F-4AB4-4FDB-AF23-975F1A1072FF}"/>
                  </a:ext>
                </a:extLst>
              </p:cNvPr>
              <p:cNvSpPr txBox="1"/>
              <p:nvPr/>
            </p:nvSpPr>
            <p:spPr>
              <a:xfrm>
                <a:off x="2110683" y="3683861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7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84" name="TextBox 883">
                <a:extLst>
                  <a:ext uri="{FF2B5EF4-FFF2-40B4-BE49-F238E27FC236}">
                    <a16:creationId xmlns:a16="http://schemas.microsoft.com/office/drawing/2014/main" id="{5919C4DA-7D93-4B71-A6FC-806A72C92936}"/>
                  </a:ext>
                </a:extLst>
              </p:cNvPr>
              <p:cNvSpPr txBox="1"/>
              <p:nvPr/>
            </p:nvSpPr>
            <p:spPr>
              <a:xfrm>
                <a:off x="2186598" y="3145430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8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85" name="TextBox 884">
                <a:extLst>
                  <a:ext uri="{FF2B5EF4-FFF2-40B4-BE49-F238E27FC236}">
                    <a16:creationId xmlns:a16="http://schemas.microsoft.com/office/drawing/2014/main" id="{8EA5B482-4000-4121-BD63-B4214AAE870F}"/>
                  </a:ext>
                </a:extLst>
              </p:cNvPr>
              <p:cNvSpPr txBox="1"/>
              <p:nvPr/>
            </p:nvSpPr>
            <p:spPr>
              <a:xfrm>
                <a:off x="5752473" y="4707552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2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86" name="TextBox 885">
                <a:extLst>
                  <a:ext uri="{FF2B5EF4-FFF2-40B4-BE49-F238E27FC236}">
                    <a16:creationId xmlns:a16="http://schemas.microsoft.com/office/drawing/2014/main" id="{0DB57A21-D6A4-4E70-8471-8FE5EB6CAD55}"/>
                  </a:ext>
                </a:extLst>
              </p:cNvPr>
              <p:cNvSpPr txBox="1"/>
              <p:nvPr/>
            </p:nvSpPr>
            <p:spPr>
              <a:xfrm>
                <a:off x="3336955" y="5195856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2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87" name="TextBox 886">
                <a:extLst>
                  <a:ext uri="{FF2B5EF4-FFF2-40B4-BE49-F238E27FC236}">
                    <a16:creationId xmlns:a16="http://schemas.microsoft.com/office/drawing/2014/main" id="{B23F8690-B096-447A-9A22-3D67FAA4A557}"/>
                  </a:ext>
                </a:extLst>
              </p:cNvPr>
              <p:cNvSpPr txBox="1"/>
              <p:nvPr/>
            </p:nvSpPr>
            <p:spPr>
              <a:xfrm>
                <a:off x="4627858" y="5193192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2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88" name="TextBox 887">
                <a:extLst>
                  <a:ext uri="{FF2B5EF4-FFF2-40B4-BE49-F238E27FC236}">
                    <a16:creationId xmlns:a16="http://schemas.microsoft.com/office/drawing/2014/main" id="{D7D2F969-194A-4645-B8E6-4BFF27A4B8D5}"/>
                  </a:ext>
                </a:extLst>
              </p:cNvPr>
              <p:cNvSpPr txBox="1"/>
              <p:nvPr/>
            </p:nvSpPr>
            <p:spPr>
              <a:xfrm>
                <a:off x="2795896" y="4537214"/>
                <a:ext cx="457176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8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89" name="TextBox 888">
                <a:extLst>
                  <a:ext uri="{FF2B5EF4-FFF2-40B4-BE49-F238E27FC236}">
                    <a16:creationId xmlns:a16="http://schemas.microsoft.com/office/drawing/2014/main" id="{47113117-48E8-4C23-8D52-8CD74F76AE5C}"/>
                  </a:ext>
                </a:extLst>
              </p:cNvPr>
              <p:cNvSpPr txBox="1"/>
              <p:nvPr/>
            </p:nvSpPr>
            <p:spPr>
              <a:xfrm>
                <a:off x="1399132" y="2695092"/>
                <a:ext cx="708848" cy="3231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500" dirty="0" err="1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rPr>
                  <a:t>출발역</a:t>
                </a:r>
                <a:endParaRPr lang="ko-KR" altLang="en-US" sz="1500" dirty="0">
                  <a:solidFill>
                    <a:schemeClr val="bg1"/>
                  </a:solidFill>
                  <a:highlight>
                    <a:srgbClr val="800080"/>
                  </a:highlight>
                  <a:latin typeface="+mj-ea"/>
                  <a:ea typeface="+mj-ea"/>
                </a:endParaRPr>
              </a:p>
            </p:txBody>
          </p:sp>
          <p:sp>
            <p:nvSpPr>
              <p:cNvPr id="890" name="TextBox 889">
                <a:extLst>
                  <a:ext uri="{FF2B5EF4-FFF2-40B4-BE49-F238E27FC236}">
                    <a16:creationId xmlns:a16="http://schemas.microsoft.com/office/drawing/2014/main" id="{081D89C4-D2CE-4310-9B12-634CA3E27BB3}"/>
                  </a:ext>
                </a:extLst>
              </p:cNvPr>
              <p:cNvSpPr txBox="1"/>
              <p:nvPr/>
            </p:nvSpPr>
            <p:spPr>
              <a:xfrm>
                <a:off x="6107361" y="3835721"/>
                <a:ext cx="708848" cy="323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500" dirty="0" err="1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rPr>
                  <a:t>도착역</a:t>
                </a:r>
                <a:endParaRPr lang="ko-KR" altLang="en-US" sz="1500" dirty="0">
                  <a:solidFill>
                    <a:schemeClr val="bg1"/>
                  </a:solidFill>
                  <a:highlight>
                    <a:srgbClr val="000080"/>
                  </a:highlight>
                  <a:latin typeface="+mj-ea"/>
                  <a:ea typeface="+mj-ea"/>
                </a:endParaRPr>
              </a:p>
            </p:txBody>
          </p:sp>
          <p:sp>
            <p:nvSpPr>
              <p:cNvPr id="956" name="TextBox 955">
                <a:extLst>
                  <a:ext uri="{FF2B5EF4-FFF2-40B4-BE49-F238E27FC236}">
                    <a16:creationId xmlns:a16="http://schemas.microsoft.com/office/drawing/2014/main" id="{954B67F2-FCE3-491C-A216-178AE3F78466}"/>
                  </a:ext>
                </a:extLst>
              </p:cNvPr>
              <p:cNvSpPr txBox="1"/>
              <p:nvPr/>
            </p:nvSpPr>
            <p:spPr>
              <a:xfrm>
                <a:off x="4110276" y="4643402"/>
                <a:ext cx="453758" cy="3054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8</a:t>
                </a:r>
                <a:r>
                  <a:rPr lang="ko-KR" altLang="en-US" sz="1400" dirty="0">
                    <a:solidFill>
                      <a:schemeClr val="accent5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</p:grpSp>
        <p:sp>
          <p:nvSpPr>
            <p:cNvPr id="858" name="Text Box 58">
              <a:extLst>
                <a:ext uri="{FF2B5EF4-FFF2-40B4-BE49-F238E27FC236}">
                  <a16:creationId xmlns:a16="http://schemas.microsoft.com/office/drawing/2014/main" id="{99F11F2D-29D6-4E86-8E74-5B10B7B271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9569" y="1429812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860" name="Text Box 58">
              <a:extLst>
                <a:ext uri="{FF2B5EF4-FFF2-40B4-BE49-F238E27FC236}">
                  <a16:creationId xmlns:a16="http://schemas.microsoft.com/office/drawing/2014/main" id="{033ACA47-8C4F-427A-9CEE-851EC3F68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3126" y="2842744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861" name="Text Box 58">
              <a:extLst>
                <a:ext uri="{FF2B5EF4-FFF2-40B4-BE49-F238E27FC236}">
                  <a16:creationId xmlns:a16="http://schemas.microsoft.com/office/drawing/2014/main" id="{B4FF6C7D-8576-42E3-B39E-21364CBC8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2275" y="2833057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862" name="Text Box 58">
              <a:extLst>
                <a:ext uri="{FF2B5EF4-FFF2-40B4-BE49-F238E27FC236}">
                  <a16:creationId xmlns:a16="http://schemas.microsoft.com/office/drawing/2014/main" id="{2EE1648A-FE37-476A-A61A-DCCDC0EEAF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4032" y="2041498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863" name="Text Box 58">
              <a:extLst>
                <a:ext uri="{FF2B5EF4-FFF2-40B4-BE49-F238E27FC236}">
                  <a16:creationId xmlns:a16="http://schemas.microsoft.com/office/drawing/2014/main" id="{753E81CD-FD72-4EBF-ACA7-DB25F416C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3578" y="3523812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864" name="Text Box 58">
              <a:extLst>
                <a:ext uri="{FF2B5EF4-FFF2-40B4-BE49-F238E27FC236}">
                  <a16:creationId xmlns:a16="http://schemas.microsoft.com/office/drawing/2014/main" id="{1F2768F6-8829-469F-ADD0-D588AE81B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5439" y="3544050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865" name="Text Box 58">
              <a:extLst>
                <a:ext uri="{FF2B5EF4-FFF2-40B4-BE49-F238E27FC236}">
                  <a16:creationId xmlns:a16="http://schemas.microsoft.com/office/drawing/2014/main" id="{A1942185-8CC2-4CD1-B2BE-631CC5303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8944" y="3538016"/>
              <a:ext cx="533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866" name="Text Box 58">
              <a:extLst>
                <a:ext uri="{FF2B5EF4-FFF2-40B4-BE49-F238E27FC236}">
                  <a16:creationId xmlns:a16="http://schemas.microsoft.com/office/drawing/2014/main" id="{7E345770-6169-43AE-9F15-D18B774A4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317" y="1639501"/>
              <a:ext cx="53340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0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902" name="Text Box 58">
            <a:extLst>
              <a:ext uri="{FF2B5EF4-FFF2-40B4-BE49-F238E27FC236}">
                <a16:creationId xmlns:a16="http://schemas.microsoft.com/office/drawing/2014/main" id="{ADF43ED9-BCF5-4F49-8679-00477A81B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3279" y="2103011"/>
            <a:ext cx="163397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8 (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창동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)</a:t>
            </a:r>
            <a:endParaRPr lang="ko-KR" altLang="en-US" sz="1500" dirty="0">
              <a:solidFill>
                <a:schemeClr val="accent3">
                  <a:lumMod val="75000"/>
                </a:schemeClr>
              </a:solidFill>
              <a:latin typeface="티머니 둥근바람 Regular" panose="02050503000000000000" pitchFamily="18" charset="-127"/>
              <a:ea typeface="티머니 둥근바람 Regular" panose="02050503000000000000" pitchFamily="18" charset="-127"/>
              <a:cs typeface="Arial" panose="020B0604020202020204" pitchFamily="34" charset="0"/>
            </a:endParaRPr>
          </a:p>
        </p:txBody>
      </p:sp>
      <p:sp>
        <p:nvSpPr>
          <p:cNvPr id="903" name="Text Box 58">
            <a:extLst>
              <a:ext uri="{FF2B5EF4-FFF2-40B4-BE49-F238E27FC236}">
                <a16:creationId xmlns:a16="http://schemas.microsoft.com/office/drawing/2014/main" id="{FC4A4A98-242A-4A28-BDB8-2C43F20FC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8326" y="3272197"/>
            <a:ext cx="163397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7 (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창동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)</a:t>
            </a:r>
            <a:endParaRPr lang="ko-KR" altLang="en-US" sz="1500" dirty="0">
              <a:solidFill>
                <a:schemeClr val="accent3">
                  <a:lumMod val="75000"/>
                </a:schemeClr>
              </a:solidFill>
              <a:latin typeface="티머니 둥근바람 Regular" panose="02050503000000000000" pitchFamily="18" charset="-127"/>
              <a:ea typeface="티머니 둥근바람 Regular" panose="02050503000000000000" pitchFamily="18" charset="-127"/>
              <a:cs typeface="Arial" panose="020B0604020202020204" pitchFamily="34" charset="0"/>
            </a:endParaRPr>
          </a:p>
        </p:txBody>
      </p:sp>
      <p:sp>
        <p:nvSpPr>
          <p:cNvPr id="904" name="타원 903">
            <a:extLst>
              <a:ext uri="{FF2B5EF4-FFF2-40B4-BE49-F238E27FC236}">
                <a16:creationId xmlns:a16="http://schemas.microsoft.com/office/drawing/2014/main" id="{AC500BE0-29C2-4456-9997-442A7BADF790}"/>
              </a:ext>
            </a:extLst>
          </p:cNvPr>
          <p:cNvSpPr/>
          <p:nvPr/>
        </p:nvSpPr>
        <p:spPr bwMode="auto">
          <a:xfrm>
            <a:off x="6526195" y="2255523"/>
            <a:ext cx="531068" cy="490811"/>
          </a:xfrm>
          <a:prstGeom prst="ellipse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8290331-50CC-49D0-8A09-A5EA3D3D7E5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5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3956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</a:t>
            </a:r>
            <a:endParaRPr lang="ko-KR" altLang="en-US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D0570CA-1448-4A62-951B-372EF4E515DF}"/>
              </a:ext>
            </a:extLst>
          </p:cNvPr>
          <p:cNvGrpSpPr/>
          <p:nvPr/>
        </p:nvGrpSpPr>
        <p:grpSpPr>
          <a:xfrm>
            <a:off x="459588" y="2047199"/>
            <a:ext cx="5692850" cy="3368081"/>
            <a:chOff x="6345356" y="2047199"/>
            <a:chExt cx="5692850" cy="3368081"/>
          </a:xfrm>
        </p:grpSpPr>
        <p:grpSp>
          <p:nvGrpSpPr>
            <p:cNvPr id="855" name="그룹 854">
              <a:extLst>
                <a:ext uri="{FF2B5EF4-FFF2-40B4-BE49-F238E27FC236}">
                  <a16:creationId xmlns:a16="http://schemas.microsoft.com/office/drawing/2014/main" id="{71DEED37-32D6-4E7D-A906-3F03BFA8ABB6}"/>
                </a:ext>
              </a:extLst>
            </p:cNvPr>
            <p:cNvGrpSpPr/>
            <p:nvPr/>
          </p:nvGrpSpPr>
          <p:grpSpPr>
            <a:xfrm>
              <a:off x="6345356" y="2047199"/>
              <a:ext cx="5692850" cy="3368081"/>
              <a:chOff x="608317" y="1386752"/>
              <a:chExt cx="4419115" cy="2614498"/>
            </a:xfrm>
          </p:grpSpPr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223E1B4B-C338-4E34-B02A-7F92FFE881B7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867" name="그룹 866">
                  <a:extLst>
                    <a:ext uri="{FF2B5EF4-FFF2-40B4-BE49-F238E27FC236}">
                      <a16:creationId xmlns:a16="http://schemas.microsoft.com/office/drawing/2014/main" id="{82C0ED9C-F58B-49FF-B9FD-6A28B1C946DA}"/>
                    </a:ext>
                  </a:extLst>
                </p:cNvPr>
                <p:cNvGrpSpPr/>
                <p:nvPr/>
              </p:nvGrpSpPr>
              <p:grpSpPr>
                <a:xfrm>
                  <a:off x="1849118" y="3429001"/>
                  <a:ext cx="4276705" cy="1820687"/>
                  <a:chOff x="1849118" y="4003034"/>
                  <a:chExt cx="4276705" cy="1244397"/>
                </a:xfrm>
              </p:grpSpPr>
              <p:sp>
                <p:nvSpPr>
                  <p:cNvPr id="891" name="Line 48">
                    <a:extLst>
                      <a:ext uri="{FF2B5EF4-FFF2-40B4-BE49-F238E27FC236}">
                        <a16:creationId xmlns:a16="http://schemas.microsoft.com/office/drawing/2014/main" id="{D0AD1350-3516-4938-B5B7-D2BCF42A12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92" name="Line 48">
                    <a:extLst>
                      <a:ext uri="{FF2B5EF4-FFF2-40B4-BE49-F238E27FC236}">
                        <a16:creationId xmlns:a16="http://schemas.microsoft.com/office/drawing/2014/main" id="{346B3C0D-F1B3-424F-B34F-2041863C40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3" name="Line 48">
                    <a:extLst>
                      <a:ext uri="{FF2B5EF4-FFF2-40B4-BE49-F238E27FC236}">
                        <a16:creationId xmlns:a16="http://schemas.microsoft.com/office/drawing/2014/main" id="{4252EBA5-09F5-416A-B9A9-A3BCFD82D7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4" name="Line 48">
                    <a:extLst>
                      <a:ext uri="{FF2B5EF4-FFF2-40B4-BE49-F238E27FC236}">
                        <a16:creationId xmlns:a16="http://schemas.microsoft.com/office/drawing/2014/main" id="{A010F855-D1EB-4A97-B7F9-4A9F0B3D63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95" name="Line 48">
                    <a:extLst>
                      <a:ext uri="{FF2B5EF4-FFF2-40B4-BE49-F238E27FC236}">
                        <a16:creationId xmlns:a16="http://schemas.microsoft.com/office/drawing/2014/main" id="{1AC76FCB-7D80-46E4-814F-FD894FA495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6" name="Line 48">
                    <a:extLst>
                      <a:ext uri="{FF2B5EF4-FFF2-40B4-BE49-F238E27FC236}">
                        <a16:creationId xmlns:a16="http://schemas.microsoft.com/office/drawing/2014/main" id="{3BF49B62-DC87-4C51-A053-9CE7B66BDF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7" name="Line 48">
                    <a:extLst>
                      <a:ext uri="{FF2B5EF4-FFF2-40B4-BE49-F238E27FC236}">
                        <a16:creationId xmlns:a16="http://schemas.microsoft.com/office/drawing/2014/main" id="{6C39A3DF-F5E1-4C9E-A8AF-7148FAF412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8" name="Line 48">
                    <a:extLst>
                      <a:ext uri="{FF2B5EF4-FFF2-40B4-BE49-F238E27FC236}">
                        <a16:creationId xmlns:a16="http://schemas.microsoft.com/office/drawing/2014/main" id="{82809201-1417-48D3-AD8E-FA92F191EF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9" name="Line 48">
                    <a:extLst>
                      <a:ext uri="{FF2B5EF4-FFF2-40B4-BE49-F238E27FC236}">
                        <a16:creationId xmlns:a16="http://schemas.microsoft.com/office/drawing/2014/main" id="{4A7FE09B-9EEF-4969-B22F-02ED257357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0" name="Line 48">
                    <a:extLst>
                      <a:ext uri="{FF2B5EF4-FFF2-40B4-BE49-F238E27FC236}">
                        <a16:creationId xmlns:a16="http://schemas.microsoft.com/office/drawing/2014/main" id="{8E1ACDCD-A257-4F82-9F14-35D5D9D696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1" name="Line 48">
                    <a:extLst>
                      <a:ext uri="{FF2B5EF4-FFF2-40B4-BE49-F238E27FC236}">
                        <a16:creationId xmlns:a16="http://schemas.microsoft.com/office/drawing/2014/main" id="{B4D8350A-C5DC-4E00-BF11-94C0F6F4A0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7" name="Line 48">
                    <a:extLst>
                      <a:ext uri="{FF2B5EF4-FFF2-40B4-BE49-F238E27FC236}">
                        <a16:creationId xmlns:a16="http://schemas.microsoft.com/office/drawing/2014/main" id="{F4ED170F-D7CF-4B2C-BD3C-EF36110F080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16478" y="4618566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B029B053-87A1-42A1-BD97-E30F895A79DC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69" name="TextBox 868">
                  <a:extLst>
                    <a:ext uri="{FF2B5EF4-FFF2-40B4-BE49-F238E27FC236}">
                      <a16:creationId xmlns:a16="http://schemas.microsoft.com/office/drawing/2014/main" id="{7A0F2882-C9E1-403E-9AE5-F9EAEC5131E2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3FDB2280-D58D-4809-8850-8FAD5CC99AA0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871" name="TextBox 870">
                  <a:extLst>
                    <a:ext uri="{FF2B5EF4-FFF2-40B4-BE49-F238E27FC236}">
                      <a16:creationId xmlns:a16="http://schemas.microsoft.com/office/drawing/2014/main" id="{2062EC46-D6ED-4169-87F1-8C702A1927DF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FB324803-E728-4FF5-99C5-96363FC0DA1B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873" name="TextBox 872">
                  <a:extLst>
                    <a:ext uri="{FF2B5EF4-FFF2-40B4-BE49-F238E27FC236}">
                      <a16:creationId xmlns:a16="http://schemas.microsoft.com/office/drawing/2014/main" id="{7EC681BF-D2A9-4699-8CC0-958AF36B05C3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834A61BD-2FD7-4342-8074-C33D9B472230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875" name="TextBox 874">
                  <a:extLst>
                    <a:ext uri="{FF2B5EF4-FFF2-40B4-BE49-F238E27FC236}">
                      <a16:creationId xmlns:a16="http://schemas.microsoft.com/office/drawing/2014/main" id="{1A9CFB49-E2CB-40A5-B62A-23A254ABF1CC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7766ED57-F9AC-4F6D-85FE-0D2243271F4A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877" name="TextBox 876">
                  <a:extLst>
                    <a:ext uri="{FF2B5EF4-FFF2-40B4-BE49-F238E27FC236}">
                      <a16:creationId xmlns:a16="http://schemas.microsoft.com/office/drawing/2014/main" id="{B9AAB53E-4C93-49FA-B480-F40A3C68939F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878" name="TextBox 877">
                  <a:extLst>
                    <a:ext uri="{FF2B5EF4-FFF2-40B4-BE49-F238E27FC236}">
                      <a16:creationId xmlns:a16="http://schemas.microsoft.com/office/drawing/2014/main" id="{49D37F6C-A5CB-4A2D-987A-A7318A046C6F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79" name="TextBox 878">
                  <a:extLst>
                    <a:ext uri="{FF2B5EF4-FFF2-40B4-BE49-F238E27FC236}">
                      <a16:creationId xmlns:a16="http://schemas.microsoft.com/office/drawing/2014/main" id="{A813CDC0-EF1D-4024-8E7C-BB721E8BECB8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0" name="TextBox 879">
                  <a:extLst>
                    <a:ext uri="{FF2B5EF4-FFF2-40B4-BE49-F238E27FC236}">
                      <a16:creationId xmlns:a16="http://schemas.microsoft.com/office/drawing/2014/main" id="{01359773-1A91-47AC-8B1E-31844C77BEC5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1" name="TextBox 880">
                  <a:extLst>
                    <a:ext uri="{FF2B5EF4-FFF2-40B4-BE49-F238E27FC236}">
                      <a16:creationId xmlns:a16="http://schemas.microsoft.com/office/drawing/2014/main" id="{EB667875-E04D-488F-B5CA-0A85E1F4A8C7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2" name="TextBox 881">
                  <a:extLst>
                    <a:ext uri="{FF2B5EF4-FFF2-40B4-BE49-F238E27FC236}">
                      <a16:creationId xmlns:a16="http://schemas.microsoft.com/office/drawing/2014/main" id="{7C09576B-E97F-4199-B5C9-E9ED5A9A337D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3" name="TextBox 882">
                  <a:extLst>
                    <a:ext uri="{FF2B5EF4-FFF2-40B4-BE49-F238E27FC236}">
                      <a16:creationId xmlns:a16="http://schemas.microsoft.com/office/drawing/2014/main" id="{A71A0E4F-4AB4-4FDB-AF23-975F1A1072FF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4" name="TextBox 883">
                  <a:extLst>
                    <a:ext uri="{FF2B5EF4-FFF2-40B4-BE49-F238E27FC236}">
                      <a16:creationId xmlns:a16="http://schemas.microsoft.com/office/drawing/2014/main" id="{5919C4DA-7D93-4B71-A6FC-806A72C92936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5" name="TextBox 884">
                  <a:extLst>
                    <a:ext uri="{FF2B5EF4-FFF2-40B4-BE49-F238E27FC236}">
                      <a16:creationId xmlns:a16="http://schemas.microsoft.com/office/drawing/2014/main" id="{8EA5B482-4000-4121-BD63-B4214AAE870F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6" name="TextBox 885">
                  <a:extLst>
                    <a:ext uri="{FF2B5EF4-FFF2-40B4-BE49-F238E27FC236}">
                      <a16:creationId xmlns:a16="http://schemas.microsoft.com/office/drawing/2014/main" id="{0DB57A21-D6A4-4E70-8471-8FE5EB6CAD55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7" name="TextBox 886">
                  <a:extLst>
                    <a:ext uri="{FF2B5EF4-FFF2-40B4-BE49-F238E27FC236}">
                      <a16:creationId xmlns:a16="http://schemas.microsoft.com/office/drawing/2014/main" id="{B23F8690-B096-447A-9A22-3D67FAA4A557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8" name="TextBox 887">
                  <a:extLst>
                    <a:ext uri="{FF2B5EF4-FFF2-40B4-BE49-F238E27FC236}">
                      <a16:creationId xmlns:a16="http://schemas.microsoft.com/office/drawing/2014/main" id="{D7D2F969-194A-4645-B8E6-4BFF27A4B8D5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9" name="TextBox 888">
                  <a:extLst>
                    <a:ext uri="{FF2B5EF4-FFF2-40B4-BE49-F238E27FC236}">
                      <a16:creationId xmlns:a16="http://schemas.microsoft.com/office/drawing/2014/main" id="{47113117-48E8-4C23-8D52-8CD74F76AE5C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890" name="TextBox 889">
                  <a:extLst>
                    <a:ext uri="{FF2B5EF4-FFF2-40B4-BE49-F238E27FC236}">
                      <a16:creationId xmlns:a16="http://schemas.microsoft.com/office/drawing/2014/main" id="{081D89C4-D2CE-4310-9B12-634CA3E27BB3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257E830E-C79B-48A1-8997-C5EF21D925BB}"/>
                    </a:ext>
                  </a:extLst>
                </p:cNvPr>
                <p:cNvSpPr txBox="1"/>
                <p:nvPr/>
              </p:nvSpPr>
              <p:spPr>
                <a:xfrm>
                  <a:off x="4134818" y="4579328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858" name="Text Box 58">
                <a:extLst>
                  <a:ext uri="{FF2B5EF4-FFF2-40B4-BE49-F238E27FC236}">
                    <a16:creationId xmlns:a16="http://schemas.microsoft.com/office/drawing/2014/main" id="{99F11F2D-29D6-4E86-8E74-5B10B7B271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569" y="1429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1" name="Text Box 58">
                <a:extLst>
                  <a:ext uri="{FF2B5EF4-FFF2-40B4-BE49-F238E27FC236}">
                    <a16:creationId xmlns:a16="http://schemas.microsoft.com/office/drawing/2014/main" id="{B4FF6C7D-8576-42E3-B39E-21364CBC8B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2275" y="2833057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2" name="Text Box 58">
                <a:extLst>
                  <a:ext uri="{FF2B5EF4-FFF2-40B4-BE49-F238E27FC236}">
                    <a16:creationId xmlns:a16="http://schemas.microsoft.com/office/drawing/2014/main" id="{2EE1648A-FE37-476A-A61A-DCCDC0EEAF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3" name="Text Box 58">
                <a:extLst>
                  <a:ext uri="{FF2B5EF4-FFF2-40B4-BE49-F238E27FC236}">
                    <a16:creationId xmlns:a16="http://schemas.microsoft.com/office/drawing/2014/main" id="{753E81CD-FD72-4EBF-ACA7-DB25F416C7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578" y="3523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4" name="Text Box 58">
                <a:extLst>
                  <a:ext uri="{FF2B5EF4-FFF2-40B4-BE49-F238E27FC236}">
                    <a16:creationId xmlns:a16="http://schemas.microsoft.com/office/drawing/2014/main" id="{1F2768F6-8829-469F-ADD0-D588AE81B3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5439" y="35440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5" name="Text Box 58">
                <a:extLst>
                  <a:ext uri="{FF2B5EF4-FFF2-40B4-BE49-F238E27FC236}">
                    <a16:creationId xmlns:a16="http://schemas.microsoft.com/office/drawing/2014/main" id="{A1942185-8CC2-4CD1-B2BE-631CC5303F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6" name="Text Box 58">
                <a:extLst>
                  <a:ext uri="{FF2B5EF4-FFF2-40B4-BE49-F238E27FC236}">
                    <a16:creationId xmlns:a16="http://schemas.microsoft.com/office/drawing/2014/main" id="{7E345770-6169-43AE-9F15-D18B774A4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7" name="Text Box 58">
                <a:extLst>
                  <a:ext uri="{FF2B5EF4-FFF2-40B4-BE49-F238E27FC236}">
                    <a16:creationId xmlns:a16="http://schemas.microsoft.com/office/drawing/2014/main" id="{B6C4480F-AE62-4834-8770-82EF47821C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0211" y="2555512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02" name="Text Box 58">
              <a:extLst>
                <a:ext uri="{FF2B5EF4-FFF2-40B4-BE49-F238E27FC236}">
                  <a16:creationId xmlns:a16="http://schemas.microsoft.com/office/drawing/2014/main" id="{ADF43ED9-BCF5-4F49-8679-00477A81B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5827" y="2103011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903" name="Text Box 58">
              <a:extLst>
                <a:ext uri="{FF2B5EF4-FFF2-40B4-BE49-F238E27FC236}">
                  <a16:creationId xmlns:a16="http://schemas.microsoft.com/office/drawing/2014/main" id="{FC4A4A98-242A-4A28-BDB8-2C43F20FC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843" y="327219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904" name="타원 903">
              <a:extLst>
                <a:ext uri="{FF2B5EF4-FFF2-40B4-BE49-F238E27FC236}">
                  <a16:creationId xmlns:a16="http://schemas.microsoft.com/office/drawing/2014/main" id="{AC500BE0-29C2-4456-9997-442A7BADF790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30BCC1CD-151D-4F36-9008-3CFEE509538A}"/>
                </a:ext>
              </a:extLst>
            </p:cNvPr>
            <p:cNvSpPr/>
            <p:nvPr/>
          </p:nvSpPr>
          <p:spPr bwMode="auto">
            <a:xfrm>
              <a:off x="6631693" y="343555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90" name="Text Box 58">
              <a:extLst>
                <a:ext uri="{FF2B5EF4-FFF2-40B4-BE49-F238E27FC236}">
                  <a16:creationId xmlns:a16="http://schemas.microsoft.com/office/drawing/2014/main" id="{1261B046-24EC-4759-BB63-E76BCB069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4199" y="371214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BDC8DB94-611B-460A-8162-FF026337EF9A}"/>
              </a:ext>
            </a:extLst>
          </p:cNvPr>
          <p:cNvGrpSpPr/>
          <p:nvPr/>
        </p:nvGrpSpPr>
        <p:grpSpPr>
          <a:xfrm>
            <a:off x="6591090" y="2047199"/>
            <a:ext cx="5692850" cy="3368081"/>
            <a:chOff x="6345356" y="2047199"/>
            <a:chExt cx="5692850" cy="3368081"/>
          </a:xfrm>
        </p:grpSpPr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E0B00378-7DAB-4B62-949F-505801719925}"/>
                </a:ext>
              </a:extLst>
            </p:cNvPr>
            <p:cNvGrpSpPr/>
            <p:nvPr/>
          </p:nvGrpSpPr>
          <p:grpSpPr>
            <a:xfrm>
              <a:off x="6345356" y="2047199"/>
              <a:ext cx="5692850" cy="3368081"/>
              <a:chOff x="608317" y="1386752"/>
              <a:chExt cx="4419115" cy="2614498"/>
            </a:xfrm>
          </p:grpSpPr>
          <p:grpSp>
            <p:nvGrpSpPr>
              <p:cNvPr id="198" name="그룹 197">
                <a:extLst>
                  <a:ext uri="{FF2B5EF4-FFF2-40B4-BE49-F238E27FC236}">
                    <a16:creationId xmlns:a16="http://schemas.microsoft.com/office/drawing/2014/main" id="{BEAAB471-E35D-492E-8C4C-4A4F57EC386A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208" name="그룹 207">
                  <a:extLst>
                    <a:ext uri="{FF2B5EF4-FFF2-40B4-BE49-F238E27FC236}">
                      <a16:creationId xmlns:a16="http://schemas.microsoft.com/office/drawing/2014/main" id="{856E9EC0-C663-47C0-A1C0-80DC1352DB9C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20217"/>
                  <a:chOff x="1849118" y="4003034"/>
                  <a:chExt cx="4276705" cy="1244076"/>
                </a:xfrm>
              </p:grpSpPr>
              <p:sp>
                <p:nvSpPr>
                  <p:cNvPr id="232" name="Line 48">
                    <a:extLst>
                      <a:ext uri="{FF2B5EF4-FFF2-40B4-BE49-F238E27FC236}">
                        <a16:creationId xmlns:a16="http://schemas.microsoft.com/office/drawing/2014/main" id="{384F8081-C830-4FF4-929E-8D1AF46B666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33" name="Line 48">
                    <a:extLst>
                      <a:ext uri="{FF2B5EF4-FFF2-40B4-BE49-F238E27FC236}">
                        <a16:creationId xmlns:a16="http://schemas.microsoft.com/office/drawing/2014/main" id="{5A69FB0B-A75B-4998-A2D6-CED094D899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4" name="Line 48">
                    <a:extLst>
                      <a:ext uri="{FF2B5EF4-FFF2-40B4-BE49-F238E27FC236}">
                        <a16:creationId xmlns:a16="http://schemas.microsoft.com/office/drawing/2014/main" id="{F18A5ECB-0EAC-4846-ABC8-2D0E384011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5" name="Line 48">
                    <a:extLst>
                      <a:ext uri="{FF2B5EF4-FFF2-40B4-BE49-F238E27FC236}">
                        <a16:creationId xmlns:a16="http://schemas.microsoft.com/office/drawing/2014/main" id="{E358A547-9CEB-430A-BF22-DAA020F356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6" name="Line 48">
                    <a:extLst>
                      <a:ext uri="{FF2B5EF4-FFF2-40B4-BE49-F238E27FC236}">
                        <a16:creationId xmlns:a16="http://schemas.microsoft.com/office/drawing/2014/main" id="{535CB508-14BE-462F-9F6B-D162A39ECA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37" name="Line 48">
                    <a:extLst>
                      <a:ext uri="{FF2B5EF4-FFF2-40B4-BE49-F238E27FC236}">
                        <a16:creationId xmlns:a16="http://schemas.microsoft.com/office/drawing/2014/main" id="{C764ACDD-C000-4229-9571-A8E2D3C20A6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8" name="Line 48">
                    <a:extLst>
                      <a:ext uri="{FF2B5EF4-FFF2-40B4-BE49-F238E27FC236}">
                        <a16:creationId xmlns:a16="http://schemas.microsoft.com/office/drawing/2014/main" id="{3234FFA3-DD3D-4FD2-9189-1656704ADB6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9" name="Line 48">
                    <a:extLst>
                      <a:ext uri="{FF2B5EF4-FFF2-40B4-BE49-F238E27FC236}">
                        <a16:creationId xmlns:a16="http://schemas.microsoft.com/office/drawing/2014/main" id="{2D883043-F9FC-4263-8A61-5FE64FB549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0" name="Line 48">
                    <a:extLst>
                      <a:ext uri="{FF2B5EF4-FFF2-40B4-BE49-F238E27FC236}">
                        <a16:creationId xmlns:a16="http://schemas.microsoft.com/office/drawing/2014/main" id="{403B6491-BC88-4570-8F83-D774789259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1" name="Line 48">
                    <a:extLst>
                      <a:ext uri="{FF2B5EF4-FFF2-40B4-BE49-F238E27FC236}">
                        <a16:creationId xmlns:a16="http://schemas.microsoft.com/office/drawing/2014/main" id="{D0FA1520-95D9-425D-8AA2-7F69EF53BF7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2" name="Line 48">
                    <a:extLst>
                      <a:ext uri="{FF2B5EF4-FFF2-40B4-BE49-F238E27FC236}">
                        <a16:creationId xmlns:a16="http://schemas.microsoft.com/office/drawing/2014/main" id="{DCC20BDC-ED1E-4849-8031-BE0E1EDDA0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9" name="Line 48">
                    <a:extLst>
                      <a:ext uri="{FF2B5EF4-FFF2-40B4-BE49-F238E27FC236}">
                        <a16:creationId xmlns:a16="http://schemas.microsoft.com/office/drawing/2014/main" id="{11008B1F-CF34-4271-9F69-B0E0DECDC3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9791" y="461824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8FD9E897-9457-41E3-B6DB-114324037F4D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678BA580-9B00-4404-AEFD-DE98AC1897B9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AC551EF7-AD62-4DD1-A07F-B2ECA8125197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283BF172-E47F-4C1D-AB33-98AEAAB8BB5D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2A3C66DD-4F50-4E23-BC35-7514EB7F26DB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214" name="TextBox 213">
                  <a:extLst>
                    <a:ext uri="{FF2B5EF4-FFF2-40B4-BE49-F238E27FC236}">
                      <a16:creationId xmlns:a16="http://schemas.microsoft.com/office/drawing/2014/main" id="{E3EB100D-EB02-463B-AC16-6CA60004563E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6A9C74B7-8F80-4950-A5E1-B2081CA60B9A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216" name="TextBox 215">
                  <a:extLst>
                    <a:ext uri="{FF2B5EF4-FFF2-40B4-BE49-F238E27FC236}">
                      <a16:creationId xmlns:a16="http://schemas.microsoft.com/office/drawing/2014/main" id="{53942AB6-EB7A-4102-B3BD-E77A57137D28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217" name="TextBox 216">
                  <a:extLst>
                    <a:ext uri="{FF2B5EF4-FFF2-40B4-BE49-F238E27FC236}">
                      <a16:creationId xmlns:a16="http://schemas.microsoft.com/office/drawing/2014/main" id="{3A6604C3-3AD8-489D-9932-4DD4B2141B04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E06317DA-9CA2-4568-BEB5-FF49A42E19A0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1373C449-B0B4-4504-913E-7D41BA86C2FD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20" name="TextBox 219">
                  <a:extLst>
                    <a:ext uri="{FF2B5EF4-FFF2-40B4-BE49-F238E27FC236}">
                      <a16:creationId xmlns:a16="http://schemas.microsoft.com/office/drawing/2014/main" id="{4853F785-802B-4C43-8384-1286B3B03604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21" name="TextBox 220">
                  <a:extLst>
                    <a:ext uri="{FF2B5EF4-FFF2-40B4-BE49-F238E27FC236}">
                      <a16:creationId xmlns:a16="http://schemas.microsoft.com/office/drawing/2014/main" id="{F39EC6D9-A7A7-4405-8B6B-424380FDED8A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1073B78E-ADE4-451E-95CB-57D5839E48CB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23" name="TextBox 222">
                  <a:extLst>
                    <a:ext uri="{FF2B5EF4-FFF2-40B4-BE49-F238E27FC236}">
                      <a16:creationId xmlns:a16="http://schemas.microsoft.com/office/drawing/2014/main" id="{11660D97-0D1A-4030-9CB0-F18BA3F79078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24" name="TextBox 223">
                  <a:extLst>
                    <a:ext uri="{FF2B5EF4-FFF2-40B4-BE49-F238E27FC236}">
                      <a16:creationId xmlns:a16="http://schemas.microsoft.com/office/drawing/2014/main" id="{A43D9105-7631-48C2-9FEB-A42CB5D78EEB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865E7A03-3B88-4D67-8A19-96AE56AA0CFD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26" name="TextBox 225">
                  <a:extLst>
                    <a:ext uri="{FF2B5EF4-FFF2-40B4-BE49-F238E27FC236}">
                      <a16:creationId xmlns:a16="http://schemas.microsoft.com/office/drawing/2014/main" id="{7E3AD5B7-BB6D-49A6-91DA-911DEC0969CB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id="{DE6A33CF-7655-4367-A464-6567FCFC1E9E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F8BCD9CB-6DC8-44A5-871A-C61261E56B12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D3373D6F-9A90-4FC7-82BC-A643135F9712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E5D22916-DC41-44DE-BF5D-6D8476D13AFA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64380C92-1F5F-4E89-9372-FBC8B693BC78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99" name="Text Box 58">
                <a:extLst>
                  <a:ext uri="{FF2B5EF4-FFF2-40B4-BE49-F238E27FC236}">
                    <a16:creationId xmlns:a16="http://schemas.microsoft.com/office/drawing/2014/main" id="{C7D52491-20F7-447B-85AE-C2D92D4BAE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569" y="1429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202" name="Text Box 58">
                <a:extLst>
                  <a:ext uri="{FF2B5EF4-FFF2-40B4-BE49-F238E27FC236}">
                    <a16:creationId xmlns:a16="http://schemas.microsoft.com/office/drawing/2014/main" id="{CF420DCA-93DC-4DBD-B68E-0EC95CD864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204" name="Text Box 58">
                <a:extLst>
                  <a:ext uri="{FF2B5EF4-FFF2-40B4-BE49-F238E27FC236}">
                    <a16:creationId xmlns:a16="http://schemas.microsoft.com/office/drawing/2014/main" id="{7D0954D4-D5B2-4F6A-9E02-BD1CA3EEB2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5439" y="35440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205" name="Text Box 58">
                <a:extLst>
                  <a:ext uri="{FF2B5EF4-FFF2-40B4-BE49-F238E27FC236}">
                    <a16:creationId xmlns:a16="http://schemas.microsoft.com/office/drawing/2014/main" id="{34F02549-85F9-454D-91B1-7CDFE433E2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206" name="Text Box 58">
                <a:extLst>
                  <a:ext uri="{FF2B5EF4-FFF2-40B4-BE49-F238E27FC236}">
                    <a16:creationId xmlns:a16="http://schemas.microsoft.com/office/drawing/2014/main" id="{6D4D3723-B546-41C2-BF48-B97E52DBDE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7" name="Text Box 58">
                <a:extLst>
                  <a:ext uri="{FF2B5EF4-FFF2-40B4-BE49-F238E27FC236}">
                    <a16:creationId xmlns:a16="http://schemas.microsoft.com/office/drawing/2014/main" id="{C520988D-84B2-4E5A-8192-ED7FBB002F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0211" y="2555512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3" name="Text Box 58">
              <a:extLst>
                <a:ext uri="{FF2B5EF4-FFF2-40B4-BE49-F238E27FC236}">
                  <a16:creationId xmlns:a16="http://schemas.microsoft.com/office/drawing/2014/main" id="{2C2DD664-E0ED-447B-9C56-E55369FD9A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5827" y="2103011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94" name="Text Box 58">
              <a:extLst>
                <a:ext uri="{FF2B5EF4-FFF2-40B4-BE49-F238E27FC236}">
                  <a16:creationId xmlns:a16="http://schemas.microsoft.com/office/drawing/2014/main" id="{D108A22D-6501-4130-BA04-8F4C06F984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7311" y="327219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2EE787F8-4EAA-42CB-ABC4-3D2899E59823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96" name="타원 195">
              <a:extLst>
                <a:ext uri="{FF2B5EF4-FFF2-40B4-BE49-F238E27FC236}">
                  <a16:creationId xmlns:a16="http://schemas.microsoft.com/office/drawing/2014/main" id="{814B41CE-EB19-46CB-9BE8-B1DA71ECE2A2}"/>
                </a:ext>
              </a:extLst>
            </p:cNvPr>
            <p:cNvSpPr/>
            <p:nvPr/>
          </p:nvSpPr>
          <p:spPr bwMode="auto">
            <a:xfrm>
              <a:off x="6631693" y="343555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97" name="Text Box 58">
              <a:extLst>
                <a:ext uri="{FF2B5EF4-FFF2-40B4-BE49-F238E27FC236}">
                  <a16:creationId xmlns:a16="http://schemas.microsoft.com/office/drawing/2014/main" id="{A6C0E63D-1534-4383-8B6D-7398E985F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4199" y="371214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43" name="타원 242">
              <a:extLst>
                <a:ext uri="{FF2B5EF4-FFF2-40B4-BE49-F238E27FC236}">
                  <a16:creationId xmlns:a16="http://schemas.microsoft.com/office/drawing/2014/main" id="{CDFFFA77-2A49-469C-99F9-43DAD278D67A}"/>
                </a:ext>
              </a:extLst>
            </p:cNvPr>
            <p:cNvSpPr/>
            <p:nvPr/>
          </p:nvSpPr>
          <p:spPr bwMode="auto">
            <a:xfrm>
              <a:off x="8543528" y="36262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44" name="Text Box 58">
              <a:extLst>
                <a:ext uri="{FF2B5EF4-FFF2-40B4-BE49-F238E27FC236}">
                  <a16:creationId xmlns:a16="http://schemas.microsoft.com/office/drawing/2014/main" id="{BDC84661-3558-43C3-9AD0-C7AD10F0E9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1873" y="3955620"/>
              <a:ext cx="1633974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46" name="Text Box 58">
              <a:extLst>
                <a:ext uri="{FF2B5EF4-FFF2-40B4-BE49-F238E27FC236}">
                  <a16:creationId xmlns:a16="http://schemas.microsoft.com/office/drawing/2014/main" id="{66150448-B35E-435F-B4B8-97CDDF1E0B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6857" y="4950628"/>
              <a:ext cx="215775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55FEB8-BA8C-4248-98C4-FF36361EFEF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6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9177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</a:t>
            </a:r>
            <a:endParaRPr lang="ko-KR" altLang="en-US" sz="2000" dirty="0"/>
          </a:p>
        </p:txBody>
      </p:sp>
      <p:grpSp>
        <p:nvGrpSpPr>
          <p:cNvPr id="283" name="그룹 282">
            <a:extLst>
              <a:ext uri="{FF2B5EF4-FFF2-40B4-BE49-F238E27FC236}">
                <a16:creationId xmlns:a16="http://schemas.microsoft.com/office/drawing/2014/main" id="{4584267C-A13D-43F2-9968-0313653317F9}"/>
              </a:ext>
            </a:extLst>
          </p:cNvPr>
          <p:cNvGrpSpPr/>
          <p:nvPr/>
        </p:nvGrpSpPr>
        <p:grpSpPr>
          <a:xfrm>
            <a:off x="6258" y="2047199"/>
            <a:ext cx="10856882" cy="3346195"/>
            <a:chOff x="6318867" y="2047199"/>
            <a:chExt cx="10856882" cy="3346195"/>
          </a:xfrm>
        </p:grpSpPr>
        <p:grpSp>
          <p:nvGrpSpPr>
            <p:cNvPr id="284" name="그룹 283">
              <a:extLst>
                <a:ext uri="{FF2B5EF4-FFF2-40B4-BE49-F238E27FC236}">
                  <a16:creationId xmlns:a16="http://schemas.microsoft.com/office/drawing/2014/main" id="{0D9FEDD1-65F8-4769-B937-A745CAF2D0F0}"/>
                </a:ext>
              </a:extLst>
            </p:cNvPr>
            <p:cNvGrpSpPr/>
            <p:nvPr/>
          </p:nvGrpSpPr>
          <p:grpSpPr>
            <a:xfrm>
              <a:off x="6345356" y="2047199"/>
              <a:ext cx="10830393" cy="3346195"/>
              <a:chOff x="608317" y="1386752"/>
              <a:chExt cx="8407169" cy="2597509"/>
            </a:xfrm>
          </p:grpSpPr>
          <p:grpSp>
            <p:nvGrpSpPr>
              <p:cNvPr id="297" name="그룹 296">
                <a:extLst>
                  <a:ext uri="{FF2B5EF4-FFF2-40B4-BE49-F238E27FC236}">
                    <a16:creationId xmlns:a16="http://schemas.microsoft.com/office/drawing/2014/main" id="{9724D309-67EE-46E3-BE47-74E99A6938F4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302" name="그룹 301">
                  <a:extLst>
                    <a:ext uri="{FF2B5EF4-FFF2-40B4-BE49-F238E27FC236}">
                      <a16:creationId xmlns:a16="http://schemas.microsoft.com/office/drawing/2014/main" id="{F5BF7797-FF69-4E73-AF89-38EA5BEBC148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20217"/>
                  <a:chOff x="1849118" y="4003034"/>
                  <a:chExt cx="4276705" cy="1244076"/>
                </a:xfrm>
              </p:grpSpPr>
              <p:sp>
                <p:nvSpPr>
                  <p:cNvPr id="326" name="Line 48">
                    <a:extLst>
                      <a:ext uri="{FF2B5EF4-FFF2-40B4-BE49-F238E27FC236}">
                        <a16:creationId xmlns:a16="http://schemas.microsoft.com/office/drawing/2014/main" id="{4DD3420D-2B87-44F9-BF59-EBBCF9E7F0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327" name="Line 48">
                    <a:extLst>
                      <a:ext uri="{FF2B5EF4-FFF2-40B4-BE49-F238E27FC236}">
                        <a16:creationId xmlns:a16="http://schemas.microsoft.com/office/drawing/2014/main" id="{BB77BE3E-C78E-4F02-A69D-D75116D83C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28" name="Line 48">
                    <a:extLst>
                      <a:ext uri="{FF2B5EF4-FFF2-40B4-BE49-F238E27FC236}">
                        <a16:creationId xmlns:a16="http://schemas.microsoft.com/office/drawing/2014/main" id="{24DA297A-522B-4C58-A0C2-99A6FD7F53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29" name="Line 48">
                    <a:extLst>
                      <a:ext uri="{FF2B5EF4-FFF2-40B4-BE49-F238E27FC236}">
                        <a16:creationId xmlns:a16="http://schemas.microsoft.com/office/drawing/2014/main" id="{42AB1E21-FD2B-4E20-9E7C-D2647D36497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0" name="Line 48">
                    <a:extLst>
                      <a:ext uri="{FF2B5EF4-FFF2-40B4-BE49-F238E27FC236}">
                        <a16:creationId xmlns:a16="http://schemas.microsoft.com/office/drawing/2014/main" id="{6933DD04-F226-4E45-BC77-2C425526AD2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1" name="Line 48">
                    <a:extLst>
                      <a:ext uri="{FF2B5EF4-FFF2-40B4-BE49-F238E27FC236}">
                        <a16:creationId xmlns:a16="http://schemas.microsoft.com/office/drawing/2014/main" id="{1D3E6662-C264-4865-A3CF-2BC1C431CC7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2" name="Line 48">
                    <a:extLst>
                      <a:ext uri="{FF2B5EF4-FFF2-40B4-BE49-F238E27FC236}">
                        <a16:creationId xmlns:a16="http://schemas.microsoft.com/office/drawing/2014/main" id="{A3135B1D-AC91-4F69-AA4A-B97FAF1DA7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3" name="Line 48">
                    <a:extLst>
                      <a:ext uri="{FF2B5EF4-FFF2-40B4-BE49-F238E27FC236}">
                        <a16:creationId xmlns:a16="http://schemas.microsoft.com/office/drawing/2014/main" id="{7BB39D6D-FE17-43D1-848A-37D896C9C64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4" name="Line 48">
                    <a:extLst>
                      <a:ext uri="{FF2B5EF4-FFF2-40B4-BE49-F238E27FC236}">
                        <a16:creationId xmlns:a16="http://schemas.microsoft.com/office/drawing/2014/main" id="{82CCA9F6-309C-4183-B217-FA24BBC119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5" name="Line 48">
                    <a:extLst>
                      <a:ext uri="{FF2B5EF4-FFF2-40B4-BE49-F238E27FC236}">
                        <a16:creationId xmlns:a16="http://schemas.microsoft.com/office/drawing/2014/main" id="{C41D65A0-B534-4CEC-907A-3009D79F63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6" name="Line 48">
                    <a:extLst>
                      <a:ext uri="{FF2B5EF4-FFF2-40B4-BE49-F238E27FC236}">
                        <a16:creationId xmlns:a16="http://schemas.microsoft.com/office/drawing/2014/main" id="{827C1C68-8609-4458-A2F2-65F6C593E4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40" name="Line 48">
                    <a:extLst>
                      <a:ext uri="{FF2B5EF4-FFF2-40B4-BE49-F238E27FC236}">
                        <a16:creationId xmlns:a16="http://schemas.microsoft.com/office/drawing/2014/main" id="{4F1C8B80-D404-4CB9-A0E7-0C71A73D24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09341" y="461824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630EEE85-8106-4B70-B68B-AD640FE776AD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304" name="TextBox 303">
                  <a:extLst>
                    <a:ext uri="{FF2B5EF4-FFF2-40B4-BE49-F238E27FC236}">
                      <a16:creationId xmlns:a16="http://schemas.microsoft.com/office/drawing/2014/main" id="{882A9FF1-28B7-445C-9270-CC67F90387E0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77138F5A-5CC5-4DCC-9AEE-8D72BAD28495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77C81D4D-A90B-4C33-B4D3-C1E6290E295C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307" name="TextBox 306">
                  <a:extLst>
                    <a:ext uri="{FF2B5EF4-FFF2-40B4-BE49-F238E27FC236}">
                      <a16:creationId xmlns:a16="http://schemas.microsoft.com/office/drawing/2014/main" id="{69ADB88F-6E81-4203-8368-3C77F3411BBE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308" name="TextBox 307">
                  <a:extLst>
                    <a:ext uri="{FF2B5EF4-FFF2-40B4-BE49-F238E27FC236}">
                      <a16:creationId xmlns:a16="http://schemas.microsoft.com/office/drawing/2014/main" id="{3BB28793-71EB-423E-966F-86190659A743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7F96478B-D1F8-4981-8DC5-78B9B4006A28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310" name="TextBox 309">
                  <a:extLst>
                    <a:ext uri="{FF2B5EF4-FFF2-40B4-BE49-F238E27FC236}">
                      <a16:creationId xmlns:a16="http://schemas.microsoft.com/office/drawing/2014/main" id="{28D6FABB-D707-4D43-AF5F-0E6617C43BDA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id="{CC71B24B-A396-42C1-9A9C-DBE72397ECCA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312" name="TextBox 311">
                  <a:extLst>
                    <a:ext uri="{FF2B5EF4-FFF2-40B4-BE49-F238E27FC236}">
                      <a16:creationId xmlns:a16="http://schemas.microsoft.com/office/drawing/2014/main" id="{1B99AD18-3247-4AAA-B15B-AAC2A0D9BB35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313" name="TextBox 312">
                  <a:extLst>
                    <a:ext uri="{FF2B5EF4-FFF2-40B4-BE49-F238E27FC236}">
                      <a16:creationId xmlns:a16="http://schemas.microsoft.com/office/drawing/2014/main" id="{0AF90984-C317-49D4-9779-DC0C8F652D1A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14" name="TextBox 313">
                  <a:extLst>
                    <a:ext uri="{FF2B5EF4-FFF2-40B4-BE49-F238E27FC236}">
                      <a16:creationId xmlns:a16="http://schemas.microsoft.com/office/drawing/2014/main" id="{E33251BB-61E1-4239-8B13-F9206BD26F88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15" name="TextBox 314">
                  <a:extLst>
                    <a:ext uri="{FF2B5EF4-FFF2-40B4-BE49-F238E27FC236}">
                      <a16:creationId xmlns:a16="http://schemas.microsoft.com/office/drawing/2014/main" id="{3F93D4F8-D223-4226-AD4F-F974A027A0D5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16" name="TextBox 315">
                  <a:extLst>
                    <a:ext uri="{FF2B5EF4-FFF2-40B4-BE49-F238E27FC236}">
                      <a16:creationId xmlns:a16="http://schemas.microsoft.com/office/drawing/2014/main" id="{0030E2C1-D11C-491E-9FFA-C0671FCD5B35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17" name="TextBox 316">
                  <a:extLst>
                    <a:ext uri="{FF2B5EF4-FFF2-40B4-BE49-F238E27FC236}">
                      <a16:creationId xmlns:a16="http://schemas.microsoft.com/office/drawing/2014/main" id="{F63DB3C8-C015-41C6-A1F1-E38BC021E85F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id="{07DA8354-17CA-4801-A0AA-849F081EDD6F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19" name="TextBox 318">
                  <a:extLst>
                    <a:ext uri="{FF2B5EF4-FFF2-40B4-BE49-F238E27FC236}">
                      <a16:creationId xmlns:a16="http://schemas.microsoft.com/office/drawing/2014/main" id="{2D3A8F13-3503-49FB-B8BB-6FF0B3FBE4CB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20" name="TextBox 319">
                  <a:extLst>
                    <a:ext uri="{FF2B5EF4-FFF2-40B4-BE49-F238E27FC236}">
                      <a16:creationId xmlns:a16="http://schemas.microsoft.com/office/drawing/2014/main" id="{64986581-2107-442C-8165-7F959B0F8794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3B3B361E-4A9A-426B-B246-8DB0956CD774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9C4FB44D-50B0-4246-B5B9-4CED5C4A9C1C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23" name="TextBox 322">
                  <a:extLst>
                    <a:ext uri="{FF2B5EF4-FFF2-40B4-BE49-F238E27FC236}">
                      <a16:creationId xmlns:a16="http://schemas.microsoft.com/office/drawing/2014/main" id="{3B6A8886-0B57-4A9C-B3F9-EB5B26A4DF62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24" name="TextBox 323">
                  <a:extLst>
                    <a:ext uri="{FF2B5EF4-FFF2-40B4-BE49-F238E27FC236}">
                      <a16:creationId xmlns:a16="http://schemas.microsoft.com/office/drawing/2014/main" id="{A65ACEF7-E7FE-4636-8088-B9016BA5605A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325" name="TextBox 324">
                  <a:extLst>
                    <a:ext uri="{FF2B5EF4-FFF2-40B4-BE49-F238E27FC236}">
                      <a16:creationId xmlns:a16="http://schemas.microsoft.com/office/drawing/2014/main" id="{53D48CCE-04A1-40F3-B3C0-596E49B1161A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342" name="TextBox 341">
                  <a:extLst>
                    <a:ext uri="{FF2B5EF4-FFF2-40B4-BE49-F238E27FC236}">
                      <a16:creationId xmlns:a16="http://schemas.microsoft.com/office/drawing/2014/main" id="{82B54F13-B6D9-49D0-A1B2-25BBA944CA19}"/>
                    </a:ext>
                  </a:extLst>
                </p:cNvPr>
                <p:cNvSpPr txBox="1"/>
                <p:nvPr/>
              </p:nvSpPr>
              <p:spPr>
                <a:xfrm>
                  <a:off x="3974999" y="4802324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299" name="Text Box 58">
                <a:extLst>
                  <a:ext uri="{FF2B5EF4-FFF2-40B4-BE49-F238E27FC236}">
                    <a16:creationId xmlns:a16="http://schemas.microsoft.com/office/drawing/2014/main" id="{52586A0B-A183-4A04-969A-B5E3E33686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82086" y="3527061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300" name="Text Box 58">
                <a:extLst>
                  <a:ext uri="{FF2B5EF4-FFF2-40B4-BE49-F238E27FC236}">
                    <a16:creationId xmlns:a16="http://schemas.microsoft.com/office/drawing/2014/main" id="{D0F485C5-B91F-47B1-ADE4-B46413AA94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01" name="Text Box 58">
                <a:extLst>
                  <a:ext uri="{FF2B5EF4-FFF2-40B4-BE49-F238E27FC236}">
                    <a16:creationId xmlns:a16="http://schemas.microsoft.com/office/drawing/2014/main" id="{9E20D3B1-8DB7-48C2-977E-E1E9989E74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0211" y="2555512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85" name="Text Box 58">
              <a:extLst>
                <a:ext uri="{FF2B5EF4-FFF2-40B4-BE49-F238E27FC236}">
                  <a16:creationId xmlns:a16="http://schemas.microsoft.com/office/drawing/2014/main" id="{89F50724-5639-45A9-B6ED-83F9BA0D34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5852" y="2074822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86" name="Text Box 58">
              <a:extLst>
                <a:ext uri="{FF2B5EF4-FFF2-40B4-BE49-F238E27FC236}">
                  <a16:creationId xmlns:a16="http://schemas.microsoft.com/office/drawing/2014/main" id="{2D92B2C7-80C3-49F7-A2B2-3998F055F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4249" y="327219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87" name="타원 286">
              <a:extLst>
                <a:ext uri="{FF2B5EF4-FFF2-40B4-BE49-F238E27FC236}">
                  <a16:creationId xmlns:a16="http://schemas.microsoft.com/office/drawing/2014/main" id="{F59C51DC-0A95-4127-8474-178A4AF042A8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88" name="타원 287">
              <a:extLst>
                <a:ext uri="{FF2B5EF4-FFF2-40B4-BE49-F238E27FC236}">
                  <a16:creationId xmlns:a16="http://schemas.microsoft.com/office/drawing/2014/main" id="{4A8CBC36-0F1C-4AF4-B518-58FC6A290432}"/>
                </a:ext>
              </a:extLst>
            </p:cNvPr>
            <p:cNvSpPr/>
            <p:nvPr/>
          </p:nvSpPr>
          <p:spPr bwMode="auto">
            <a:xfrm>
              <a:off x="6631693" y="343555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89" name="Text Box 58">
              <a:extLst>
                <a:ext uri="{FF2B5EF4-FFF2-40B4-BE49-F238E27FC236}">
                  <a16:creationId xmlns:a16="http://schemas.microsoft.com/office/drawing/2014/main" id="{2B67B052-56A9-43C9-82F9-BE72F838CE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4199" y="371214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90" name="타원 289">
              <a:extLst>
                <a:ext uri="{FF2B5EF4-FFF2-40B4-BE49-F238E27FC236}">
                  <a16:creationId xmlns:a16="http://schemas.microsoft.com/office/drawing/2014/main" id="{56A48EE2-D747-4C21-B32D-DC56865AF419}"/>
                </a:ext>
              </a:extLst>
            </p:cNvPr>
            <p:cNvSpPr/>
            <p:nvPr/>
          </p:nvSpPr>
          <p:spPr bwMode="auto">
            <a:xfrm>
              <a:off x="8543528" y="36262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91" name="Text Box 58">
              <a:extLst>
                <a:ext uri="{FF2B5EF4-FFF2-40B4-BE49-F238E27FC236}">
                  <a16:creationId xmlns:a16="http://schemas.microsoft.com/office/drawing/2014/main" id="{EDD6EFC4-C8B4-4D8E-92FB-F5C194C5C8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6696" y="3947892"/>
              <a:ext cx="214288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93" name="Text Box 58">
              <a:extLst>
                <a:ext uri="{FF2B5EF4-FFF2-40B4-BE49-F238E27FC236}">
                  <a16:creationId xmlns:a16="http://schemas.microsoft.com/office/drawing/2014/main" id="{0CF73F2F-FAFD-4570-A96A-9B8CEE5C1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8867" y="4872755"/>
              <a:ext cx="2112419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96" name="Text Box 58">
              <a:extLst>
                <a:ext uri="{FF2B5EF4-FFF2-40B4-BE49-F238E27FC236}">
                  <a16:creationId xmlns:a16="http://schemas.microsoft.com/office/drawing/2014/main" id="{A2D9A582-D37E-44DF-B172-6FE4B2B5FA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7517" y="2090695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37" name="타원 336">
              <a:extLst>
                <a:ext uri="{FF2B5EF4-FFF2-40B4-BE49-F238E27FC236}">
                  <a16:creationId xmlns:a16="http://schemas.microsoft.com/office/drawing/2014/main" id="{B43D6726-EC8A-4028-9C32-5BA4CD64CFE8}"/>
                </a:ext>
              </a:extLst>
            </p:cNvPr>
            <p:cNvSpPr/>
            <p:nvPr/>
          </p:nvSpPr>
          <p:spPr bwMode="auto">
            <a:xfrm>
              <a:off x="9667685" y="359091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338" name="Text Box 58">
              <a:extLst>
                <a:ext uri="{FF2B5EF4-FFF2-40B4-BE49-F238E27FC236}">
                  <a16:creationId xmlns:a16="http://schemas.microsoft.com/office/drawing/2014/main" id="{EB84CFAB-35EA-4021-AEE2-6F136B7D6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53377" y="2920984"/>
              <a:ext cx="214288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22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41" name="Text Box 58">
              <a:extLst>
                <a:ext uri="{FF2B5EF4-FFF2-40B4-BE49-F238E27FC236}">
                  <a16:creationId xmlns:a16="http://schemas.microsoft.com/office/drawing/2014/main" id="{E4ACAC2A-9641-4F99-AAAD-B0548FE75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5238" y="4887473"/>
              <a:ext cx="2112419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2062C916-84D1-4192-9E9E-A5B755A7BC08}"/>
              </a:ext>
            </a:extLst>
          </p:cNvPr>
          <p:cNvGrpSpPr/>
          <p:nvPr/>
        </p:nvGrpSpPr>
        <p:grpSpPr>
          <a:xfrm>
            <a:off x="6121382" y="1743216"/>
            <a:ext cx="6152013" cy="3467422"/>
            <a:chOff x="6344249" y="1743216"/>
            <a:chExt cx="6152013" cy="3467422"/>
          </a:xfrm>
        </p:grpSpPr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7A5D8557-DB5D-4B71-B3C3-F01650C41D8A}"/>
                </a:ext>
              </a:extLst>
            </p:cNvPr>
            <p:cNvGrpSpPr/>
            <p:nvPr/>
          </p:nvGrpSpPr>
          <p:grpSpPr>
            <a:xfrm>
              <a:off x="6345356" y="2047199"/>
              <a:ext cx="5558731" cy="2933493"/>
              <a:chOff x="608317" y="1386752"/>
              <a:chExt cx="4315004" cy="2277146"/>
            </a:xfrm>
          </p:grpSpPr>
          <p:grpSp>
            <p:nvGrpSpPr>
              <p:cNvPr id="131" name="그룹 130">
                <a:extLst>
                  <a:ext uri="{FF2B5EF4-FFF2-40B4-BE49-F238E27FC236}">
                    <a16:creationId xmlns:a16="http://schemas.microsoft.com/office/drawing/2014/main" id="{B38ED4BC-0137-45DC-AE0D-5DB7E4826FE2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35" name="그룹 134">
                  <a:extLst>
                    <a:ext uri="{FF2B5EF4-FFF2-40B4-BE49-F238E27FC236}">
                      <a16:creationId xmlns:a16="http://schemas.microsoft.com/office/drawing/2014/main" id="{6ED7A34E-03D2-4810-920B-FC6BE50D09AF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20217"/>
                  <a:chOff x="1849118" y="4003034"/>
                  <a:chExt cx="4276705" cy="1244076"/>
                </a:xfrm>
              </p:grpSpPr>
              <p:sp>
                <p:nvSpPr>
                  <p:cNvPr id="160" name="Line 48">
                    <a:extLst>
                      <a:ext uri="{FF2B5EF4-FFF2-40B4-BE49-F238E27FC236}">
                        <a16:creationId xmlns:a16="http://schemas.microsoft.com/office/drawing/2014/main" id="{54F9A86E-FA0B-48C2-81AB-F0628F8E22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61" name="Line 48">
                    <a:extLst>
                      <a:ext uri="{FF2B5EF4-FFF2-40B4-BE49-F238E27FC236}">
                        <a16:creationId xmlns:a16="http://schemas.microsoft.com/office/drawing/2014/main" id="{C1B5ED12-3106-4807-8A04-A4087A70BA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2" name="Line 48">
                    <a:extLst>
                      <a:ext uri="{FF2B5EF4-FFF2-40B4-BE49-F238E27FC236}">
                        <a16:creationId xmlns:a16="http://schemas.microsoft.com/office/drawing/2014/main" id="{DA4726A2-E1B0-40AC-A781-04A5B6FF827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3" name="Line 48">
                    <a:extLst>
                      <a:ext uri="{FF2B5EF4-FFF2-40B4-BE49-F238E27FC236}">
                        <a16:creationId xmlns:a16="http://schemas.microsoft.com/office/drawing/2014/main" id="{8033D33B-ED7A-4A3C-A5F8-65BB3DE020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4" name="Line 48">
                    <a:extLst>
                      <a:ext uri="{FF2B5EF4-FFF2-40B4-BE49-F238E27FC236}">
                        <a16:creationId xmlns:a16="http://schemas.microsoft.com/office/drawing/2014/main" id="{17F70F96-EA68-4A12-AECB-4B441710C9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5" name="Line 48">
                    <a:extLst>
                      <a:ext uri="{FF2B5EF4-FFF2-40B4-BE49-F238E27FC236}">
                        <a16:creationId xmlns:a16="http://schemas.microsoft.com/office/drawing/2014/main" id="{7964F2E1-3DAF-44E2-8D5F-98B93343869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6" name="Line 48">
                    <a:extLst>
                      <a:ext uri="{FF2B5EF4-FFF2-40B4-BE49-F238E27FC236}">
                        <a16:creationId xmlns:a16="http://schemas.microsoft.com/office/drawing/2014/main" id="{9AF133DD-3514-4FF4-8D08-7B8F47DE1B6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7" name="Line 48">
                    <a:extLst>
                      <a:ext uri="{FF2B5EF4-FFF2-40B4-BE49-F238E27FC236}">
                        <a16:creationId xmlns:a16="http://schemas.microsoft.com/office/drawing/2014/main" id="{68A71F10-66F7-4C20-8587-41918A1C7CA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olid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68" name="Line 48">
                    <a:extLst>
                      <a:ext uri="{FF2B5EF4-FFF2-40B4-BE49-F238E27FC236}">
                        <a16:creationId xmlns:a16="http://schemas.microsoft.com/office/drawing/2014/main" id="{3888D587-6E1D-45AD-B4D1-9A910F19AC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olid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9" name="Line 48">
                    <a:extLst>
                      <a:ext uri="{FF2B5EF4-FFF2-40B4-BE49-F238E27FC236}">
                        <a16:creationId xmlns:a16="http://schemas.microsoft.com/office/drawing/2014/main" id="{B3F90EE5-3C52-4281-815B-2051FF1B006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0" name="Line 48">
                    <a:extLst>
                      <a:ext uri="{FF2B5EF4-FFF2-40B4-BE49-F238E27FC236}">
                        <a16:creationId xmlns:a16="http://schemas.microsoft.com/office/drawing/2014/main" id="{E1376F0A-6056-4A3B-BD07-115F434B1E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1" name="Line 48">
                    <a:extLst>
                      <a:ext uri="{FF2B5EF4-FFF2-40B4-BE49-F238E27FC236}">
                        <a16:creationId xmlns:a16="http://schemas.microsoft.com/office/drawing/2014/main" id="{CDF70ED5-2D08-4C8A-88BE-6954C6BE46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09341" y="461824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30D90F7A-83FA-4F9B-9F2E-AB6727325001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619D0B8D-BB2B-4F06-89EB-CD986B718DEC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0A93F1E3-D03D-4ABF-AD32-9D6E6C346976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220ACA90-CFE4-4C61-ADE6-B0666186B01B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962E2511-3BB8-46DC-877C-501A437DCF02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49A5AA49-37B1-48C6-939C-1B1475075062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BC235172-6F2E-421A-8006-05F2199DB8C9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4862C618-0FDB-46BF-BD4A-BFAC3E961C2A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1313539F-DAA8-4D99-9EAC-BA987FEA5F49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2BD5B15B-87D0-42EF-B7D8-575D1761E81C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F265DDCE-786E-447C-A97A-7C636063EE83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D58D7C12-3843-4E31-914C-70DBDBC6C8C0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CE29E1F0-EFF7-470B-8285-E404CA89F8BE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177CB4D6-EEF2-4719-802E-4A84A7041F58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852BEC1C-26C2-4037-86B3-2E4B801BA09A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9273AFCC-47A1-41C5-AFD4-D6C24C09FA60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55AC05F1-E636-42AE-BB3F-3BBD5C320501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55B9E17D-57D5-451E-8D83-AE32E73FF830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347D63E9-4C56-45C0-AE62-0D8DF86E21E5}"/>
                    </a:ext>
                  </a:extLst>
                </p:cNvPr>
                <p:cNvSpPr txBox="1"/>
                <p:nvPr/>
              </p:nvSpPr>
              <p:spPr>
                <a:xfrm>
                  <a:off x="3336955" y="5218929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70B7303F-B889-441C-8A7B-3C4F89199319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B62AFE23-FC02-49B0-83CC-1CB1A883F1F4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B9E594B3-FEEA-4C5C-BA2C-B27845DEBE73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18CE2763-B9C7-4FB4-BCB9-AAC18E3E5DEF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DB14AE8D-98C8-43A7-893E-D36D67CF424F}"/>
                    </a:ext>
                  </a:extLst>
                </p:cNvPr>
                <p:cNvSpPr txBox="1"/>
                <p:nvPr/>
              </p:nvSpPr>
              <p:spPr>
                <a:xfrm>
                  <a:off x="3974999" y="4802324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33" name="Text Box 58">
                <a:extLst>
                  <a:ext uri="{FF2B5EF4-FFF2-40B4-BE49-F238E27FC236}">
                    <a16:creationId xmlns:a16="http://schemas.microsoft.com/office/drawing/2014/main" id="{3885CDC6-6A22-4156-9882-7D579F67D2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4" name="Text Box 58">
                <a:extLst>
                  <a:ext uri="{FF2B5EF4-FFF2-40B4-BE49-F238E27FC236}">
                    <a16:creationId xmlns:a16="http://schemas.microsoft.com/office/drawing/2014/main" id="{7C08A208-89C5-4922-9C11-A71C24880F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0211" y="2555512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9" name="Text Box 58">
              <a:extLst>
                <a:ext uri="{FF2B5EF4-FFF2-40B4-BE49-F238E27FC236}">
                  <a16:creationId xmlns:a16="http://schemas.microsoft.com/office/drawing/2014/main" id="{8E32693F-FBD0-4502-B484-BDC8F8FA40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3737" y="1743216"/>
              <a:ext cx="184897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 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&lt; 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20 (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50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0" name="Text Box 58">
              <a:extLst>
                <a:ext uri="{FF2B5EF4-FFF2-40B4-BE49-F238E27FC236}">
                  <a16:creationId xmlns:a16="http://schemas.microsoft.com/office/drawing/2014/main" id="{555AD0EE-4A35-42D8-B8E9-378139C97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4249" y="327219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7D0E8A37-EA34-4AD1-AC5D-0726E62DA4B8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58E6508D-CC5C-431E-97F7-B2C0070553EB}"/>
                </a:ext>
              </a:extLst>
            </p:cNvPr>
            <p:cNvSpPr/>
            <p:nvPr/>
          </p:nvSpPr>
          <p:spPr bwMode="auto">
            <a:xfrm>
              <a:off x="6631693" y="343555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3" name="Text Box 58">
              <a:extLst>
                <a:ext uri="{FF2B5EF4-FFF2-40B4-BE49-F238E27FC236}">
                  <a16:creationId xmlns:a16="http://schemas.microsoft.com/office/drawing/2014/main" id="{492514F4-FF67-4C47-86C4-9E89AA02D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4199" y="371214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75775345-460C-42FB-B6AA-B81B80E84C2F}"/>
                </a:ext>
              </a:extLst>
            </p:cNvPr>
            <p:cNvSpPr/>
            <p:nvPr/>
          </p:nvSpPr>
          <p:spPr bwMode="auto">
            <a:xfrm>
              <a:off x="8543528" y="36262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5" name="Text Box 58">
              <a:extLst>
                <a:ext uri="{FF2B5EF4-FFF2-40B4-BE49-F238E27FC236}">
                  <a16:creationId xmlns:a16="http://schemas.microsoft.com/office/drawing/2014/main" id="{E4C2FF7F-DAD8-4882-B399-500F67AC4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6696" y="3947892"/>
              <a:ext cx="214288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7" name="Text Box 58">
              <a:extLst>
                <a:ext uri="{FF2B5EF4-FFF2-40B4-BE49-F238E27FC236}">
                  <a16:creationId xmlns:a16="http://schemas.microsoft.com/office/drawing/2014/main" id="{1B313138-0DE5-453F-AE85-44116A706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7517" y="2090695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EBF9B59E-8185-4E8A-8F95-B475BC9C7598}"/>
                </a:ext>
              </a:extLst>
            </p:cNvPr>
            <p:cNvSpPr/>
            <p:nvPr/>
          </p:nvSpPr>
          <p:spPr bwMode="auto">
            <a:xfrm>
              <a:off x="9667685" y="359091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9" name="Text Box 58">
              <a:extLst>
                <a:ext uri="{FF2B5EF4-FFF2-40B4-BE49-F238E27FC236}">
                  <a16:creationId xmlns:a16="http://schemas.microsoft.com/office/drawing/2014/main" id="{6932D03E-2A89-4039-9FC4-150D61B8DF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53377" y="2920984"/>
              <a:ext cx="214288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22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30" name="Text Box 58">
              <a:extLst>
                <a:ext uri="{FF2B5EF4-FFF2-40B4-BE49-F238E27FC236}">
                  <a16:creationId xmlns:a16="http://schemas.microsoft.com/office/drawing/2014/main" id="{4814329D-CA59-457A-AADD-E23EC98F0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5238" y="4887473"/>
              <a:ext cx="2112419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0FE6FBEC-941B-4537-BE98-9B89CD1943A9}"/>
                </a:ext>
              </a:extLst>
            </p:cNvPr>
            <p:cNvSpPr/>
            <p:nvPr/>
          </p:nvSpPr>
          <p:spPr bwMode="auto">
            <a:xfrm>
              <a:off x="9098829" y="231204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3927DF-B58D-49E8-A759-E88843EC66DD}"/>
                </a:ext>
              </a:extLst>
            </p:cNvPr>
            <p:cNvSpPr/>
            <p:nvPr/>
          </p:nvSpPr>
          <p:spPr bwMode="auto">
            <a:xfrm>
              <a:off x="7795921" y="2256530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177" name="Text Box 58">
            <a:extLst>
              <a:ext uri="{FF2B5EF4-FFF2-40B4-BE49-F238E27FC236}">
                <a16:creationId xmlns:a16="http://schemas.microsoft.com/office/drawing/2014/main" id="{8AC90CB4-F690-4D96-9F92-94FC63A0D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1179" y="4887473"/>
            <a:ext cx="211241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17 (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창동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,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광운대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,</a:t>
            </a:r>
            <a:r>
              <a:rPr lang="ko-KR" altLang="en-US" sz="1500" dirty="0" err="1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석계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)</a:t>
            </a:r>
            <a:endParaRPr lang="ko-KR" altLang="en-US" sz="1500" dirty="0">
              <a:solidFill>
                <a:schemeClr val="accent3">
                  <a:lumMod val="75000"/>
                </a:schemeClr>
              </a:solidFill>
              <a:latin typeface="티머니 둥근바람 Regular" panose="02050503000000000000" pitchFamily="18" charset="-127"/>
              <a:ea typeface="티머니 둥근바람 Regular" panose="02050503000000000000" pitchFamily="18" charset="-127"/>
              <a:cs typeface="Arial" panose="020B060402020202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AE3297-71EC-446A-A3B6-5E31E08F5B1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7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</a:t>
            </a:r>
            <a:endParaRPr lang="ko-KR" altLang="en-US" sz="2000" dirty="0"/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CF1FCD48-5C3F-4395-BF49-5DDFAF3C5E67}"/>
              </a:ext>
            </a:extLst>
          </p:cNvPr>
          <p:cNvGrpSpPr/>
          <p:nvPr/>
        </p:nvGrpSpPr>
        <p:grpSpPr>
          <a:xfrm>
            <a:off x="36136" y="2047199"/>
            <a:ext cx="6177395" cy="3610386"/>
            <a:chOff x="6096000" y="2047199"/>
            <a:chExt cx="6177395" cy="3610386"/>
          </a:xfrm>
        </p:grpSpPr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972F9E73-4AA0-4BC4-8ED8-B49CBF03D16A}"/>
                </a:ext>
              </a:extLst>
            </p:cNvPr>
            <p:cNvGrpSpPr/>
            <p:nvPr/>
          </p:nvGrpSpPr>
          <p:grpSpPr>
            <a:xfrm>
              <a:off x="6096000" y="2047199"/>
              <a:ext cx="6177395" cy="3610386"/>
              <a:chOff x="6318867" y="2047199"/>
              <a:chExt cx="6177395" cy="3610386"/>
            </a:xfrm>
          </p:grpSpPr>
          <p:grpSp>
            <p:nvGrpSpPr>
              <p:cNvPr id="173" name="그룹 172">
                <a:extLst>
                  <a:ext uri="{FF2B5EF4-FFF2-40B4-BE49-F238E27FC236}">
                    <a16:creationId xmlns:a16="http://schemas.microsoft.com/office/drawing/2014/main" id="{0E738062-15E1-4565-B6D3-612ADA602327}"/>
                  </a:ext>
                </a:extLst>
              </p:cNvPr>
              <p:cNvGrpSpPr/>
              <p:nvPr/>
            </p:nvGrpSpPr>
            <p:grpSpPr>
              <a:xfrm>
                <a:off x="6345356" y="2047199"/>
                <a:ext cx="5558731" cy="2933493"/>
                <a:chOff x="608317" y="1386752"/>
                <a:chExt cx="4315004" cy="2277146"/>
              </a:xfrm>
            </p:grpSpPr>
            <p:grpSp>
              <p:nvGrpSpPr>
                <p:cNvPr id="190" name="그룹 189">
                  <a:extLst>
                    <a:ext uri="{FF2B5EF4-FFF2-40B4-BE49-F238E27FC236}">
                      <a16:creationId xmlns:a16="http://schemas.microsoft.com/office/drawing/2014/main" id="{8CDA4AD6-D372-4C47-A4D5-0108CF8C6C88}"/>
                    </a:ext>
                  </a:extLst>
                </p:cNvPr>
                <p:cNvGrpSpPr/>
                <p:nvPr/>
              </p:nvGrpSpPr>
              <p:grpSpPr>
                <a:xfrm>
                  <a:off x="686603" y="1386752"/>
                  <a:ext cx="4236718" cy="2277146"/>
                  <a:chOff x="1399132" y="2695092"/>
                  <a:chExt cx="5417077" cy="2911565"/>
                </a:xfrm>
              </p:grpSpPr>
              <p:grpSp>
                <p:nvGrpSpPr>
                  <p:cNvPr id="193" name="그룹 192">
                    <a:extLst>
                      <a:ext uri="{FF2B5EF4-FFF2-40B4-BE49-F238E27FC236}">
                        <a16:creationId xmlns:a16="http://schemas.microsoft.com/office/drawing/2014/main" id="{D852D1DA-2C76-4183-9495-EFEADD8368BE}"/>
                      </a:ext>
                    </a:extLst>
                  </p:cNvPr>
                  <p:cNvGrpSpPr/>
                  <p:nvPr/>
                </p:nvGrpSpPr>
                <p:grpSpPr>
                  <a:xfrm>
                    <a:off x="1849118" y="3429000"/>
                    <a:ext cx="4276705" cy="1820217"/>
                    <a:chOff x="1849118" y="4003034"/>
                    <a:chExt cx="4276705" cy="1244076"/>
                  </a:xfrm>
                </p:grpSpPr>
                <p:sp>
                  <p:nvSpPr>
                    <p:cNvPr id="218" name="Line 48">
                      <a:extLst>
                        <a:ext uri="{FF2B5EF4-FFF2-40B4-BE49-F238E27FC236}">
                          <a16:creationId xmlns:a16="http://schemas.microsoft.com/office/drawing/2014/main" id="{0D584690-5C41-4051-AB61-73E247716F8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1849119" y="4003040"/>
                      <a:ext cx="568305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219" name="Line 48">
                      <a:extLst>
                        <a:ext uri="{FF2B5EF4-FFF2-40B4-BE49-F238E27FC236}">
                          <a16:creationId xmlns:a16="http://schemas.microsoft.com/office/drawing/2014/main" id="{7C79B67D-6F60-4052-92FD-F1AC0692472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2985729" y="461369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0" name="Line 48">
                      <a:extLst>
                        <a:ext uri="{FF2B5EF4-FFF2-40B4-BE49-F238E27FC236}">
                          <a16:creationId xmlns:a16="http://schemas.microsoft.com/office/drawing/2014/main" id="{A47C9493-DE2D-457B-8EB4-82CFC4C4ECB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1849118" y="4003038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1" name="Line 48">
                      <a:extLst>
                        <a:ext uri="{FF2B5EF4-FFF2-40B4-BE49-F238E27FC236}">
                          <a16:creationId xmlns:a16="http://schemas.microsoft.com/office/drawing/2014/main" id="{3D27DE79-B63B-456D-A37E-5C3DEAE1A8A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417421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2" name="Line 48">
                      <a:extLst>
                        <a:ext uri="{FF2B5EF4-FFF2-40B4-BE49-F238E27FC236}">
                          <a16:creationId xmlns:a16="http://schemas.microsoft.com/office/drawing/2014/main" id="{492102E7-1B50-4B84-8968-1AAF6C92CB8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3646785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3" name="Line 48">
                      <a:extLst>
                        <a:ext uri="{FF2B5EF4-FFF2-40B4-BE49-F238E27FC236}">
                          <a16:creationId xmlns:a16="http://schemas.microsoft.com/office/drawing/2014/main" id="{27A0C647-5FEA-497F-B3F9-490EB15B0C3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3078481" y="4003036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4" name="Line 48">
                      <a:extLst>
                        <a:ext uri="{FF2B5EF4-FFF2-40B4-BE49-F238E27FC236}">
                          <a16:creationId xmlns:a16="http://schemas.microsoft.com/office/drawing/2014/main" id="{F7F0B26E-71D2-401A-A0EB-0D2F449C686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876149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5" name="Line 48">
                      <a:extLst>
                        <a:ext uri="{FF2B5EF4-FFF2-40B4-BE49-F238E27FC236}">
                          <a16:creationId xmlns:a16="http://schemas.microsoft.com/office/drawing/2014/main" id="{6CD9BD07-A124-4B4E-BE9A-A40D8E67F62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995885" y="5242560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prstDash val="sysDash"/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226" name="Line 48">
                      <a:extLst>
                        <a:ext uri="{FF2B5EF4-FFF2-40B4-BE49-F238E27FC236}">
                          <a16:creationId xmlns:a16="http://schemas.microsoft.com/office/drawing/2014/main" id="{CD82EEF8-CC00-43D9-87DA-BF510BBE22C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235404" y="524255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prstDash val="sysDash"/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7" name="Line 48">
                      <a:extLst>
                        <a:ext uri="{FF2B5EF4-FFF2-40B4-BE49-F238E27FC236}">
                          <a16:creationId xmlns:a16="http://schemas.microsoft.com/office/drawing/2014/main" id="{75C24593-E0AE-41E5-BB76-0B5490ED8A0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5490831" y="4622799"/>
                      <a:ext cx="634992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8" name="Line 48">
                      <a:extLst>
                        <a:ext uri="{FF2B5EF4-FFF2-40B4-BE49-F238E27FC236}">
                          <a16:creationId xmlns:a16="http://schemas.microsoft.com/office/drawing/2014/main" id="{B6060C5C-D631-4848-A100-C1146CEF688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307844" y="4003034"/>
                      <a:ext cx="568303" cy="61967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9" name="Line 48">
                      <a:extLst>
                        <a:ext uri="{FF2B5EF4-FFF2-40B4-BE49-F238E27FC236}">
                          <a16:creationId xmlns:a16="http://schemas.microsoft.com/office/drawing/2014/main" id="{03C8DFFB-CFC3-46E4-89A6-BEA6A01ECC0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4209341" y="461824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</p:grpSp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D52BC306-8912-46FE-A0AD-7E4861904EC4}"/>
                      </a:ext>
                    </a:extLst>
                  </p:cNvPr>
                  <p:cNvSpPr txBox="1"/>
                  <p:nvPr/>
                </p:nvSpPr>
                <p:spPr>
                  <a:xfrm>
                    <a:off x="3447053" y="4349253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 err="1">
                        <a:latin typeface="+mj-ea"/>
                        <a:ea typeface="+mj-ea"/>
                      </a:rPr>
                      <a:t>석계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E7D4080A-CDC3-4659-9FB9-2AD62B9C058F}"/>
                      </a:ext>
                    </a:extLst>
                  </p:cNvPr>
                  <p:cNvSpPr txBox="1"/>
                  <p:nvPr/>
                </p:nvSpPr>
                <p:spPr>
                  <a:xfrm>
                    <a:off x="4362055" y="4338094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태릉입구</a:t>
                    </a:r>
                  </a:p>
                </p:txBody>
              </p:sp>
              <p:sp>
                <p:nvSpPr>
                  <p:cNvPr id="196" name="TextBox 195">
                    <a:extLst>
                      <a:ext uri="{FF2B5EF4-FFF2-40B4-BE49-F238E27FC236}">
                        <a16:creationId xmlns:a16="http://schemas.microsoft.com/office/drawing/2014/main" id="{C492E442-D51E-48D2-A7EF-CA3859AA0E17}"/>
                      </a:ext>
                    </a:extLst>
                  </p:cNvPr>
                  <p:cNvSpPr txBox="1"/>
                  <p:nvPr/>
                </p:nvSpPr>
                <p:spPr>
                  <a:xfrm>
                    <a:off x="5203673" y="5218866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망우</a:t>
                    </a:r>
                  </a:p>
                </p:txBody>
              </p:sp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A267894F-CE8D-4720-8CA3-7C00C2CA1505}"/>
                      </a:ext>
                    </a:extLst>
                  </p:cNvPr>
                  <p:cNvSpPr txBox="1"/>
                  <p:nvPr/>
                </p:nvSpPr>
                <p:spPr>
                  <a:xfrm>
                    <a:off x="3840769" y="5231168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상봉</a:t>
                    </a:r>
                  </a:p>
                </p:txBody>
              </p:sp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32001111-A4FA-4633-B8F0-F12E01ED6A3A}"/>
                      </a:ext>
                    </a:extLst>
                  </p:cNvPr>
                  <p:cNvSpPr txBox="1"/>
                  <p:nvPr/>
                </p:nvSpPr>
                <p:spPr>
                  <a:xfrm>
                    <a:off x="2570098" y="5237325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회기</a:t>
                    </a:r>
                  </a:p>
                </p:txBody>
              </p:sp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B3360BFA-CC5E-4E1D-9F28-92E616D9F2FE}"/>
                      </a:ext>
                    </a:extLst>
                  </p:cNvPr>
                  <p:cNvSpPr txBox="1"/>
                  <p:nvPr/>
                </p:nvSpPr>
                <p:spPr>
                  <a:xfrm>
                    <a:off x="1426478" y="4150978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광운대</a:t>
                    </a:r>
                  </a:p>
                </p:txBody>
              </p:sp>
              <p:sp>
                <p:nvSpPr>
                  <p:cNvPr id="200" name="TextBox 199">
                    <a:extLst>
                      <a:ext uri="{FF2B5EF4-FFF2-40B4-BE49-F238E27FC236}">
                        <a16:creationId xmlns:a16="http://schemas.microsoft.com/office/drawing/2014/main" id="{7BE19C03-3623-44FD-89CF-050EF1103105}"/>
                      </a:ext>
                    </a:extLst>
                  </p:cNvPr>
                  <p:cNvSpPr txBox="1"/>
                  <p:nvPr/>
                </p:nvSpPr>
                <p:spPr>
                  <a:xfrm>
                    <a:off x="3993206" y="301479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하계</a:t>
                    </a:r>
                  </a:p>
                </p:txBody>
              </p:sp>
              <p:sp>
                <p:nvSpPr>
                  <p:cNvPr id="201" name="TextBox 200">
                    <a:extLst>
                      <a:ext uri="{FF2B5EF4-FFF2-40B4-BE49-F238E27FC236}">
                        <a16:creationId xmlns:a16="http://schemas.microsoft.com/office/drawing/2014/main" id="{65FB571C-E4BA-48E4-845A-BB61449FBB2C}"/>
                      </a:ext>
                    </a:extLst>
                  </p:cNvPr>
                  <p:cNvSpPr txBox="1"/>
                  <p:nvPr/>
                </p:nvSpPr>
                <p:spPr>
                  <a:xfrm>
                    <a:off x="2699005" y="2984852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노원</a:t>
                    </a:r>
                  </a:p>
                </p:txBody>
              </p:sp>
              <p:sp>
                <p:nvSpPr>
                  <p:cNvPr id="202" name="TextBox 201">
                    <a:extLst>
                      <a:ext uri="{FF2B5EF4-FFF2-40B4-BE49-F238E27FC236}">
                        <a16:creationId xmlns:a16="http://schemas.microsoft.com/office/drawing/2014/main" id="{A9E0AFA1-AEA5-4B4F-8FCD-22D6497356E2}"/>
                      </a:ext>
                    </a:extLst>
                  </p:cNvPr>
                  <p:cNvSpPr txBox="1"/>
                  <p:nvPr/>
                </p:nvSpPr>
                <p:spPr>
                  <a:xfrm>
                    <a:off x="1451680" y="298484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창동</a:t>
                    </a:r>
                  </a:p>
                </p:txBody>
              </p:sp>
              <p:sp>
                <p:nvSpPr>
                  <p:cNvPr id="203" name="TextBox 202">
                    <a:extLst>
                      <a:ext uri="{FF2B5EF4-FFF2-40B4-BE49-F238E27FC236}">
                        <a16:creationId xmlns:a16="http://schemas.microsoft.com/office/drawing/2014/main" id="{4A80778F-E22A-48C6-B984-498A5908F4B1}"/>
                      </a:ext>
                    </a:extLst>
                  </p:cNvPr>
                  <p:cNvSpPr txBox="1"/>
                  <p:nvPr/>
                </p:nvSpPr>
                <p:spPr>
                  <a:xfrm>
                    <a:off x="6178359" y="4124504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신내</a:t>
                    </a:r>
                  </a:p>
                </p:txBody>
              </p:sp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D895906E-00AB-4F68-B262-E7F72BA1BD05}"/>
                      </a:ext>
                    </a:extLst>
                  </p:cNvPr>
                  <p:cNvSpPr txBox="1"/>
                  <p:nvPr/>
                </p:nvSpPr>
                <p:spPr>
                  <a:xfrm>
                    <a:off x="3984858" y="4044900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BEF46ACE-309B-4772-8E04-42FEA96F6160}"/>
                      </a:ext>
                    </a:extLst>
                  </p:cNvPr>
                  <p:cNvSpPr txBox="1"/>
                  <p:nvPr/>
                </p:nvSpPr>
                <p:spPr>
                  <a:xfrm>
                    <a:off x="2776669" y="4021347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2C4D5E53-E9BA-4E6D-9CDC-E9CAF9D26E8C}"/>
                      </a:ext>
                    </a:extLst>
                  </p:cNvPr>
                  <p:cNvSpPr txBox="1"/>
                  <p:nvPr/>
                </p:nvSpPr>
                <p:spPr>
                  <a:xfrm>
                    <a:off x="5225819" y="4034073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3667BC4A-288C-418A-A523-00640CC0671A}"/>
                      </a:ext>
                    </a:extLst>
                  </p:cNvPr>
                  <p:cNvSpPr txBox="1"/>
                  <p:nvPr/>
                </p:nvSpPr>
                <p:spPr>
                  <a:xfrm>
                    <a:off x="4516743" y="361131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49F53D8E-FAB9-4CBF-A523-1E9E520294D0}"/>
                      </a:ext>
                    </a:extLst>
                  </p:cNvPr>
                  <p:cNvSpPr txBox="1"/>
                  <p:nvPr/>
                </p:nvSpPr>
                <p:spPr>
                  <a:xfrm>
                    <a:off x="3496878" y="313471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D201C74-1539-4D82-8D31-0159D96BFD39}"/>
                      </a:ext>
                    </a:extLst>
                  </p:cNvPr>
                  <p:cNvSpPr txBox="1"/>
                  <p:nvPr/>
                </p:nvSpPr>
                <p:spPr>
                  <a:xfrm>
                    <a:off x="2110683" y="3683861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35E5CF90-1E47-45C6-AFD8-99CCECF9DB75}"/>
                      </a:ext>
                    </a:extLst>
                  </p:cNvPr>
                  <p:cNvSpPr txBox="1"/>
                  <p:nvPr/>
                </p:nvSpPr>
                <p:spPr>
                  <a:xfrm>
                    <a:off x="2186598" y="314543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1" name="TextBox 210">
                    <a:extLst>
                      <a:ext uri="{FF2B5EF4-FFF2-40B4-BE49-F238E27FC236}">
                        <a16:creationId xmlns:a16="http://schemas.microsoft.com/office/drawing/2014/main" id="{462CB6F5-6A82-4137-983C-A5903964F817}"/>
                      </a:ext>
                    </a:extLst>
                  </p:cNvPr>
                  <p:cNvSpPr txBox="1"/>
                  <p:nvPr/>
                </p:nvSpPr>
                <p:spPr>
                  <a:xfrm>
                    <a:off x="5752473" y="470755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9046766E-C044-4DE6-A3C2-BF21AE840050}"/>
                      </a:ext>
                    </a:extLst>
                  </p:cNvPr>
                  <p:cNvSpPr txBox="1"/>
                  <p:nvPr/>
                </p:nvSpPr>
                <p:spPr>
                  <a:xfrm>
                    <a:off x="3336955" y="5195856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3" name="TextBox 212">
                    <a:extLst>
                      <a:ext uri="{FF2B5EF4-FFF2-40B4-BE49-F238E27FC236}">
                        <a16:creationId xmlns:a16="http://schemas.microsoft.com/office/drawing/2014/main" id="{9C1DD398-3906-4BC7-8DF2-CD14CC33982F}"/>
                      </a:ext>
                    </a:extLst>
                  </p:cNvPr>
                  <p:cNvSpPr txBox="1"/>
                  <p:nvPr/>
                </p:nvSpPr>
                <p:spPr>
                  <a:xfrm>
                    <a:off x="4627858" y="519319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227DCB6C-14B5-41E6-9A07-2C6767E0CCCA}"/>
                      </a:ext>
                    </a:extLst>
                  </p:cNvPr>
                  <p:cNvSpPr txBox="1"/>
                  <p:nvPr/>
                </p:nvSpPr>
                <p:spPr>
                  <a:xfrm>
                    <a:off x="2795896" y="4537214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5" name="TextBox 214">
                    <a:extLst>
                      <a:ext uri="{FF2B5EF4-FFF2-40B4-BE49-F238E27FC236}">
                        <a16:creationId xmlns:a16="http://schemas.microsoft.com/office/drawing/2014/main" id="{441ED45B-EDEA-4CE7-B751-66C32B70D462}"/>
                      </a:ext>
                    </a:extLst>
                  </p:cNvPr>
                  <p:cNvSpPr txBox="1"/>
                  <p:nvPr/>
                </p:nvSpPr>
                <p:spPr>
                  <a:xfrm>
                    <a:off x="1399132" y="2695092"/>
                    <a:ext cx="708848" cy="3231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12A37CB5-CD45-48E2-B91C-68835D4CDA0E}"/>
                      </a:ext>
                    </a:extLst>
                  </p:cNvPr>
                  <p:cNvSpPr txBox="1"/>
                  <p:nvPr/>
                </p:nvSpPr>
                <p:spPr>
                  <a:xfrm>
                    <a:off x="6107361" y="3835721"/>
                    <a:ext cx="708848" cy="3231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A259271B-FDA1-44B8-B707-9A90E84E9BB5}"/>
                      </a:ext>
                    </a:extLst>
                  </p:cNvPr>
                  <p:cNvSpPr txBox="1"/>
                  <p:nvPr/>
                </p:nvSpPr>
                <p:spPr>
                  <a:xfrm>
                    <a:off x="3974999" y="4802324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91" name="Text Box 58">
                  <a:extLst>
                    <a:ext uri="{FF2B5EF4-FFF2-40B4-BE49-F238E27FC236}">
                      <a16:creationId xmlns:a16="http://schemas.microsoft.com/office/drawing/2014/main" id="{7AB75CA5-8605-46EE-90B6-516A01A7FB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317" y="1639501"/>
                  <a:ext cx="533400" cy="323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" name="Text Box 58">
                  <a:extLst>
                    <a:ext uri="{FF2B5EF4-FFF2-40B4-BE49-F238E27FC236}">
                      <a16:creationId xmlns:a16="http://schemas.microsoft.com/office/drawing/2014/main" id="{BF672098-BA9F-48DC-A75A-605D995ACF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0211" y="2555512"/>
                  <a:ext cx="533400" cy="323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74" name="Text Box 58">
                <a:extLst>
                  <a:ext uri="{FF2B5EF4-FFF2-40B4-BE49-F238E27FC236}">
                    <a16:creationId xmlns:a16="http://schemas.microsoft.com/office/drawing/2014/main" id="{8F7DC499-419F-4968-B17A-72AC8E0B0B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05852" y="2074822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5" name="Text Box 58">
                <a:extLst>
                  <a:ext uri="{FF2B5EF4-FFF2-40B4-BE49-F238E27FC236}">
                    <a16:creationId xmlns:a16="http://schemas.microsoft.com/office/drawing/2014/main" id="{DF0A2B00-3BA8-4A20-9599-7CF7E17AB0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44249" y="3272197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2BEBD9A3-F2C1-42F8-A1D6-EE381AE29687}"/>
                  </a:ext>
                </a:extLst>
              </p:cNvPr>
              <p:cNvSpPr/>
              <p:nvPr/>
            </p:nvSpPr>
            <p:spPr bwMode="auto">
              <a:xfrm>
                <a:off x="6526195" y="225552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0553B22E-8B32-4338-8A20-B141397B8615}"/>
                  </a:ext>
                </a:extLst>
              </p:cNvPr>
              <p:cNvSpPr/>
              <p:nvPr/>
            </p:nvSpPr>
            <p:spPr bwMode="auto">
              <a:xfrm>
                <a:off x="6631693" y="3435559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81" name="Text Box 58">
                <a:extLst>
                  <a:ext uri="{FF2B5EF4-FFF2-40B4-BE49-F238E27FC236}">
                    <a16:creationId xmlns:a16="http://schemas.microsoft.com/office/drawing/2014/main" id="{36968DCD-6EEA-472E-83DA-B2F1CE9622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34199" y="3712147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513F4F08-1EC6-4F19-B961-19A24F67493E}"/>
                  </a:ext>
                </a:extLst>
              </p:cNvPr>
              <p:cNvSpPr/>
              <p:nvPr/>
            </p:nvSpPr>
            <p:spPr bwMode="auto">
              <a:xfrm>
                <a:off x="8543528" y="3626237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83" name="Text Box 58">
                <a:extLst>
                  <a:ext uri="{FF2B5EF4-FFF2-40B4-BE49-F238E27FC236}">
                    <a16:creationId xmlns:a16="http://schemas.microsoft.com/office/drawing/2014/main" id="{C125E62A-8F71-4187-871C-945D1B1766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6696" y="3947892"/>
                <a:ext cx="2142885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4" name="Text Box 58">
                <a:extLst>
                  <a:ext uri="{FF2B5EF4-FFF2-40B4-BE49-F238E27FC236}">
                    <a16:creationId xmlns:a16="http://schemas.microsoft.com/office/drawing/2014/main" id="{01CBC756-49AF-4BA5-A008-1689E5B9A5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8867" y="4872755"/>
                <a:ext cx="2240887" cy="784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17 (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4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 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&lt; 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23 (</a:t>
                </a:r>
                <a:r>
                  <a:rPr lang="ko-KR" altLang="en-US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태릉입구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상봉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5" name="Text Box 58">
                <a:extLst>
                  <a:ext uri="{FF2B5EF4-FFF2-40B4-BE49-F238E27FC236}">
                    <a16:creationId xmlns:a16="http://schemas.microsoft.com/office/drawing/2014/main" id="{F0F413BF-9585-427A-A610-3B3D0126EA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57517" y="2090695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노원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6" name="타원 185">
                <a:extLst>
                  <a:ext uri="{FF2B5EF4-FFF2-40B4-BE49-F238E27FC236}">
                    <a16:creationId xmlns:a16="http://schemas.microsoft.com/office/drawing/2014/main" id="{BFCFFEED-6035-4AAC-AC71-F37D30275950}"/>
                  </a:ext>
                </a:extLst>
              </p:cNvPr>
              <p:cNvSpPr/>
              <p:nvPr/>
            </p:nvSpPr>
            <p:spPr bwMode="auto">
              <a:xfrm>
                <a:off x="9667685" y="3590919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87" name="Text Box 58">
                <a:extLst>
                  <a:ext uri="{FF2B5EF4-FFF2-40B4-BE49-F238E27FC236}">
                    <a16:creationId xmlns:a16="http://schemas.microsoft.com/office/drawing/2014/main" id="{F8571FAB-4CEA-4437-B32F-DED5EBDC8A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53377" y="2920984"/>
                <a:ext cx="2142885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22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태릉입구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8" name="Text Box 58">
                <a:extLst>
                  <a:ext uri="{FF2B5EF4-FFF2-40B4-BE49-F238E27FC236}">
                    <a16:creationId xmlns:a16="http://schemas.microsoft.com/office/drawing/2014/main" id="{E256800E-ADB6-4160-B4F3-EF4B6F34C6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75238" y="4887473"/>
                <a:ext cx="2112419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21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91C9D6BD-C819-4D60-8593-72E38778C74A}"/>
                  </a:ext>
                </a:extLst>
              </p:cNvPr>
              <p:cNvSpPr/>
              <p:nvPr/>
            </p:nvSpPr>
            <p:spPr bwMode="auto">
              <a:xfrm>
                <a:off x="8943302" y="452354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09F7566A-0DA2-46E0-B336-F29FF1BBCEDC}"/>
                  </a:ext>
                </a:extLst>
              </p:cNvPr>
              <p:cNvSpPr/>
              <p:nvPr/>
            </p:nvSpPr>
            <p:spPr bwMode="auto">
              <a:xfrm>
                <a:off x="7769655" y="227995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F3F77804-84C7-4273-8AC3-8C3255DF210F}"/>
                  </a:ext>
                </a:extLst>
              </p:cNvPr>
              <p:cNvSpPr/>
              <p:nvPr/>
            </p:nvSpPr>
            <p:spPr bwMode="auto">
              <a:xfrm>
                <a:off x="9085735" y="2295684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  <p:sp>
          <p:nvSpPr>
            <p:cNvPr id="172" name="Text Box 58">
              <a:extLst>
                <a:ext uri="{FF2B5EF4-FFF2-40B4-BE49-F238E27FC236}">
                  <a16:creationId xmlns:a16="http://schemas.microsoft.com/office/drawing/2014/main" id="{6804BC59-9B2F-439A-8343-B49EEE979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85190" y="4870237"/>
              <a:ext cx="1601253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회기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5904782E-7DAD-45DF-A38B-F7CDE3C08DA4}"/>
              </a:ext>
            </a:extLst>
          </p:cNvPr>
          <p:cNvGrpSpPr/>
          <p:nvPr/>
        </p:nvGrpSpPr>
        <p:grpSpPr>
          <a:xfrm>
            <a:off x="6197542" y="1943959"/>
            <a:ext cx="6177395" cy="3591957"/>
            <a:chOff x="6318867" y="1943959"/>
            <a:chExt cx="6177395" cy="3591957"/>
          </a:xfrm>
        </p:grpSpPr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F16F752F-CAEA-4722-9257-DB0DD092B3E5}"/>
                </a:ext>
              </a:extLst>
            </p:cNvPr>
            <p:cNvGrpSpPr/>
            <p:nvPr/>
          </p:nvGrpSpPr>
          <p:grpSpPr>
            <a:xfrm>
              <a:off x="6345356" y="2047199"/>
              <a:ext cx="5558731" cy="2933493"/>
              <a:chOff x="608317" y="1386752"/>
              <a:chExt cx="4315004" cy="2277146"/>
            </a:xfrm>
          </p:grpSpPr>
          <p:grpSp>
            <p:nvGrpSpPr>
              <p:cNvPr id="249" name="그룹 248">
                <a:extLst>
                  <a:ext uri="{FF2B5EF4-FFF2-40B4-BE49-F238E27FC236}">
                    <a16:creationId xmlns:a16="http://schemas.microsoft.com/office/drawing/2014/main" id="{B591E11F-4A3A-4F7B-BFA2-54CFF1A44937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252" name="그룹 251">
                  <a:extLst>
                    <a:ext uri="{FF2B5EF4-FFF2-40B4-BE49-F238E27FC236}">
                      <a16:creationId xmlns:a16="http://schemas.microsoft.com/office/drawing/2014/main" id="{08C6998C-859F-464F-9C62-162B1B73C1F4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20217"/>
                  <a:chOff x="1849118" y="4003034"/>
                  <a:chExt cx="4276705" cy="1244076"/>
                </a:xfrm>
              </p:grpSpPr>
              <p:sp>
                <p:nvSpPr>
                  <p:cNvPr id="277" name="Line 48">
                    <a:extLst>
                      <a:ext uri="{FF2B5EF4-FFF2-40B4-BE49-F238E27FC236}">
                        <a16:creationId xmlns:a16="http://schemas.microsoft.com/office/drawing/2014/main" id="{E95E3E0D-5EA0-4BD9-B2F4-466A6B0DA94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78" name="Line 48">
                    <a:extLst>
                      <a:ext uri="{FF2B5EF4-FFF2-40B4-BE49-F238E27FC236}">
                        <a16:creationId xmlns:a16="http://schemas.microsoft.com/office/drawing/2014/main" id="{291DD0E0-76EF-41D0-B35C-BBF57302FAE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9" name="Line 48">
                    <a:extLst>
                      <a:ext uri="{FF2B5EF4-FFF2-40B4-BE49-F238E27FC236}">
                        <a16:creationId xmlns:a16="http://schemas.microsoft.com/office/drawing/2014/main" id="{553F70B2-B9CD-4F6A-9EF6-A4077B9E01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80" name="Line 48">
                    <a:extLst>
                      <a:ext uri="{FF2B5EF4-FFF2-40B4-BE49-F238E27FC236}">
                        <a16:creationId xmlns:a16="http://schemas.microsoft.com/office/drawing/2014/main" id="{BEA9242A-311F-4C47-BFCC-B3CFED6FDDF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81" name="Line 48">
                    <a:extLst>
                      <a:ext uri="{FF2B5EF4-FFF2-40B4-BE49-F238E27FC236}">
                        <a16:creationId xmlns:a16="http://schemas.microsoft.com/office/drawing/2014/main" id="{EA7A1F59-D585-4064-8B9C-A65487ED0AC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82" name="Line 48">
                    <a:extLst>
                      <a:ext uri="{FF2B5EF4-FFF2-40B4-BE49-F238E27FC236}">
                        <a16:creationId xmlns:a16="http://schemas.microsoft.com/office/drawing/2014/main" id="{1216D7D4-3E25-4B55-B805-FB5D5C16447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92" name="Line 48">
                    <a:extLst>
                      <a:ext uri="{FF2B5EF4-FFF2-40B4-BE49-F238E27FC236}">
                        <a16:creationId xmlns:a16="http://schemas.microsoft.com/office/drawing/2014/main" id="{1274B672-BA32-4105-A954-32598CBECA1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94" name="Line 48">
                    <a:extLst>
                      <a:ext uri="{FF2B5EF4-FFF2-40B4-BE49-F238E27FC236}">
                        <a16:creationId xmlns:a16="http://schemas.microsoft.com/office/drawing/2014/main" id="{D74B126A-817B-4D74-BA4E-C9295768758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95" name="Line 48">
                    <a:extLst>
                      <a:ext uri="{FF2B5EF4-FFF2-40B4-BE49-F238E27FC236}">
                        <a16:creationId xmlns:a16="http://schemas.microsoft.com/office/drawing/2014/main" id="{D2C847E0-AD6A-4053-9A96-6ECC10B34B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olid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98" name="Line 48">
                    <a:extLst>
                      <a:ext uri="{FF2B5EF4-FFF2-40B4-BE49-F238E27FC236}">
                        <a16:creationId xmlns:a16="http://schemas.microsoft.com/office/drawing/2014/main" id="{701A43E6-F024-4635-8D4A-EDF78068DC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339" name="Line 48">
                    <a:extLst>
                      <a:ext uri="{FF2B5EF4-FFF2-40B4-BE49-F238E27FC236}">
                        <a16:creationId xmlns:a16="http://schemas.microsoft.com/office/drawing/2014/main" id="{BE9F0279-5EA0-4B7D-840D-2653427523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43" name="Line 48">
                    <a:extLst>
                      <a:ext uri="{FF2B5EF4-FFF2-40B4-BE49-F238E27FC236}">
                        <a16:creationId xmlns:a16="http://schemas.microsoft.com/office/drawing/2014/main" id="{C920C563-1822-4D17-A93A-06379D6C8A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09341" y="461824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FF8F7CD7-2B15-43B5-A36D-312CB82C9467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10596364-7D9D-496B-85F5-E82F52AB4CAE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6AD73653-09ED-4523-9584-63D128FC5EAA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8A5272DB-EAFD-4988-B8EA-1B0169214164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DFD98355-7CC5-4B46-9723-1AFC28877F33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87C548F9-D665-4051-BD99-1A4B9EE2A3F9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D06AA4B3-B097-4BE2-9743-73C9D5EC536C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B32F086F-B3F0-495B-BB4D-9B2F934C5B62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DC5D1603-AB74-4929-A3F8-4624A4EB3A90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3EC94F31-C961-4B1F-88AA-277E1F782C2C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4B0E4621-20F1-4FCE-BE32-2B99E285CE41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09E38E4E-FC9D-42FF-8CDC-08426328220E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1F4913DE-248E-4635-9B12-30BDA25F59FC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493F25F9-F7E1-4B08-AC0B-064F464239FA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B25DE699-DFDC-444E-ABAF-A198BBF8306C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5BB23C5F-3FE2-471D-9FBA-1CB65EA16C91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6750DF81-5C8D-4097-91D8-D0F09A15F2F8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E6A4135A-45D5-48A1-84E7-2B84E8BE4465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AAAE70A1-973D-4955-BEF8-1A67C97973FA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C3B8838C-6C28-4AA0-85B6-AD101FD1B30D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032905A1-84EA-4E34-812F-A869B777043F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B51BB510-FBF2-46A7-BD7A-55CDAC9D70D6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id="{A83743E4-5445-48E4-801B-13D3772369E7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id="{6F58D3F5-7802-4CD2-B06E-B3B1BC4F59B2}"/>
                    </a:ext>
                  </a:extLst>
                </p:cNvPr>
                <p:cNvSpPr txBox="1"/>
                <p:nvPr/>
              </p:nvSpPr>
              <p:spPr>
                <a:xfrm>
                  <a:off x="3974999" y="4802324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250" name="Text Box 58">
                <a:extLst>
                  <a:ext uri="{FF2B5EF4-FFF2-40B4-BE49-F238E27FC236}">
                    <a16:creationId xmlns:a16="http://schemas.microsoft.com/office/drawing/2014/main" id="{E0A4C8D3-3E0F-4392-8D6A-988B15CD55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51" name="Text Box 58">
                <a:extLst>
                  <a:ext uri="{FF2B5EF4-FFF2-40B4-BE49-F238E27FC236}">
                    <a16:creationId xmlns:a16="http://schemas.microsoft.com/office/drawing/2014/main" id="{1A0E3820-B5E7-4BBC-9E6A-08EF7E2278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0211" y="2555512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2" name="Text Box 58">
              <a:extLst>
                <a:ext uri="{FF2B5EF4-FFF2-40B4-BE49-F238E27FC236}">
                  <a16:creationId xmlns:a16="http://schemas.microsoft.com/office/drawing/2014/main" id="{C664681C-1FBE-4966-B8E0-2A7F0BA2E1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4299" y="194535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3" name="Text Box 58">
              <a:extLst>
                <a:ext uri="{FF2B5EF4-FFF2-40B4-BE49-F238E27FC236}">
                  <a16:creationId xmlns:a16="http://schemas.microsoft.com/office/drawing/2014/main" id="{A085AA70-D7B1-4543-8411-9710E417A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4249" y="327219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28010782-659B-4C92-856B-C7B1146DC5A6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5" name="타원 234">
              <a:extLst>
                <a:ext uri="{FF2B5EF4-FFF2-40B4-BE49-F238E27FC236}">
                  <a16:creationId xmlns:a16="http://schemas.microsoft.com/office/drawing/2014/main" id="{A9F8DE73-9E08-4155-8A45-64277794E734}"/>
                </a:ext>
              </a:extLst>
            </p:cNvPr>
            <p:cNvSpPr/>
            <p:nvPr/>
          </p:nvSpPr>
          <p:spPr bwMode="auto">
            <a:xfrm>
              <a:off x="6631693" y="343555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6" name="Text Box 58">
              <a:extLst>
                <a:ext uri="{FF2B5EF4-FFF2-40B4-BE49-F238E27FC236}">
                  <a16:creationId xmlns:a16="http://schemas.microsoft.com/office/drawing/2014/main" id="{EBBD833C-20C3-44B5-AD8F-206375589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4199" y="371214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7" name="타원 236">
              <a:extLst>
                <a:ext uri="{FF2B5EF4-FFF2-40B4-BE49-F238E27FC236}">
                  <a16:creationId xmlns:a16="http://schemas.microsoft.com/office/drawing/2014/main" id="{70187968-0833-4FC2-A3E8-37070E6DAE2A}"/>
                </a:ext>
              </a:extLst>
            </p:cNvPr>
            <p:cNvSpPr/>
            <p:nvPr/>
          </p:nvSpPr>
          <p:spPr bwMode="auto">
            <a:xfrm>
              <a:off x="8543528" y="36262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8" name="Text Box 58">
              <a:extLst>
                <a:ext uri="{FF2B5EF4-FFF2-40B4-BE49-F238E27FC236}">
                  <a16:creationId xmlns:a16="http://schemas.microsoft.com/office/drawing/2014/main" id="{C3937D5E-14A1-495E-8844-7535349A6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6696" y="3947892"/>
              <a:ext cx="214288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9" name="Text Box 58">
              <a:extLst>
                <a:ext uri="{FF2B5EF4-FFF2-40B4-BE49-F238E27FC236}">
                  <a16:creationId xmlns:a16="http://schemas.microsoft.com/office/drawing/2014/main" id="{1DBA0109-9A86-4C4A-9CA3-AB78AAD71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8867" y="4872755"/>
              <a:ext cx="2112419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F488C883-31C5-4ED2-80AC-96A18080622D}"/>
                </a:ext>
              </a:extLst>
            </p:cNvPr>
            <p:cNvSpPr/>
            <p:nvPr/>
          </p:nvSpPr>
          <p:spPr bwMode="auto">
            <a:xfrm>
              <a:off x="7786957" y="2255674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75A61BAA-9E20-4CC1-B3CC-A33655CF2726}"/>
                </a:ext>
              </a:extLst>
            </p:cNvPr>
            <p:cNvSpPr/>
            <p:nvPr/>
          </p:nvSpPr>
          <p:spPr bwMode="auto">
            <a:xfrm>
              <a:off x="9089805" y="226680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42" name="Text Box 58">
              <a:extLst>
                <a:ext uri="{FF2B5EF4-FFF2-40B4-BE49-F238E27FC236}">
                  <a16:creationId xmlns:a16="http://schemas.microsoft.com/office/drawing/2014/main" id="{158C7A56-666A-41BE-88AD-ADB923A0A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7517" y="194395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43" name="타원 242">
              <a:extLst>
                <a:ext uri="{FF2B5EF4-FFF2-40B4-BE49-F238E27FC236}">
                  <a16:creationId xmlns:a16="http://schemas.microsoft.com/office/drawing/2014/main" id="{4E09D369-C099-4BE6-90AD-9CE5BF6BB542}"/>
                </a:ext>
              </a:extLst>
            </p:cNvPr>
            <p:cNvSpPr/>
            <p:nvPr/>
          </p:nvSpPr>
          <p:spPr bwMode="auto">
            <a:xfrm>
              <a:off x="9667685" y="359091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44" name="Text Box 58">
              <a:extLst>
                <a:ext uri="{FF2B5EF4-FFF2-40B4-BE49-F238E27FC236}">
                  <a16:creationId xmlns:a16="http://schemas.microsoft.com/office/drawing/2014/main" id="{F6551E4E-7057-4329-8F03-2CD39C6A7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53377" y="2920984"/>
              <a:ext cx="214288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22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45" name="Text Box 58">
              <a:extLst>
                <a:ext uri="{FF2B5EF4-FFF2-40B4-BE49-F238E27FC236}">
                  <a16:creationId xmlns:a16="http://schemas.microsoft.com/office/drawing/2014/main" id="{CE6285C7-3583-44B4-9C4F-BDBD52531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4621" y="4981918"/>
              <a:ext cx="1601253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46" name="타원 245">
              <a:extLst>
                <a:ext uri="{FF2B5EF4-FFF2-40B4-BE49-F238E27FC236}">
                  <a16:creationId xmlns:a16="http://schemas.microsoft.com/office/drawing/2014/main" id="{0B705AB0-8286-4DE8-8B30-8514DF8D3E03}"/>
                </a:ext>
              </a:extLst>
            </p:cNvPr>
            <p:cNvSpPr/>
            <p:nvPr/>
          </p:nvSpPr>
          <p:spPr bwMode="auto">
            <a:xfrm>
              <a:off x="7664427" y="452299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47" name="타원 246">
              <a:extLst>
                <a:ext uri="{FF2B5EF4-FFF2-40B4-BE49-F238E27FC236}">
                  <a16:creationId xmlns:a16="http://schemas.microsoft.com/office/drawing/2014/main" id="{377D8C15-3100-4EFC-850E-7CEF5DC32074}"/>
                </a:ext>
              </a:extLst>
            </p:cNvPr>
            <p:cNvSpPr/>
            <p:nvPr/>
          </p:nvSpPr>
          <p:spPr bwMode="auto">
            <a:xfrm>
              <a:off x="8951430" y="4526278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48" name="Text Box 58">
              <a:extLst>
                <a:ext uri="{FF2B5EF4-FFF2-40B4-BE49-F238E27FC236}">
                  <a16:creationId xmlns:a16="http://schemas.microsoft.com/office/drawing/2014/main" id="{8845E308-8044-4035-8986-96213B1E1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0310" y="4870237"/>
              <a:ext cx="1990331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AE94E1-0460-4AF5-BAA3-879365FB33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8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312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</a:t>
            </a:r>
            <a:endParaRPr lang="ko-KR" altLang="en-US" sz="2000" dirty="0"/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358A6509-93BF-4D44-B3F3-6961AC3B9F76}"/>
              </a:ext>
            </a:extLst>
          </p:cNvPr>
          <p:cNvGrpSpPr/>
          <p:nvPr/>
        </p:nvGrpSpPr>
        <p:grpSpPr>
          <a:xfrm>
            <a:off x="2813231" y="1943959"/>
            <a:ext cx="7476395" cy="3591957"/>
            <a:chOff x="6318867" y="1943959"/>
            <a:chExt cx="7476395" cy="3591957"/>
          </a:xfrm>
        </p:grpSpPr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AD057E28-55B0-4EC6-A59A-2B542898DAC9}"/>
                </a:ext>
              </a:extLst>
            </p:cNvPr>
            <p:cNvGrpSpPr/>
            <p:nvPr/>
          </p:nvGrpSpPr>
          <p:grpSpPr>
            <a:xfrm>
              <a:off x="6345356" y="2047199"/>
              <a:ext cx="5558731" cy="2933493"/>
              <a:chOff x="608317" y="1386752"/>
              <a:chExt cx="4315004" cy="2277146"/>
            </a:xfrm>
          </p:grpSpPr>
          <p:grpSp>
            <p:nvGrpSpPr>
              <p:cNvPr id="133" name="그룹 132">
                <a:extLst>
                  <a:ext uri="{FF2B5EF4-FFF2-40B4-BE49-F238E27FC236}">
                    <a16:creationId xmlns:a16="http://schemas.microsoft.com/office/drawing/2014/main" id="{4C098DBF-7019-43BF-A3DB-893305396109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37" name="그룹 136">
                  <a:extLst>
                    <a:ext uri="{FF2B5EF4-FFF2-40B4-BE49-F238E27FC236}">
                      <a16:creationId xmlns:a16="http://schemas.microsoft.com/office/drawing/2014/main" id="{528ED057-B27D-4CCD-A01F-5D9346F11588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20217"/>
                  <a:chOff x="1849118" y="4003034"/>
                  <a:chExt cx="4276705" cy="1244076"/>
                </a:xfrm>
              </p:grpSpPr>
              <p:sp>
                <p:nvSpPr>
                  <p:cNvPr id="162" name="Line 48">
                    <a:extLst>
                      <a:ext uri="{FF2B5EF4-FFF2-40B4-BE49-F238E27FC236}">
                        <a16:creationId xmlns:a16="http://schemas.microsoft.com/office/drawing/2014/main" id="{CBF89243-597A-4990-A182-C4AF17B8C7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63" name="Line 48">
                    <a:extLst>
                      <a:ext uri="{FF2B5EF4-FFF2-40B4-BE49-F238E27FC236}">
                        <a16:creationId xmlns:a16="http://schemas.microsoft.com/office/drawing/2014/main" id="{C3CC26F3-91E7-46CF-95DB-A47DC22FC67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4" name="Line 48">
                    <a:extLst>
                      <a:ext uri="{FF2B5EF4-FFF2-40B4-BE49-F238E27FC236}">
                        <a16:creationId xmlns:a16="http://schemas.microsoft.com/office/drawing/2014/main" id="{931DCC40-2BA0-4780-9F5B-DB24F25E58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5" name="Line 48">
                    <a:extLst>
                      <a:ext uri="{FF2B5EF4-FFF2-40B4-BE49-F238E27FC236}">
                        <a16:creationId xmlns:a16="http://schemas.microsoft.com/office/drawing/2014/main" id="{ADD342AB-C336-407E-8879-9FD98B4049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6" name="Line 48">
                    <a:extLst>
                      <a:ext uri="{FF2B5EF4-FFF2-40B4-BE49-F238E27FC236}">
                        <a16:creationId xmlns:a16="http://schemas.microsoft.com/office/drawing/2014/main" id="{265CB98B-9083-4DD1-879A-3A9CC4C0AB2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7" name="Line 48">
                    <a:extLst>
                      <a:ext uri="{FF2B5EF4-FFF2-40B4-BE49-F238E27FC236}">
                        <a16:creationId xmlns:a16="http://schemas.microsoft.com/office/drawing/2014/main" id="{A0BF720D-49BC-41E1-8AB8-F9C9686D50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8" name="Line 48">
                    <a:extLst>
                      <a:ext uri="{FF2B5EF4-FFF2-40B4-BE49-F238E27FC236}">
                        <a16:creationId xmlns:a16="http://schemas.microsoft.com/office/drawing/2014/main" id="{DF826AB5-2975-4620-A48D-D834ADCFD12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9" name="Line 48">
                    <a:extLst>
                      <a:ext uri="{FF2B5EF4-FFF2-40B4-BE49-F238E27FC236}">
                        <a16:creationId xmlns:a16="http://schemas.microsoft.com/office/drawing/2014/main" id="{5090C53B-6073-49D1-8EED-A97EB70EF6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0" name="Line 48">
                    <a:extLst>
                      <a:ext uri="{FF2B5EF4-FFF2-40B4-BE49-F238E27FC236}">
                        <a16:creationId xmlns:a16="http://schemas.microsoft.com/office/drawing/2014/main" id="{8E101B8E-5E7C-45B3-A131-CF5EC878B08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1" name="Line 48">
                    <a:extLst>
                      <a:ext uri="{FF2B5EF4-FFF2-40B4-BE49-F238E27FC236}">
                        <a16:creationId xmlns:a16="http://schemas.microsoft.com/office/drawing/2014/main" id="{B9C66510-CBB3-425F-8D44-463ABB8B2B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2" name="Line 48">
                    <a:extLst>
                      <a:ext uri="{FF2B5EF4-FFF2-40B4-BE49-F238E27FC236}">
                        <a16:creationId xmlns:a16="http://schemas.microsoft.com/office/drawing/2014/main" id="{16E919AE-1D73-4E0D-AE3F-602405DA2E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3" name="Line 48">
                    <a:extLst>
                      <a:ext uri="{FF2B5EF4-FFF2-40B4-BE49-F238E27FC236}">
                        <a16:creationId xmlns:a16="http://schemas.microsoft.com/office/drawing/2014/main" id="{265D5AF9-01F9-412F-8821-9971F8B163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09341" y="461824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5BBAF02A-1562-461B-B8EC-F2973B758A74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1C0FBAE7-3EEB-4696-AF96-3368A9CA8700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7ECC4B90-601D-4810-88AD-8929A22D50AE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A1819414-4793-4ABF-9AC2-638C31604E3E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C888DF61-97F7-49CF-88E0-17FB3EA6934B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D0DF038F-37B0-4697-81DC-5F935FBAA25B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7ADF2889-7437-4904-99CD-88AF08199B0A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2B24179A-3608-4EF5-8F19-679EB4536C97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C6F13260-33F9-4692-A1C8-814742CD9836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A0D04DEC-CAE5-43D7-8ACE-DA4143F72F17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99B84A6B-A732-4DC6-A0A6-62165317FAA4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4EEA98FE-2936-46F1-8EB2-C29BEF403C3F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352CF6F-7D57-4960-90D4-6F1CB32EBF17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E88A5815-75F8-459B-A8DA-3987670B185B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4BA1C605-80DC-4628-BB45-B20764E3099B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49D6A179-91F5-4B1A-BCF4-EC4583E12C17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7F1D0FED-83E0-4EEA-A571-88233ACFE403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5EC2B462-4F2F-4A37-8FFA-C97B09B3C1D3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8CDCA247-F47D-43EE-8A0B-FC4A9325896B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6942DB41-029E-4BCC-BEE0-800F228E699F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95ADCC05-0773-4B35-98AD-8C446C1E04EA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67812665-3F4C-47C6-A70B-045788A99952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FE22D4EF-1AD5-4682-9853-73D4D633D2BF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7F02D53D-B9A3-4CC8-9CFA-4BB094E74DE1}"/>
                    </a:ext>
                  </a:extLst>
                </p:cNvPr>
                <p:cNvSpPr txBox="1"/>
                <p:nvPr/>
              </p:nvSpPr>
              <p:spPr>
                <a:xfrm>
                  <a:off x="3974999" y="4802324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35" name="Text Box 58">
                <a:extLst>
                  <a:ext uri="{FF2B5EF4-FFF2-40B4-BE49-F238E27FC236}">
                    <a16:creationId xmlns:a16="http://schemas.microsoft.com/office/drawing/2014/main" id="{E9368A5A-D733-40BA-A700-D751E924A8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6" name="Text Box 58">
                <a:extLst>
                  <a:ext uri="{FF2B5EF4-FFF2-40B4-BE49-F238E27FC236}">
                    <a16:creationId xmlns:a16="http://schemas.microsoft.com/office/drawing/2014/main" id="{8721D6B6-6EEF-4504-8D95-2A40A4D3F0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0211" y="2555512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8" name="Text Box 58">
              <a:extLst>
                <a:ext uri="{FF2B5EF4-FFF2-40B4-BE49-F238E27FC236}">
                  <a16:creationId xmlns:a16="http://schemas.microsoft.com/office/drawing/2014/main" id="{E1FA605D-6535-4A43-9CCE-62C5EC482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4299" y="194535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9" name="Text Box 58">
              <a:extLst>
                <a:ext uri="{FF2B5EF4-FFF2-40B4-BE49-F238E27FC236}">
                  <a16:creationId xmlns:a16="http://schemas.microsoft.com/office/drawing/2014/main" id="{F1A40E16-9132-47DD-B483-F5A170477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4249" y="327219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3E04E35D-2193-447E-B790-CF9855890F0F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08905724-E990-4791-958A-2489DE408D33}"/>
                </a:ext>
              </a:extLst>
            </p:cNvPr>
            <p:cNvSpPr/>
            <p:nvPr/>
          </p:nvSpPr>
          <p:spPr bwMode="auto">
            <a:xfrm>
              <a:off x="6631693" y="343555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2" name="Text Box 58">
              <a:extLst>
                <a:ext uri="{FF2B5EF4-FFF2-40B4-BE49-F238E27FC236}">
                  <a16:creationId xmlns:a16="http://schemas.microsoft.com/office/drawing/2014/main" id="{57AF84AF-EE4E-46DB-BC9E-9AF6EB4CA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4199" y="371214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70164420-FDF0-4822-8F5F-B2A50A03D470}"/>
                </a:ext>
              </a:extLst>
            </p:cNvPr>
            <p:cNvSpPr/>
            <p:nvPr/>
          </p:nvSpPr>
          <p:spPr bwMode="auto">
            <a:xfrm>
              <a:off x="8543528" y="36262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4" name="Text Box 58">
              <a:extLst>
                <a:ext uri="{FF2B5EF4-FFF2-40B4-BE49-F238E27FC236}">
                  <a16:creationId xmlns:a16="http://schemas.microsoft.com/office/drawing/2014/main" id="{20A5B286-D07A-4669-9161-B8BF909FE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6696" y="3947892"/>
              <a:ext cx="214288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5" name="Text Box 58">
              <a:extLst>
                <a:ext uri="{FF2B5EF4-FFF2-40B4-BE49-F238E27FC236}">
                  <a16:creationId xmlns:a16="http://schemas.microsoft.com/office/drawing/2014/main" id="{A79610F9-C32C-43EB-8CD7-DBBB5E278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8867" y="4872755"/>
              <a:ext cx="2112419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790FA022-4CA2-4E14-BD8C-D1BC5AB56B52}"/>
                </a:ext>
              </a:extLst>
            </p:cNvPr>
            <p:cNvSpPr/>
            <p:nvPr/>
          </p:nvSpPr>
          <p:spPr bwMode="auto">
            <a:xfrm>
              <a:off x="7786957" y="2255674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C08893EF-E48E-4B8A-B8D1-905CF11BC48A}"/>
                </a:ext>
              </a:extLst>
            </p:cNvPr>
            <p:cNvSpPr/>
            <p:nvPr/>
          </p:nvSpPr>
          <p:spPr bwMode="auto">
            <a:xfrm>
              <a:off x="9089805" y="226680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8" name="Text Box 58">
              <a:extLst>
                <a:ext uri="{FF2B5EF4-FFF2-40B4-BE49-F238E27FC236}">
                  <a16:creationId xmlns:a16="http://schemas.microsoft.com/office/drawing/2014/main" id="{651B9483-1214-4F41-B9C9-091E305029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7517" y="194395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166A0833-EB04-431C-97A8-A09E01BC3783}"/>
                </a:ext>
              </a:extLst>
            </p:cNvPr>
            <p:cNvSpPr/>
            <p:nvPr/>
          </p:nvSpPr>
          <p:spPr bwMode="auto">
            <a:xfrm>
              <a:off x="9667685" y="359091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0" name="Text Box 58">
              <a:extLst>
                <a:ext uri="{FF2B5EF4-FFF2-40B4-BE49-F238E27FC236}">
                  <a16:creationId xmlns:a16="http://schemas.microsoft.com/office/drawing/2014/main" id="{00C9E275-7F5B-42F7-9BFC-04C30CC50A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02537" y="2711874"/>
              <a:ext cx="319272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22 (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 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&lt; 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회기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망우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31" name="Text Box 58">
              <a:extLst>
                <a:ext uri="{FF2B5EF4-FFF2-40B4-BE49-F238E27FC236}">
                  <a16:creationId xmlns:a16="http://schemas.microsoft.com/office/drawing/2014/main" id="{0EEAF313-6D20-41B2-95DC-F0EA6099A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4621" y="4981918"/>
              <a:ext cx="1601253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회기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2862DC70-FCE9-4D33-9E9D-446AD483EDD6}"/>
                </a:ext>
              </a:extLst>
            </p:cNvPr>
            <p:cNvSpPr/>
            <p:nvPr/>
          </p:nvSpPr>
          <p:spPr bwMode="auto">
            <a:xfrm>
              <a:off x="7672176" y="4499746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D4BF2259-3336-4D37-883D-B3AC8E6BD5B1}"/>
                </a:ext>
              </a:extLst>
            </p:cNvPr>
            <p:cNvSpPr/>
            <p:nvPr/>
          </p:nvSpPr>
          <p:spPr bwMode="auto">
            <a:xfrm>
              <a:off x="8943681" y="4510780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5" name="Text Box 58">
              <a:extLst>
                <a:ext uri="{FF2B5EF4-FFF2-40B4-BE49-F238E27FC236}">
                  <a16:creationId xmlns:a16="http://schemas.microsoft.com/office/drawing/2014/main" id="{9F25F083-578A-4FE3-B95B-3A5085BBF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80310" y="4870237"/>
              <a:ext cx="1601253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회기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4C135EB5-7F47-4E45-9104-CC5D9F487A04}"/>
                </a:ext>
              </a:extLst>
            </p:cNvPr>
            <p:cNvSpPr/>
            <p:nvPr/>
          </p:nvSpPr>
          <p:spPr bwMode="auto">
            <a:xfrm>
              <a:off x="10308270" y="4498414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C31EBE9-4B14-400E-86E1-B43CBCD9F3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9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5348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</a:t>
            </a:r>
            <a:endParaRPr lang="ko-KR" altLang="en-US" sz="20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D66221-764D-4864-B32C-D3BA83243367}"/>
              </a:ext>
            </a:extLst>
          </p:cNvPr>
          <p:cNvGrpSpPr/>
          <p:nvPr/>
        </p:nvGrpSpPr>
        <p:grpSpPr>
          <a:xfrm>
            <a:off x="2813231" y="1943959"/>
            <a:ext cx="7182128" cy="3591957"/>
            <a:chOff x="2813231" y="1943959"/>
            <a:chExt cx="7182128" cy="3591957"/>
          </a:xfrm>
        </p:grpSpPr>
        <p:sp>
          <p:nvSpPr>
            <p:cNvPr id="254" name="직사각형 253">
              <a:extLst>
                <a:ext uri="{FF2B5EF4-FFF2-40B4-BE49-F238E27FC236}">
                  <a16:creationId xmlns:a16="http://schemas.microsoft.com/office/drawing/2014/main" id="{DA1FF880-3219-47F8-8213-C1255DDFF46F}"/>
                </a:ext>
              </a:extLst>
            </p:cNvPr>
            <p:cNvSpPr/>
            <p:nvPr/>
          </p:nvSpPr>
          <p:spPr bwMode="auto">
            <a:xfrm rot="16200000">
              <a:off x="5622006" y="1787814"/>
              <a:ext cx="430819" cy="391897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F99B0B0D-F703-4507-8EA0-2A41263EE0A3}"/>
                </a:ext>
              </a:extLst>
            </p:cNvPr>
            <p:cNvSpPr/>
            <p:nvPr/>
          </p:nvSpPr>
          <p:spPr bwMode="auto">
            <a:xfrm rot="19800000">
              <a:off x="3507453" y="2552795"/>
              <a:ext cx="430819" cy="14718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358A6509-93BF-4D44-B3F3-6961AC3B9F76}"/>
                </a:ext>
              </a:extLst>
            </p:cNvPr>
            <p:cNvGrpSpPr/>
            <p:nvPr/>
          </p:nvGrpSpPr>
          <p:grpSpPr>
            <a:xfrm>
              <a:off x="2813231" y="1943959"/>
              <a:ext cx="7182128" cy="3591957"/>
              <a:chOff x="6318867" y="1943959"/>
              <a:chExt cx="7182128" cy="3591957"/>
            </a:xfrm>
          </p:grpSpPr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AD057E28-55B0-4EC6-A59A-2B542898DAC9}"/>
                  </a:ext>
                </a:extLst>
              </p:cNvPr>
              <p:cNvGrpSpPr/>
              <p:nvPr/>
            </p:nvGrpSpPr>
            <p:grpSpPr>
              <a:xfrm>
                <a:off x="6345356" y="2047199"/>
                <a:ext cx="5558731" cy="2933493"/>
                <a:chOff x="608317" y="1386752"/>
                <a:chExt cx="4315004" cy="2277146"/>
              </a:xfrm>
            </p:grpSpPr>
            <p:grpSp>
              <p:nvGrpSpPr>
                <p:cNvPr id="133" name="그룹 132">
                  <a:extLst>
                    <a:ext uri="{FF2B5EF4-FFF2-40B4-BE49-F238E27FC236}">
                      <a16:creationId xmlns:a16="http://schemas.microsoft.com/office/drawing/2014/main" id="{4C098DBF-7019-43BF-A3DB-893305396109}"/>
                    </a:ext>
                  </a:extLst>
                </p:cNvPr>
                <p:cNvGrpSpPr/>
                <p:nvPr/>
              </p:nvGrpSpPr>
              <p:grpSpPr>
                <a:xfrm>
                  <a:off x="686603" y="1386752"/>
                  <a:ext cx="4236718" cy="2277146"/>
                  <a:chOff x="1399132" y="2695092"/>
                  <a:chExt cx="5417077" cy="2911565"/>
                </a:xfrm>
              </p:grpSpPr>
              <p:grpSp>
                <p:nvGrpSpPr>
                  <p:cNvPr id="137" name="그룹 136">
                    <a:extLst>
                      <a:ext uri="{FF2B5EF4-FFF2-40B4-BE49-F238E27FC236}">
                        <a16:creationId xmlns:a16="http://schemas.microsoft.com/office/drawing/2014/main" id="{528ED057-B27D-4CCD-A01F-5D9346F11588}"/>
                      </a:ext>
                    </a:extLst>
                  </p:cNvPr>
                  <p:cNvGrpSpPr/>
                  <p:nvPr/>
                </p:nvGrpSpPr>
                <p:grpSpPr>
                  <a:xfrm>
                    <a:off x="1849118" y="3429000"/>
                    <a:ext cx="4276705" cy="1820217"/>
                    <a:chOff x="1849118" y="4003034"/>
                    <a:chExt cx="4276705" cy="1244076"/>
                  </a:xfrm>
                </p:grpSpPr>
                <p:sp>
                  <p:nvSpPr>
                    <p:cNvPr id="162" name="Line 48">
                      <a:extLst>
                        <a:ext uri="{FF2B5EF4-FFF2-40B4-BE49-F238E27FC236}">
                          <a16:creationId xmlns:a16="http://schemas.microsoft.com/office/drawing/2014/main" id="{CBF89243-597A-4990-A182-C4AF17B8C7E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1849119" y="4003040"/>
                      <a:ext cx="568305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163" name="Line 48">
                      <a:extLst>
                        <a:ext uri="{FF2B5EF4-FFF2-40B4-BE49-F238E27FC236}">
                          <a16:creationId xmlns:a16="http://schemas.microsoft.com/office/drawing/2014/main" id="{C3CC26F3-91E7-46CF-95DB-A47DC22FC67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2985729" y="461369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4" name="Line 48">
                      <a:extLst>
                        <a:ext uri="{FF2B5EF4-FFF2-40B4-BE49-F238E27FC236}">
                          <a16:creationId xmlns:a16="http://schemas.microsoft.com/office/drawing/2014/main" id="{931DCC40-2BA0-4780-9F5B-DB24F25E58A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1849118" y="4003038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5" name="Line 48">
                      <a:extLst>
                        <a:ext uri="{FF2B5EF4-FFF2-40B4-BE49-F238E27FC236}">
                          <a16:creationId xmlns:a16="http://schemas.microsoft.com/office/drawing/2014/main" id="{ADD342AB-C336-407E-8879-9FD98B40498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417421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6" name="Line 48">
                      <a:extLst>
                        <a:ext uri="{FF2B5EF4-FFF2-40B4-BE49-F238E27FC236}">
                          <a16:creationId xmlns:a16="http://schemas.microsoft.com/office/drawing/2014/main" id="{265CB98B-9083-4DD1-879A-3A9CC4C0AB2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3646785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7" name="Line 48">
                      <a:extLst>
                        <a:ext uri="{FF2B5EF4-FFF2-40B4-BE49-F238E27FC236}">
                          <a16:creationId xmlns:a16="http://schemas.microsoft.com/office/drawing/2014/main" id="{A0BF720D-49BC-41E1-8AB8-F9C9686D504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3078481" y="4003036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8" name="Line 48">
                      <a:extLst>
                        <a:ext uri="{FF2B5EF4-FFF2-40B4-BE49-F238E27FC236}">
                          <a16:creationId xmlns:a16="http://schemas.microsoft.com/office/drawing/2014/main" id="{DF826AB5-2975-4620-A48D-D834ADCFD12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876149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69" name="Line 48">
                      <a:extLst>
                        <a:ext uri="{FF2B5EF4-FFF2-40B4-BE49-F238E27FC236}">
                          <a16:creationId xmlns:a16="http://schemas.microsoft.com/office/drawing/2014/main" id="{5090C53B-6073-49D1-8EED-A97EB70EF69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995885" y="5242560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0" name="Line 48">
                      <a:extLst>
                        <a:ext uri="{FF2B5EF4-FFF2-40B4-BE49-F238E27FC236}">
                          <a16:creationId xmlns:a16="http://schemas.microsoft.com/office/drawing/2014/main" id="{8E101B8E-5E7C-45B3-A131-CF5EC878B08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235404" y="524255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1" name="Line 48">
                      <a:extLst>
                        <a:ext uri="{FF2B5EF4-FFF2-40B4-BE49-F238E27FC236}">
                          <a16:creationId xmlns:a16="http://schemas.microsoft.com/office/drawing/2014/main" id="{B9C66510-CBB3-425F-8D44-463ABB8B2B0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5490831" y="4622799"/>
                      <a:ext cx="634992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2" name="Line 48">
                      <a:extLst>
                        <a:ext uri="{FF2B5EF4-FFF2-40B4-BE49-F238E27FC236}">
                          <a16:creationId xmlns:a16="http://schemas.microsoft.com/office/drawing/2014/main" id="{16E919AE-1D73-4E0D-AE3F-602405DA2EC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307844" y="4003034"/>
                      <a:ext cx="568303" cy="61967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173" name="Line 48">
                      <a:extLst>
                        <a:ext uri="{FF2B5EF4-FFF2-40B4-BE49-F238E27FC236}">
                          <a16:creationId xmlns:a16="http://schemas.microsoft.com/office/drawing/2014/main" id="{265D5AF9-01F9-412F-8821-9971F8B1639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4209341" y="461824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</p:grpSp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5BBAF02A-1562-461B-B8EC-F2973B758A74}"/>
                      </a:ext>
                    </a:extLst>
                  </p:cNvPr>
                  <p:cNvSpPr txBox="1"/>
                  <p:nvPr/>
                </p:nvSpPr>
                <p:spPr>
                  <a:xfrm>
                    <a:off x="3447053" y="4349253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 err="1">
                        <a:latin typeface="+mj-ea"/>
                        <a:ea typeface="+mj-ea"/>
                      </a:rPr>
                      <a:t>석계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1C0FBAE7-3EEB-4696-AF96-3368A9CA8700}"/>
                      </a:ext>
                    </a:extLst>
                  </p:cNvPr>
                  <p:cNvSpPr txBox="1"/>
                  <p:nvPr/>
                </p:nvSpPr>
                <p:spPr>
                  <a:xfrm>
                    <a:off x="4362055" y="4338094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태릉입구</a:t>
                    </a:r>
                  </a:p>
                </p:txBody>
              </p:sp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7ECC4B90-601D-4810-88AD-8929A22D50AE}"/>
                      </a:ext>
                    </a:extLst>
                  </p:cNvPr>
                  <p:cNvSpPr txBox="1"/>
                  <p:nvPr/>
                </p:nvSpPr>
                <p:spPr>
                  <a:xfrm>
                    <a:off x="5203673" y="5218866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망우</a:t>
                    </a:r>
                  </a:p>
                </p:txBody>
              </p:sp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A1819414-4793-4ABF-9AC2-638C31604E3E}"/>
                      </a:ext>
                    </a:extLst>
                  </p:cNvPr>
                  <p:cNvSpPr txBox="1"/>
                  <p:nvPr/>
                </p:nvSpPr>
                <p:spPr>
                  <a:xfrm>
                    <a:off x="3840769" y="5231168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상봉</a:t>
                    </a:r>
                  </a:p>
                </p:txBody>
              </p:sp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C888DF61-97F7-49CF-88E0-17FB3EA6934B}"/>
                      </a:ext>
                    </a:extLst>
                  </p:cNvPr>
                  <p:cNvSpPr txBox="1"/>
                  <p:nvPr/>
                </p:nvSpPr>
                <p:spPr>
                  <a:xfrm>
                    <a:off x="2570098" y="5237325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회기</a:t>
                    </a:r>
                  </a:p>
                </p:txBody>
              </p:sp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D0DF038F-37B0-4697-81DC-5F935FBAA25B}"/>
                      </a:ext>
                    </a:extLst>
                  </p:cNvPr>
                  <p:cNvSpPr txBox="1"/>
                  <p:nvPr/>
                </p:nvSpPr>
                <p:spPr>
                  <a:xfrm>
                    <a:off x="1426478" y="4150978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광운대</a:t>
                    </a:r>
                  </a:p>
                </p:txBody>
              </p:sp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7ADF2889-7437-4904-99CD-88AF08199B0A}"/>
                      </a:ext>
                    </a:extLst>
                  </p:cNvPr>
                  <p:cNvSpPr txBox="1"/>
                  <p:nvPr/>
                </p:nvSpPr>
                <p:spPr>
                  <a:xfrm>
                    <a:off x="3993206" y="301479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하계</a:t>
                    </a: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2B24179A-3608-4EF5-8F19-679EB4536C97}"/>
                      </a:ext>
                    </a:extLst>
                  </p:cNvPr>
                  <p:cNvSpPr txBox="1"/>
                  <p:nvPr/>
                </p:nvSpPr>
                <p:spPr>
                  <a:xfrm>
                    <a:off x="2699005" y="2984852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노원</a:t>
                    </a:r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C6F13260-33F9-4692-A1C8-814742CD9836}"/>
                      </a:ext>
                    </a:extLst>
                  </p:cNvPr>
                  <p:cNvSpPr txBox="1"/>
                  <p:nvPr/>
                </p:nvSpPr>
                <p:spPr>
                  <a:xfrm>
                    <a:off x="1451680" y="298484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창동</a:t>
                    </a:r>
                  </a:p>
                </p:txBody>
              </p:sp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A0D04DEC-CAE5-43D7-8ACE-DA4143F72F17}"/>
                      </a:ext>
                    </a:extLst>
                  </p:cNvPr>
                  <p:cNvSpPr txBox="1"/>
                  <p:nvPr/>
                </p:nvSpPr>
                <p:spPr>
                  <a:xfrm>
                    <a:off x="6178359" y="4124504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신내</a:t>
                    </a:r>
                  </a:p>
                </p:txBody>
              </p:sp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99B84A6B-A732-4DC6-A0A6-62165317FAA4}"/>
                      </a:ext>
                    </a:extLst>
                  </p:cNvPr>
                  <p:cNvSpPr txBox="1"/>
                  <p:nvPr/>
                </p:nvSpPr>
                <p:spPr>
                  <a:xfrm>
                    <a:off x="3984858" y="4044900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4EEA98FE-2936-46F1-8EB2-C29BEF403C3F}"/>
                      </a:ext>
                    </a:extLst>
                  </p:cNvPr>
                  <p:cNvSpPr txBox="1"/>
                  <p:nvPr/>
                </p:nvSpPr>
                <p:spPr>
                  <a:xfrm>
                    <a:off x="2776669" y="4021347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0352CF6F-7D57-4960-90D4-6F1CB32EBF17}"/>
                      </a:ext>
                    </a:extLst>
                  </p:cNvPr>
                  <p:cNvSpPr txBox="1"/>
                  <p:nvPr/>
                </p:nvSpPr>
                <p:spPr>
                  <a:xfrm>
                    <a:off x="5225819" y="4034073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E88A5815-75F8-459B-A8DA-3987670B18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16743" y="361131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4BA1C605-80DC-4628-BB45-B20764E3099B}"/>
                      </a:ext>
                    </a:extLst>
                  </p:cNvPr>
                  <p:cNvSpPr txBox="1"/>
                  <p:nvPr/>
                </p:nvSpPr>
                <p:spPr>
                  <a:xfrm>
                    <a:off x="3496878" y="313471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3" name="TextBox 152">
                    <a:extLst>
                      <a:ext uri="{FF2B5EF4-FFF2-40B4-BE49-F238E27FC236}">
                        <a16:creationId xmlns:a16="http://schemas.microsoft.com/office/drawing/2014/main" id="{49D6A179-91F5-4B1A-BCF4-EC4583E12C17}"/>
                      </a:ext>
                    </a:extLst>
                  </p:cNvPr>
                  <p:cNvSpPr txBox="1"/>
                  <p:nvPr/>
                </p:nvSpPr>
                <p:spPr>
                  <a:xfrm>
                    <a:off x="2110683" y="3683861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4" name="TextBox 153">
                    <a:extLst>
                      <a:ext uri="{FF2B5EF4-FFF2-40B4-BE49-F238E27FC236}">
                        <a16:creationId xmlns:a16="http://schemas.microsoft.com/office/drawing/2014/main" id="{7F1D0FED-83E0-4EEA-A571-88233ACFE403}"/>
                      </a:ext>
                    </a:extLst>
                  </p:cNvPr>
                  <p:cNvSpPr txBox="1"/>
                  <p:nvPr/>
                </p:nvSpPr>
                <p:spPr>
                  <a:xfrm>
                    <a:off x="2186598" y="314543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5EC2B462-4F2F-4A37-8FFA-C97B09B3C1D3}"/>
                      </a:ext>
                    </a:extLst>
                  </p:cNvPr>
                  <p:cNvSpPr txBox="1"/>
                  <p:nvPr/>
                </p:nvSpPr>
                <p:spPr>
                  <a:xfrm>
                    <a:off x="5752473" y="470755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6" name="TextBox 155">
                    <a:extLst>
                      <a:ext uri="{FF2B5EF4-FFF2-40B4-BE49-F238E27FC236}">
                        <a16:creationId xmlns:a16="http://schemas.microsoft.com/office/drawing/2014/main" id="{8CDCA247-F47D-43EE-8A0B-FC4A9325896B}"/>
                      </a:ext>
                    </a:extLst>
                  </p:cNvPr>
                  <p:cNvSpPr txBox="1"/>
                  <p:nvPr/>
                </p:nvSpPr>
                <p:spPr>
                  <a:xfrm>
                    <a:off x="3336955" y="5195856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7" name="TextBox 156">
                    <a:extLst>
                      <a:ext uri="{FF2B5EF4-FFF2-40B4-BE49-F238E27FC236}">
                        <a16:creationId xmlns:a16="http://schemas.microsoft.com/office/drawing/2014/main" id="{6942DB41-029E-4BCC-BEE0-800F228E699F}"/>
                      </a:ext>
                    </a:extLst>
                  </p:cNvPr>
                  <p:cNvSpPr txBox="1"/>
                  <p:nvPr/>
                </p:nvSpPr>
                <p:spPr>
                  <a:xfrm>
                    <a:off x="4627858" y="519319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8" name="TextBox 157">
                    <a:extLst>
                      <a:ext uri="{FF2B5EF4-FFF2-40B4-BE49-F238E27FC236}">
                        <a16:creationId xmlns:a16="http://schemas.microsoft.com/office/drawing/2014/main" id="{95ADCC05-0773-4B35-98AD-8C446C1E04EA}"/>
                      </a:ext>
                    </a:extLst>
                  </p:cNvPr>
                  <p:cNvSpPr txBox="1"/>
                  <p:nvPr/>
                </p:nvSpPr>
                <p:spPr>
                  <a:xfrm>
                    <a:off x="2795896" y="4537214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9" name="TextBox 158">
                    <a:extLst>
                      <a:ext uri="{FF2B5EF4-FFF2-40B4-BE49-F238E27FC236}">
                        <a16:creationId xmlns:a16="http://schemas.microsoft.com/office/drawing/2014/main" id="{67812665-3F4C-47C6-A70B-045788A99952}"/>
                      </a:ext>
                    </a:extLst>
                  </p:cNvPr>
                  <p:cNvSpPr txBox="1"/>
                  <p:nvPr/>
                </p:nvSpPr>
                <p:spPr>
                  <a:xfrm>
                    <a:off x="1399132" y="2695092"/>
                    <a:ext cx="708848" cy="3231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60" name="TextBox 159">
                    <a:extLst>
                      <a:ext uri="{FF2B5EF4-FFF2-40B4-BE49-F238E27FC236}">
                        <a16:creationId xmlns:a16="http://schemas.microsoft.com/office/drawing/2014/main" id="{FE22D4EF-1AD5-4682-9853-73D4D633D2BF}"/>
                      </a:ext>
                    </a:extLst>
                  </p:cNvPr>
                  <p:cNvSpPr txBox="1"/>
                  <p:nvPr/>
                </p:nvSpPr>
                <p:spPr>
                  <a:xfrm>
                    <a:off x="6107361" y="3835721"/>
                    <a:ext cx="708848" cy="3231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61" name="TextBox 160">
                    <a:extLst>
                      <a:ext uri="{FF2B5EF4-FFF2-40B4-BE49-F238E27FC236}">
                        <a16:creationId xmlns:a16="http://schemas.microsoft.com/office/drawing/2014/main" id="{7F02D53D-B9A3-4CC8-9CFA-4BB094E74DE1}"/>
                      </a:ext>
                    </a:extLst>
                  </p:cNvPr>
                  <p:cNvSpPr txBox="1"/>
                  <p:nvPr/>
                </p:nvSpPr>
                <p:spPr>
                  <a:xfrm>
                    <a:off x="3974999" y="4802324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35" name="Text Box 58">
                  <a:extLst>
                    <a:ext uri="{FF2B5EF4-FFF2-40B4-BE49-F238E27FC236}">
                      <a16:creationId xmlns:a16="http://schemas.microsoft.com/office/drawing/2014/main" id="{E9368A5A-D733-40BA-A700-D751E924A8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317" y="1639501"/>
                  <a:ext cx="533400" cy="323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6" name="Text Box 58">
                  <a:extLst>
                    <a:ext uri="{FF2B5EF4-FFF2-40B4-BE49-F238E27FC236}">
                      <a16:creationId xmlns:a16="http://schemas.microsoft.com/office/drawing/2014/main" id="{8721D6B6-6EEF-4504-8D95-2A40A4D3F0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90211" y="2555512"/>
                  <a:ext cx="533400" cy="323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8" name="Text Box 58">
                <a:extLst>
                  <a:ext uri="{FF2B5EF4-FFF2-40B4-BE49-F238E27FC236}">
                    <a16:creationId xmlns:a16="http://schemas.microsoft.com/office/drawing/2014/main" id="{E1FA605D-6535-4A43-9CCE-62C5EC4824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14299" y="1945357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9" name="Text Box 58">
                <a:extLst>
                  <a:ext uri="{FF2B5EF4-FFF2-40B4-BE49-F238E27FC236}">
                    <a16:creationId xmlns:a16="http://schemas.microsoft.com/office/drawing/2014/main" id="{F1A40E16-9132-47DD-B483-F5A1704771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44249" y="3272197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3E04E35D-2193-447E-B790-CF9855890F0F}"/>
                  </a:ext>
                </a:extLst>
              </p:cNvPr>
              <p:cNvSpPr/>
              <p:nvPr/>
            </p:nvSpPr>
            <p:spPr bwMode="auto">
              <a:xfrm>
                <a:off x="6526195" y="225552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08905724-E990-4791-958A-2489DE408D33}"/>
                  </a:ext>
                </a:extLst>
              </p:cNvPr>
              <p:cNvSpPr/>
              <p:nvPr/>
            </p:nvSpPr>
            <p:spPr bwMode="auto">
              <a:xfrm>
                <a:off x="6631693" y="3435559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22" name="Text Box 58">
                <a:extLst>
                  <a:ext uri="{FF2B5EF4-FFF2-40B4-BE49-F238E27FC236}">
                    <a16:creationId xmlns:a16="http://schemas.microsoft.com/office/drawing/2014/main" id="{57AF84AF-EE4E-46DB-BC9E-9AF6EB4CA2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34199" y="3712147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70164420-FDF0-4822-8F5F-B2A50A03D470}"/>
                  </a:ext>
                </a:extLst>
              </p:cNvPr>
              <p:cNvSpPr/>
              <p:nvPr/>
            </p:nvSpPr>
            <p:spPr bwMode="auto">
              <a:xfrm>
                <a:off x="8543528" y="3626237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24" name="Text Box 58">
                <a:extLst>
                  <a:ext uri="{FF2B5EF4-FFF2-40B4-BE49-F238E27FC236}">
                    <a16:creationId xmlns:a16="http://schemas.microsoft.com/office/drawing/2014/main" id="{20A5B286-D07A-4669-9161-B8BF909FE7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86696" y="3947892"/>
                <a:ext cx="2142885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5" name="Text Box 58">
                <a:extLst>
                  <a:ext uri="{FF2B5EF4-FFF2-40B4-BE49-F238E27FC236}">
                    <a16:creationId xmlns:a16="http://schemas.microsoft.com/office/drawing/2014/main" id="{A79610F9-C32C-43EB-8CD7-DBBB5E2787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8867" y="4872755"/>
                <a:ext cx="2112419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790FA022-4CA2-4E14-BD8C-D1BC5AB56B52}"/>
                  </a:ext>
                </a:extLst>
              </p:cNvPr>
              <p:cNvSpPr/>
              <p:nvPr/>
            </p:nvSpPr>
            <p:spPr bwMode="auto">
              <a:xfrm>
                <a:off x="7786957" y="2255674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C08893EF-E48E-4B8A-B8D1-905CF11BC48A}"/>
                  </a:ext>
                </a:extLst>
              </p:cNvPr>
              <p:cNvSpPr/>
              <p:nvPr/>
            </p:nvSpPr>
            <p:spPr bwMode="auto">
              <a:xfrm>
                <a:off x="9089805" y="2266809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28" name="Text Box 58">
                <a:extLst>
                  <a:ext uri="{FF2B5EF4-FFF2-40B4-BE49-F238E27FC236}">
                    <a16:creationId xmlns:a16="http://schemas.microsoft.com/office/drawing/2014/main" id="{651B9483-1214-4F41-B9C9-091E305029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57517" y="1943959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11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노원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166A0833-EB04-431C-97A8-A09E01BC3783}"/>
                  </a:ext>
                </a:extLst>
              </p:cNvPr>
              <p:cNvSpPr/>
              <p:nvPr/>
            </p:nvSpPr>
            <p:spPr bwMode="auto">
              <a:xfrm>
                <a:off x="9667685" y="3590919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30" name="Text Box 58">
                <a:extLst>
                  <a:ext uri="{FF2B5EF4-FFF2-40B4-BE49-F238E27FC236}">
                    <a16:creationId xmlns:a16="http://schemas.microsoft.com/office/drawing/2014/main" id="{00C9E275-7F5B-42F7-9BFC-04C30CC50A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08270" y="2921465"/>
                <a:ext cx="3192725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22 (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 err="1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태릉입구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1" name="Text Box 58">
                <a:extLst>
                  <a:ext uri="{FF2B5EF4-FFF2-40B4-BE49-F238E27FC236}">
                    <a16:creationId xmlns:a16="http://schemas.microsoft.com/office/drawing/2014/main" id="{0EEAF313-6D20-41B2-95DC-F0EA6099AE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94621" y="4981918"/>
                <a:ext cx="1601253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회기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2862DC70-FCE9-4D33-9E9D-446AD483EDD6}"/>
                  </a:ext>
                </a:extLst>
              </p:cNvPr>
              <p:cNvSpPr/>
              <p:nvPr/>
            </p:nvSpPr>
            <p:spPr bwMode="auto">
              <a:xfrm>
                <a:off x="7672176" y="4499746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74" name="타원 173">
                <a:extLst>
                  <a:ext uri="{FF2B5EF4-FFF2-40B4-BE49-F238E27FC236}">
                    <a16:creationId xmlns:a16="http://schemas.microsoft.com/office/drawing/2014/main" id="{D4BF2259-3336-4D37-883D-B3AC8E6BD5B1}"/>
                  </a:ext>
                </a:extLst>
              </p:cNvPr>
              <p:cNvSpPr/>
              <p:nvPr/>
            </p:nvSpPr>
            <p:spPr bwMode="auto">
              <a:xfrm>
                <a:off x="8943681" y="451078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75" name="Text Box 58">
                <a:extLst>
                  <a:ext uri="{FF2B5EF4-FFF2-40B4-BE49-F238E27FC236}">
                    <a16:creationId xmlns:a16="http://schemas.microsoft.com/office/drawing/2014/main" id="{9F25F083-578A-4FE3-B95B-3A5085BBFA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80310" y="4870237"/>
                <a:ext cx="1601253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21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회기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상봉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7" name="타원 176">
                <a:extLst>
                  <a:ext uri="{FF2B5EF4-FFF2-40B4-BE49-F238E27FC236}">
                    <a16:creationId xmlns:a16="http://schemas.microsoft.com/office/drawing/2014/main" id="{4C135EB5-7F47-4E45-9104-CC5D9F487A04}"/>
                  </a:ext>
                </a:extLst>
              </p:cNvPr>
              <p:cNvSpPr/>
              <p:nvPr/>
            </p:nvSpPr>
            <p:spPr bwMode="auto">
              <a:xfrm>
                <a:off x="10308270" y="4498414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39741EA4-D5EB-4BDE-BA37-811E7467FC44}"/>
                  </a:ext>
                </a:extLst>
              </p:cNvPr>
              <p:cNvSpPr/>
              <p:nvPr/>
            </p:nvSpPr>
            <p:spPr bwMode="auto">
              <a:xfrm>
                <a:off x="11302540" y="3425705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7F312A4-CDF7-4411-814F-E18F3BD2CA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10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2105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</a:t>
            </a:r>
            <a:endParaRPr lang="ko-KR" altLang="en-US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1352950-1E74-4766-85A0-48DF7E7EB17E}"/>
              </a:ext>
            </a:extLst>
          </p:cNvPr>
          <p:cNvGrpSpPr/>
          <p:nvPr/>
        </p:nvGrpSpPr>
        <p:grpSpPr>
          <a:xfrm>
            <a:off x="43733" y="2300301"/>
            <a:ext cx="5937908" cy="3508461"/>
            <a:chOff x="43733" y="2300301"/>
            <a:chExt cx="5937908" cy="3508461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9BEA4225-320B-4C5A-9388-7F10FE2EF5E6}"/>
                </a:ext>
              </a:extLst>
            </p:cNvPr>
            <p:cNvGrpSpPr/>
            <p:nvPr/>
          </p:nvGrpSpPr>
          <p:grpSpPr>
            <a:xfrm>
              <a:off x="204834" y="2582524"/>
              <a:ext cx="5776807" cy="2869347"/>
              <a:chOff x="151467" y="2751906"/>
              <a:chExt cx="5788079" cy="2534628"/>
            </a:xfrm>
          </p:grpSpPr>
          <p:sp>
            <p:nvSpPr>
              <p:cNvPr id="59" name="Line 48">
                <a:extLst>
                  <a:ext uri="{FF2B5EF4-FFF2-40B4-BE49-F238E27FC236}">
                    <a16:creationId xmlns:a16="http://schemas.microsoft.com/office/drawing/2014/main" id="{E6F75E6A-12DB-4155-BB7A-158568C95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1701803" y="3143998"/>
                <a:ext cx="1078271" cy="1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0" name="Line 48">
                <a:extLst>
                  <a:ext uri="{FF2B5EF4-FFF2-40B4-BE49-F238E27FC236}">
                    <a16:creationId xmlns:a16="http://schemas.microsoft.com/office/drawing/2014/main" id="{32B6010A-1C4D-4141-8734-0F7EFBF280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1707869" y="4879311"/>
                <a:ext cx="1078271" cy="1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1" name="Line 48">
                <a:extLst>
                  <a:ext uri="{FF2B5EF4-FFF2-40B4-BE49-F238E27FC236}">
                    <a16:creationId xmlns:a16="http://schemas.microsoft.com/office/drawing/2014/main" id="{91D0CBC4-40CE-4FE7-B3F8-23D43C78ED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2786140" y="4879309"/>
                <a:ext cx="1078271" cy="1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2" name="Line 48">
                <a:extLst>
                  <a:ext uri="{FF2B5EF4-FFF2-40B4-BE49-F238E27FC236}">
                    <a16:creationId xmlns:a16="http://schemas.microsoft.com/office/drawing/2014/main" id="{EC37BC6D-15F9-460E-B81C-7B1052FC4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2780074" y="3143996"/>
                <a:ext cx="1078271" cy="1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3" name="Line 48">
                <a:extLst>
                  <a:ext uri="{FF2B5EF4-FFF2-40B4-BE49-F238E27FC236}">
                    <a16:creationId xmlns:a16="http://schemas.microsoft.com/office/drawing/2014/main" id="{122B2C92-E6D9-414B-8B8A-ABF99074D9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879496" y="3144019"/>
                <a:ext cx="822307" cy="867635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4" name="Line 48">
                <a:extLst>
                  <a:ext uri="{FF2B5EF4-FFF2-40B4-BE49-F238E27FC236}">
                    <a16:creationId xmlns:a16="http://schemas.microsoft.com/office/drawing/2014/main" id="{C6F7A62D-998B-4DB0-B89D-621BB29760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879496" y="4011656"/>
                <a:ext cx="822308" cy="867633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5" name="Line 48">
                <a:extLst>
                  <a:ext uri="{FF2B5EF4-FFF2-40B4-BE49-F238E27FC236}">
                    <a16:creationId xmlns:a16="http://schemas.microsoft.com/office/drawing/2014/main" id="{3B44027E-9C01-4FEA-AF38-0A7695F8B1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3870476" y="4011629"/>
                <a:ext cx="822307" cy="867635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6" name="Line 48">
                <a:extLst>
                  <a:ext uri="{FF2B5EF4-FFF2-40B4-BE49-F238E27FC236}">
                    <a16:creationId xmlns:a16="http://schemas.microsoft.com/office/drawing/2014/main" id="{B90EE814-41E0-478B-808D-67D6D3EACA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3858345" y="3143995"/>
                <a:ext cx="822308" cy="867633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7" name="Line 48">
                <a:extLst>
                  <a:ext uri="{FF2B5EF4-FFF2-40B4-BE49-F238E27FC236}">
                    <a16:creationId xmlns:a16="http://schemas.microsoft.com/office/drawing/2014/main" id="{179AF937-900A-4EB6-A5AE-880F9F2B4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1701803" y="4026907"/>
                <a:ext cx="527658" cy="852358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8" name="Line 48">
                <a:extLst>
                  <a:ext uri="{FF2B5EF4-FFF2-40B4-BE49-F238E27FC236}">
                    <a16:creationId xmlns:a16="http://schemas.microsoft.com/office/drawing/2014/main" id="{F97F71E0-8581-434D-B905-EF727F010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229461" y="3143902"/>
                <a:ext cx="550613" cy="882955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9" name="Line 48">
                <a:extLst>
                  <a:ext uri="{FF2B5EF4-FFF2-40B4-BE49-F238E27FC236}">
                    <a16:creationId xmlns:a16="http://schemas.microsoft.com/office/drawing/2014/main" id="{387C0745-2ACF-4222-B61E-DC4AB1BCB0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2758454" y="3143851"/>
                <a:ext cx="1922198" cy="867711"/>
              </a:xfrm>
              <a:prstGeom prst="line">
                <a:avLst/>
              </a:prstGeom>
              <a:noFill/>
              <a:ln w="28575">
                <a:solidFill>
                  <a:schemeClr val="accent6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932932F-02C4-4295-BB4E-518707DA8157}"/>
                  </a:ext>
                </a:extLst>
              </p:cNvPr>
              <p:cNvSpPr txBox="1"/>
              <p:nvPr/>
            </p:nvSpPr>
            <p:spPr>
              <a:xfrm>
                <a:off x="203565" y="3826897"/>
                <a:ext cx="604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군자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AA464C7-C41C-44B6-B795-4CF295F0F190}"/>
                  </a:ext>
                </a:extLst>
              </p:cNvPr>
              <p:cNvSpPr txBox="1"/>
              <p:nvPr/>
            </p:nvSpPr>
            <p:spPr>
              <a:xfrm>
                <a:off x="1360979" y="2754204"/>
                <a:ext cx="604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천호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AA06206-4A5B-4599-9143-B62CAF235062}"/>
                  </a:ext>
                </a:extLst>
              </p:cNvPr>
              <p:cNvSpPr txBox="1"/>
              <p:nvPr/>
            </p:nvSpPr>
            <p:spPr>
              <a:xfrm>
                <a:off x="3568149" y="4917202"/>
                <a:ext cx="8146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선정릉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4DF3E46-133E-4EDD-B4E2-F1BD6B227EFD}"/>
                  </a:ext>
                </a:extLst>
              </p:cNvPr>
              <p:cNvSpPr txBox="1"/>
              <p:nvPr/>
            </p:nvSpPr>
            <p:spPr>
              <a:xfrm>
                <a:off x="2295882" y="4917202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강남구청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9A8F6F5-CBCA-4D41-8AA4-DF1F0986DCF3}"/>
                  </a:ext>
                </a:extLst>
              </p:cNvPr>
              <p:cNvSpPr txBox="1"/>
              <p:nvPr/>
            </p:nvSpPr>
            <p:spPr>
              <a:xfrm>
                <a:off x="4704913" y="3826897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종합운동장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C6667E2-8D2B-480C-BDF4-753A590EE8A5}"/>
                  </a:ext>
                </a:extLst>
              </p:cNvPr>
              <p:cNvSpPr txBox="1"/>
              <p:nvPr/>
            </p:nvSpPr>
            <p:spPr>
              <a:xfrm>
                <a:off x="3568149" y="2751906"/>
                <a:ext cx="604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석촌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AE6C699-91AC-4503-A430-0690CD2E38E5}"/>
                  </a:ext>
                </a:extLst>
              </p:cNvPr>
              <p:cNvSpPr txBox="1"/>
              <p:nvPr/>
            </p:nvSpPr>
            <p:spPr>
              <a:xfrm>
                <a:off x="2504767" y="2751906"/>
                <a:ext cx="604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>
                    <a:latin typeface="+mj-ea"/>
                    <a:ea typeface="+mj-ea"/>
                  </a:rPr>
                  <a:t>잠실</a:t>
                </a:r>
                <a:endParaRPr lang="ko-KR" altLang="en-US" dirty="0">
                  <a:latin typeface="+mj-ea"/>
                  <a:ea typeface="+mj-ea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1876205-9CCF-4999-8283-84615FC0BE50}"/>
                  </a:ext>
                </a:extLst>
              </p:cNvPr>
              <p:cNvSpPr txBox="1"/>
              <p:nvPr/>
            </p:nvSpPr>
            <p:spPr>
              <a:xfrm>
                <a:off x="1655948" y="3714475"/>
                <a:ext cx="6046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강변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F00CEC9-2337-418F-9ABB-783F9CC4203C}"/>
                  </a:ext>
                </a:extLst>
              </p:cNvPr>
              <p:cNvSpPr txBox="1"/>
              <p:nvPr/>
            </p:nvSpPr>
            <p:spPr>
              <a:xfrm>
                <a:off x="1147429" y="4917202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+mj-ea"/>
                    <a:ea typeface="+mj-ea"/>
                  </a:rPr>
                  <a:t>건대입구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8E03496-A27C-4958-864B-AF4171055702}"/>
                  </a:ext>
                </a:extLst>
              </p:cNvPr>
              <p:cNvSpPr txBox="1"/>
              <p:nvPr/>
            </p:nvSpPr>
            <p:spPr>
              <a:xfrm>
                <a:off x="151467" y="3631581"/>
                <a:ext cx="708848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500" dirty="0" err="1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rPr>
                  <a:t>출발역</a:t>
                </a:r>
                <a:endParaRPr lang="ko-KR" altLang="en-US" sz="1500" dirty="0">
                  <a:solidFill>
                    <a:schemeClr val="bg1"/>
                  </a:solidFill>
                  <a:highlight>
                    <a:srgbClr val="800080"/>
                  </a:highlight>
                  <a:latin typeface="+mj-ea"/>
                  <a:ea typeface="+mj-ea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730562F-77AE-470F-9B07-53BCB04B906C}"/>
                  </a:ext>
                </a:extLst>
              </p:cNvPr>
              <p:cNvSpPr txBox="1"/>
              <p:nvPr/>
            </p:nvSpPr>
            <p:spPr>
              <a:xfrm>
                <a:off x="4967805" y="3631581"/>
                <a:ext cx="708848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500" dirty="0" err="1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rPr>
                  <a:t>도착역</a:t>
                </a:r>
                <a:endParaRPr lang="ko-KR" altLang="en-US" sz="1500" dirty="0">
                  <a:solidFill>
                    <a:schemeClr val="bg1"/>
                  </a:solidFill>
                  <a:highlight>
                    <a:srgbClr val="000080"/>
                  </a:highlight>
                  <a:latin typeface="+mj-ea"/>
                  <a:ea typeface="+mj-ea"/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E9196D89-7996-4A48-BD34-C6C042178D4F}"/>
                  </a:ext>
                </a:extLst>
              </p:cNvPr>
              <p:cNvSpPr txBox="1"/>
              <p:nvPr/>
            </p:nvSpPr>
            <p:spPr>
              <a:xfrm>
                <a:off x="968649" y="3302091"/>
                <a:ext cx="46358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7</a:t>
                </a:r>
                <a:r>
                  <a:rPr lang="ko-KR" altLang="en-US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1372DED-5B6F-4141-B8CF-27835B80BE4D}"/>
                  </a:ext>
                </a:extLst>
              </p:cNvPr>
              <p:cNvSpPr txBox="1"/>
              <p:nvPr/>
            </p:nvSpPr>
            <p:spPr>
              <a:xfrm>
                <a:off x="3345748" y="3574706"/>
                <a:ext cx="4571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4</a:t>
                </a:r>
                <a:r>
                  <a:rPr lang="ko-KR" altLang="en-US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6BBF646-A175-44A5-ABCF-C03676FD3A8B}"/>
                  </a:ext>
                </a:extLst>
              </p:cNvPr>
              <p:cNvSpPr txBox="1"/>
              <p:nvPr/>
            </p:nvSpPr>
            <p:spPr>
              <a:xfrm>
                <a:off x="2113259" y="3385054"/>
                <a:ext cx="4571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5</a:t>
                </a:r>
                <a:r>
                  <a:rPr lang="ko-KR" altLang="en-US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9BC0866-5B64-41F8-B2E9-226F2F243806}"/>
                  </a:ext>
                </a:extLst>
              </p:cNvPr>
              <p:cNvSpPr txBox="1"/>
              <p:nvPr/>
            </p:nvSpPr>
            <p:spPr>
              <a:xfrm>
                <a:off x="1603286" y="4181425"/>
                <a:ext cx="4571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3</a:t>
                </a:r>
                <a:r>
                  <a:rPr lang="ko-KR" altLang="en-US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7433920-521B-4A95-B1BF-6C2E48A2264E}"/>
                  </a:ext>
                </a:extLst>
              </p:cNvPr>
              <p:cNvSpPr txBox="1"/>
              <p:nvPr/>
            </p:nvSpPr>
            <p:spPr>
              <a:xfrm>
                <a:off x="4172577" y="3350690"/>
                <a:ext cx="4571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6</a:t>
                </a:r>
                <a:r>
                  <a:rPr lang="ko-KR" altLang="en-US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E876340-E79E-499C-A413-2E9D1845B665}"/>
                  </a:ext>
                </a:extLst>
              </p:cNvPr>
              <p:cNvSpPr txBox="1"/>
              <p:nvPr/>
            </p:nvSpPr>
            <p:spPr>
              <a:xfrm>
                <a:off x="3090621" y="2898762"/>
                <a:ext cx="4571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2</a:t>
                </a:r>
                <a:r>
                  <a:rPr lang="ko-KR" altLang="en-US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1306F0A-C1C9-46F5-801A-52EC6A501860}"/>
                  </a:ext>
                </a:extLst>
              </p:cNvPr>
              <p:cNvSpPr txBox="1"/>
              <p:nvPr/>
            </p:nvSpPr>
            <p:spPr>
              <a:xfrm>
                <a:off x="1980758" y="2911332"/>
                <a:ext cx="4571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9</a:t>
                </a:r>
                <a:r>
                  <a:rPr lang="ko-KR" altLang="en-US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A1CCC10-A2B2-4DF2-A49A-25D042B7274E}"/>
                  </a:ext>
                </a:extLst>
              </p:cNvPr>
              <p:cNvSpPr txBox="1"/>
              <p:nvPr/>
            </p:nvSpPr>
            <p:spPr>
              <a:xfrm>
                <a:off x="864013" y="4370745"/>
                <a:ext cx="4571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6</a:t>
                </a:r>
                <a:r>
                  <a:rPr lang="ko-KR" altLang="en-US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077BF92-CB81-4FB6-9F30-FA7158AF105F}"/>
                  </a:ext>
                </a:extLst>
              </p:cNvPr>
              <p:cNvSpPr txBox="1"/>
              <p:nvPr/>
            </p:nvSpPr>
            <p:spPr>
              <a:xfrm>
                <a:off x="4190773" y="4414263"/>
                <a:ext cx="4571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4</a:t>
                </a:r>
                <a:r>
                  <a:rPr lang="ko-KR" altLang="en-US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65970FA-A97D-4D36-AD66-195415A4DE17}"/>
                  </a:ext>
                </a:extLst>
              </p:cNvPr>
              <p:cNvSpPr txBox="1"/>
              <p:nvPr/>
            </p:nvSpPr>
            <p:spPr>
              <a:xfrm>
                <a:off x="3160290" y="4629543"/>
                <a:ext cx="4571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5</a:t>
                </a:r>
                <a:r>
                  <a:rPr lang="ko-KR" altLang="en-US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AEA2DD5-D66D-4DCE-9AFE-87E18F38663F}"/>
                  </a:ext>
                </a:extLst>
              </p:cNvPr>
              <p:cNvSpPr txBox="1"/>
              <p:nvPr/>
            </p:nvSpPr>
            <p:spPr>
              <a:xfrm>
                <a:off x="2032012" y="4630976"/>
                <a:ext cx="4571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7</a:t>
                </a:r>
                <a:r>
                  <a:rPr lang="ko-KR" altLang="en-US" sz="1400" dirty="0">
                    <a:solidFill>
                      <a:schemeClr val="accent6">
                        <a:lumMod val="75000"/>
                      </a:schemeClr>
                    </a:solidFill>
                    <a:latin typeface="+mj-ea"/>
                    <a:ea typeface="+mj-ea"/>
                  </a:rPr>
                  <a:t>분</a:t>
                </a:r>
              </a:p>
            </p:txBody>
          </p:sp>
        </p:grpSp>
        <p:sp>
          <p:nvSpPr>
            <p:cNvPr id="128" name="Text Box 58">
              <a:extLst>
                <a:ext uri="{FF2B5EF4-FFF2-40B4-BE49-F238E27FC236}">
                  <a16:creationId xmlns:a16="http://schemas.microsoft.com/office/drawing/2014/main" id="{CCCC0FDD-A019-40F7-A3D9-975684C53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33" y="3809042"/>
              <a:ext cx="687144" cy="416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0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9" name="Text Box 58">
              <a:extLst>
                <a:ext uri="{FF2B5EF4-FFF2-40B4-BE49-F238E27FC236}">
                  <a16:creationId xmlns:a16="http://schemas.microsoft.com/office/drawing/2014/main" id="{28B6D39B-FE25-4407-9227-6F844C99EF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679" y="2300301"/>
              <a:ext cx="687144" cy="588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130" name="Text Box 58">
              <a:extLst>
                <a:ext uri="{FF2B5EF4-FFF2-40B4-BE49-F238E27FC236}">
                  <a16:creationId xmlns:a16="http://schemas.microsoft.com/office/drawing/2014/main" id="{557821B8-5688-4897-BDD0-E350D4F5F7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5139" y="2300301"/>
              <a:ext cx="687144" cy="588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131" name="Text Box 58">
              <a:extLst>
                <a:ext uri="{FF2B5EF4-FFF2-40B4-BE49-F238E27FC236}">
                  <a16:creationId xmlns:a16="http://schemas.microsoft.com/office/drawing/2014/main" id="{BA1ABA08-2B48-480F-9C1D-B88780FFC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0847" y="2300301"/>
              <a:ext cx="687144" cy="588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132" name="Text Box 58">
              <a:extLst>
                <a:ext uri="{FF2B5EF4-FFF2-40B4-BE49-F238E27FC236}">
                  <a16:creationId xmlns:a16="http://schemas.microsoft.com/office/drawing/2014/main" id="{A7F94CD2-A01C-4F2F-878D-E4A49E84D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9233" y="3383615"/>
              <a:ext cx="687144" cy="588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133" name="Text Box 58">
              <a:extLst>
                <a:ext uri="{FF2B5EF4-FFF2-40B4-BE49-F238E27FC236}">
                  <a16:creationId xmlns:a16="http://schemas.microsoft.com/office/drawing/2014/main" id="{C7179076-90BC-402C-882A-340D1DB1C3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5127" y="5219782"/>
              <a:ext cx="687144" cy="588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134" name="Text Box 58">
              <a:extLst>
                <a:ext uri="{FF2B5EF4-FFF2-40B4-BE49-F238E27FC236}">
                  <a16:creationId xmlns:a16="http://schemas.microsoft.com/office/drawing/2014/main" id="{CDE06175-3017-495D-B1D1-83BBA614A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7790" y="5219782"/>
              <a:ext cx="687144" cy="588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135" name="Text Box 58">
              <a:extLst>
                <a:ext uri="{FF2B5EF4-FFF2-40B4-BE49-F238E27FC236}">
                  <a16:creationId xmlns:a16="http://schemas.microsoft.com/office/drawing/2014/main" id="{196DE3B3-8EA2-4E46-8602-3D13A0929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8693" y="5219782"/>
              <a:ext cx="687144" cy="588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  <p:sp>
          <p:nvSpPr>
            <p:cNvPr id="136" name="Text Box 58">
              <a:extLst>
                <a:ext uri="{FF2B5EF4-FFF2-40B4-BE49-F238E27FC236}">
                  <a16:creationId xmlns:a16="http://schemas.microsoft.com/office/drawing/2014/main" id="{016A4CD0-670D-4775-A875-050341459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3307" y="3274836"/>
              <a:ext cx="687144" cy="588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ko-KR" altLang="en-US" sz="2400" dirty="0">
                  <a:solidFill>
                    <a:schemeClr val="accent3">
                      <a:lumMod val="75000"/>
                    </a:schemeClr>
                  </a:solidFill>
                  <a:latin typeface="Arial" panose="020B0604020202020204" pitchFamily="34" charset="0"/>
                  <a:ea typeface="굴림" panose="020B0600000101010101" pitchFamily="50" charset="-127"/>
                  <a:cs typeface="Arial" panose="020B0604020202020204" pitchFamily="34" charset="0"/>
                </a:rPr>
                <a:t>∞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0E9C266A-573B-4C5B-A02F-F6141D10DE5F}"/>
              </a:ext>
            </a:extLst>
          </p:cNvPr>
          <p:cNvGrpSpPr/>
          <p:nvPr/>
        </p:nvGrpSpPr>
        <p:grpSpPr>
          <a:xfrm>
            <a:off x="6096000" y="2300301"/>
            <a:ext cx="5937908" cy="3508461"/>
            <a:chOff x="6096000" y="2300301"/>
            <a:chExt cx="5937908" cy="3508461"/>
          </a:xfrm>
        </p:grpSpPr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89F1695B-32ED-4F5D-B131-7751C4FC7E4C}"/>
                </a:ext>
              </a:extLst>
            </p:cNvPr>
            <p:cNvGrpSpPr/>
            <p:nvPr/>
          </p:nvGrpSpPr>
          <p:grpSpPr>
            <a:xfrm>
              <a:off x="6096000" y="2300301"/>
              <a:ext cx="5937908" cy="3508461"/>
              <a:chOff x="43733" y="2300301"/>
              <a:chExt cx="5937908" cy="3508461"/>
            </a:xfrm>
          </p:grpSpPr>
          <p:grpSp>
            <p:nvGrpSpPr>
              <p:cNvPr id="182" name="그룹 181">
                <a:extLst>
                  <a:ext uri="{FF2B5EF4-FFF2-40B4-BE49-F238E27FC236}">
                    <a16:creationId xmlns:a16="http://schemas.microsoft.com/office/drawing/2014/main" id="{63B947BE-37CF-416D-9A8F-4B7D1F9730ED}"/>
                  </a:ext>
                </a:extLst>
              </p:cNvPr>
              <p:cNvGrpSpPr/>
              <p:nvPr/>
            </p:nvGrpSpPr>
            <p:grpSpPr>
              <a:xfrm>
                <a:off x="204834" y="2582524"/>
                <a:ext cx="5776807" cy="2869347"/>
                <a:chOff x="151467" y="2751906"/>
                <a:chExt cx="5788079" cy="2534628"/>
              </a:xfrm>
            </p:grpSpPr>
            <p:sp>
              <p:nvSpPr>
                <p:cNvPr id="201" name="Line 48">
                  <a:extLst>
                    <a:ext uri="{FF2B5EF4-FFF2-40B4-BE49-F238E27FC236}">
                      <a16:creationId xmlns:a16="http://schemas.microsoft.com/office/drawing/2014/main" id="{F362C433-1332-4AD5-A7CD-58D5755E4E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1803" y="3143998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02" name="Line 48">
                  <a:extLst>
                    <a:ext uri="{FF2B5EF4-FFF2-40B4-BE49-F238E27FC236}">
                      <a16:creationId xmlns:a16="http://schemas.microsoft.com/office/drawing/2014/main" id="{8694BB5F-B2F9-4F56-BD0A-8D81BD2A18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7869" y="4879311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03" name="Line 48">
                  <a:extLst>
                    <a:ext uri="{FF2B5EF4-FFF2-40B4-BE49-F238E27FC236}">
                      <a16:creationId xmlns:a16="http://schemas.microsoft.com/office/drawing/2014/main" id="{2E5150CA-6353-4DCE-8F53-E074507DA9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6140" y="4879309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47" name="Line 48">
                  <a:extLst>
                    <a:ext uri="{FF2B5EF4-FFF2-40B4-BE49-F238E27FC236}">
                      <a16:creationId xmlns:a16="http://schemas.microsoft.com/office/drawing/2014/main" id="{A8DBF1B2-EF1F-4731-B20E-CAA827C0BD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0074" y="3143996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48" name="Line 48">
                  <a:extLst>
                    <a:ext uri="{FF2B5EF4-FFF2-40B4-BE49-F238E27FC236}">
                      <a16:creationId xmlns:a16="http://schemas.microsoft.com/office/drawing/2014/main" id="{BBB66492-3E83-4D72-B777-C3FAE91892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879496" y="314401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prstDash val="sysDash"/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49" name="Line 48">
                  <a:extLst>
                    <a:ext uri="{FF2B5EF4-FFF2-40B4-BE49-F238E27FC236}">
                      <a16:creationId xmlns:a16="http://schemas.microsoft.com/office/drawing/2014/main" id="{56C08ED3-FAFB-44F5-9FA1-4094EBF2D4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879496" y="4011656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prstDash val="sysDash"/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0" name="Line 48">
                  <a:extLst>
                    <a:ext uri="{FF2B5EF4-FFF2-40B4-BE49-F238E27FC236}">
                      <a16:creationId xmlns:a16="http://schemas.microsoft.com/office/drawing/2014/main" id="{A82A29BF-3B19-4CA7-9B68-CA0E3BC18F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870476" y="401162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1" name="Line 48">
                  <a:extLst>
                    <a:ext uri="{FF2B5EF4-FFF2-40B4-BE49-F238E27FC236}">
                      <a16:creationId xmlns:a16="http://schemas.microsoft.com/office/drawing/2014/main" id="{7791FB9F-0280-4EB1-9643-837AEBB71E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3858345" y="3143995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2" name="Line 48">
                  <a:extLst>
                    <a:ext uri="{FF2B5EF4-FFF2-40B4-BE49-F238E27FC236}">
                      <a16:creationId xmlns:a16="http://schemas.microsoft.com/office/drawing/2014/main" id="{D8B3540E-EE8C-4671-A844-40CDA1C376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1701803" y="4026907"/>
                  <a:ext cx="527658" cy="852358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3" name="Line 48">
                  <a:extLst>
                    <a:ext uri="{FF2B5EF4-FFF2-40B4-BE49-F238E27FC236}">
                      <a16:creationId xmlns:a16="http://schemas.microsoft.com/office/drawing/2014/main" id="{90412255-2FAD-4D17-8CD3-E417E1619F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2229461" y="3143902"/>
                  <a:ext cx="550613" cy="88295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4" name="Line 48">
                  <a:extLst>
                    <a:ext uri="{FF2B5EF4-FFF2-40B4-BE49-F238E27FC236}">
                      <a16:creationId xmlns:a16="http://schemas.microsoft.com/office/drawing/2014/main" id="{5CF15D42-0653-4117-AA2F-A61B8E084A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58454" y="3143851"/>
                  <a:ext cx="1922198" cy="86771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3EB539A3-1547-4BDC-976E-F5503D32F132}"/>
                    </a:ext>
                  </a:extLst>
                </p:cNvPr>
                <p:cNvSpPr txBox="1"/>
                <p:nvPr/>
              </p:nvSpPr>
              <p:spPr>
                <a:xfrm>
                  <a:off x="203565" y="3826897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군자</a:t>
                  </a:r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10B10CD1-FE28-4280-8643-D2CF892ED635}"/>
                    </a:ext>
                  </a:extLst>
                </p:cNvPr>
                <p:cNvSpPr txBox="1"/>
                <p:nvPr/>
              </p:nvSpPr>
              <p:spPr>
                <a:xfrm>
                  <a:off x="1360979" y="2754204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천호</a:t>
                  </a: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C44BA0AA-2627-4E1D-A7D5-3AAF9C52B56B}"/>
                    </a:ext>
                  </a:extLst>
                </p:cNvPr>
                <p:cNvSpPr txBox="1"/>
                <p:nvPr/>
              </p:nvSpPr>
              <p:spPr>
                <a:xfrm>
                  <a:off x="3568149" y="4917202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선정릉</a:t>
                  </a: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6C26916D-B28E-4207-9FF9-FCA2D74B98DB}"/>
                    </a:ext>
                  </a:extLst>
                </p:cNvPr>
                <p:cNvSpPr txBox="1"/>
                <p:nvPr/>
              </p:nvSpPr>
              <p:spPr>
                <a:xfrm>
                  <a:off x="2295882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강남구청</a:t>
                  </a: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38960E78-951D-4B43-9BA0-A9FBE7346DDB}"/>
                    </a:ext>
                  </a:extLst>
                </p:cNvPr>
                <p:cNvSpPr txBox="1"/>
                <p:nvPr/>
              </p:nvSpPr>
              <p:spPr>
                <a:xfrm>
                  <a:off x="4704913" y="3826897"/>
                  <a:ext cx="12346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종합운동장</a:t>
                  </a:r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E1FE3DBD-05C0-455C-95AF-28C80C0CC9F7}"/>
                    </a:ext>
                  </a:extLst>
                </p:cNvPr>
                <p:cNvSpPr txBox="1"/>
                <p:nvPr/>
              </p:nvSpPr>
              <p:spPr>
                <a:xfrm>
                  <a:off x="3568149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석촌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BEDDD0C2-62FC-480D-9533-31BA271E9571}"/>
                    </a:ext>
                  </a:extLst>
                </p:cNvPr>
                <p:cNvSpPr txBox="1"/>
                <p:nvPr/>
              </p:nvSpPr>
              <p:spPr>
                <a:xfrm>
                  <a:off x="2504767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>
                      <a:latin typeface="+mj-ea"/>
                      <a:ea typeface="+mj-ea"/>
                    </a:rPr>
                    <a:t>잠실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8DA03588-6B73-43BA-B6B5-FA10D9CC3B0B}"/>
                    </a:ext>
                  </a:extLst>
                </p:cNvPr>
                <p:cNvSpPr txBox="1"/>
                <p:nvPr/>
              </p:nvSpPr>
              <p:spPr>
                <a:xfrm>
                  <a:off x="1655948" y="3714475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강변</a:t>
                  </a:r>
                </a:p>
              </p:txBody>
            </p: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720243A8-9F25-4647-A96A-60C44BED553A}"/>
                    </a:ext>
                  </a:extLst>
                </p:cNvPr>
                <p:cNvSpPr txBox="1"/>
                <p:nvPr/>
              </p:nvSpPr>
              <p:spPr>
                <a:xfrm>
                  <a:off x="1147429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건대입구</a:t>
                  </a:r>
                </a:p>
              </p:txBody>
            </p:sp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FDFCAA1A-FBE4-4D76-BA49-07F91DF5113F}"/>
                    </a:ext>
                  </a:extLst>
                </p:cNvPr>
                <p:cNvSpPr txBox="1"/>
                <p:nvPr/>
              </p:nvSpPr>
              <p:spPr>
                <a:xfrm>
                  <a:off x="151467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54EBAAA3-A85B-4721-B6BF-80C8AD49CD97}"/>
                    </a:ext>
                  </a:extLst>
                </p:cNvPr>
                <p:cNvSpPr txBox="1"/>
                <p:nvPr/>
              </p:nvSpPr>
              <p:spPr>
                <a:xfrm>
                  <a:off x="4967805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9B5A4CCB-9A8D-4A44-921B-565505F3631C}"/>
                    </a:ext>
                  </a:extLst>
                </p:cNvPr>
                <p:cNvSpPr txBox="1"/>
                <p:nvPr/>
              </p:nvSpPr>
              <p:spPr>
                <a:xfrm>
                  <a:off x="968649" y="3302091"/>
                  <a:ext cx="4635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3C7D2937-288B-444A-86CB-6CE21A2C87EA}"/>
                    </a:ext>
                  </a:extLst>
                </p:cNvPr>
                <p:cNvSpPr txBox="1"/>
                <p:nvPr/>
              </p:nvSpPr>
              <p:spPr>
                <a:xfrm>
                  <a:off x="3345748" y="357470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020CBC69-EF40-4BF0-AD2A-AE722FE87D41}"/>
                    </a:ext>
                  </a:extLst>
                </p:cNvPr>
                <p:cNvSpPr txBox="1"/>
                <p:nvPr/>
              </p:nvSpPr>
              <p:spPr>
                <a:xfrm>
                  <a:off x="2113259" y="3385054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A75D80A4-A73C-4834-B64E-5EA906BDA19C}"/>
                    </a:ext>
                  </a:extLst>
                </p:cNvPr>
                <p:cNvSpPr txBox="1"/>
                <p:nvPr/>
              </p:nvSpPr>
              <p:spPr>
                <a:xfrm>
                  <a:off x="1603286" y="418142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177B8B4E-1F0D-474C-A9FC-54D05A873074}"/>
                    </a:ext>
                  </a:extLst>
                </p:cNvPr>
                <p:cNvSpPr txBox="1"/>
                <p:nvPr/>
              </p:nvSpPr>
              <p:spPr>
                <a:xfrm>
                  <a:off x="4172577" y="3350690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4AFA0C75-D657-4E81-8C19-77D3F7469098}"/>
                    </a:ext>
                  </a:extLst>
                </p:cNvPr>
                <p:cNvSpPr txBox="1"/>
                <p:nvPr/>
              </p:nvSpPr>
              <p:spPr>
                <a:xfrm>
                  <a:off x="3090621" y="289876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5BDD579D-6091-4AB5-8937-DE545AC898B3}"/>
                    </a:ext>
                  </a:extLst>
                </p:cNvPr>
                <p:cNvSpPr txBox="1"/>
                <p:nvPr/>
              </p:nvSpPr>
              <p:spPr>
                <a:xfrm>
                  <a:off x="1980758" y="291133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BEABFBBA-B615-444E-BBB1-94E9C2ECD9CA}"/>
                    </a:ext>
                  </a:extLst>
                </p:cNvPr>
                <p:cNvSpPr txBox="1"/>
                <p:nvPr/>
              </p:nvSpPr>
              <p:spPr>
                <a:xfrm>
                  <a:off x="864013" y="437074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1DE0DED9-9D75-4AFE-B461-2858724DD8D1}"/>
                    </a:ext>
                  </a:extLst>
                </p:cNvPr>
                <p:cNvSpPr txBox="1"/>
                <p:nvPr/>
              </p:nvSpPr>
              <p:spPr>
                <a:xfrm>
                  <a:off x="4190773" y="441426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id="{0D8730F1-D893-4DCE-8B12-2B7CCC5A7398}"/>
                    </a:ext>
                  </a:extLst>
                </p:cNvPr>
                <p:cNvSpPr txBox="1"/>
                <p:nvPr/>
              </p:nvSpPr>
              <p:spPr>
                <a:xfrm>
                  <a:off x="3160290" y="462954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id="{F30A5941-BAD7-4287-BEC7-6AA92CED0FB3}"/>
                    </a:ext>
                  </a:extLst>
                </p:cNvPr>
                <p:cNvSpPr txBox="1"/>
                <p:nvPr/>
              </p:nvSpPr>
              <p:spPr>
                <a:xfrm>
                  <a:off x="2032012" y="463097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83" name="Text Box 58">
                <a:extLst>
                  <a:ext uri="{FF2B5EF4-FFF2-40B4-BE49-F238E27FC236}">
                    <a16:creationId xmlns:a16="http://schemas.microsoft.com/office/drawing/2014/main" id="{0903CDCF-8827-42B6-9E81-A76DD55108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33" y="3809042"/>
                <a:ext cx="687144" cy="41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5" name="Text Box 58">
                <a:extLst>
                  <a:ext uri="{FF2B5EF4-FFF2-40B4-BE49-F238E27FC236}">
                    <a16:creationId xmlns:a16="http://schemas.microsoft.com/office/drawing/2014/main" id="{A36CD207-7E56-49FD-8912-3478C058B7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5139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86" name="Text Box 58">
                <a:extLst>
                  <a:ext uri="{FF2B5EF4-FFF2-40B4-BE49-F238E27FC236}">
                    <a16:creationId xmlns:a16="http://schemas.microsoft.com/office/drawing/2014/main" id="{3CA6B527-6FD6-4AE9-BB89-25C4FE2F01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0847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87" name="Text Box 58">
                <a:extLst>
                  <a:ext uri="{FF2B5EF4-FFF2-40B4-BE49-F238E27FC236}">
                    <a16:creationId xmlns:a16="http://schemas.microsoft.com/office/drawing/2014/main" id="{7F4B58FB-2E17-4AA2-AD0E-3784EAFE2D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9233" y="3383615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89" name="Text Box 58">
                <a:extLst>
                  <a:ext uri="{FF2B5EF4-FFF2-40B4-BE49-F238E27FC236}">
                    <a16:creationId xmlns:a16="http://schemas.microsoft.com/office/drawing/2014/main" id="{D1EF9C14-3D54-427B-B70F-995F10627C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7790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90" name="Text Box 58">
                <a:extLst>
                  <a:ext uri="{FF2B5EF4-FFF2-40B4-BE49-F238E27FC236}">
                    <a16:creationId xmlns:a16="http://schemas.microsoft.com/office/drawing/2014/main" id="{117406D8-F45E-4F25-B687-773D347ED5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8693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200" name="Text Box 58">
                <a:extLst>
                  <a:ext uri="{FF2B5EF4-FFF2-40B4-BE49-F238E27FC236}">
                    <a16:creationId xmlns:a16="http://schemas.microsoft.com/office/drawing/2014/main" id="{B9220005-11BD-4CC6-B146-7CC9C700C4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3307" y="3274836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</p:grpSp>
        <p:sp>
          <p:nvSpPr>
            <p:cNvPr id="278" name="Text Box 58">
              <a:extLst>
                <a:ext uri="{FF2B5EF4-FFF2-40B4-BE49-F238E27FC236}">
                  <a16:creationId xmlns:a16="http://schemas.microsoft.com/office/drawing/2014/main" id="{CBC87E97-3EF8-4F37-9854-674E59429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0835" y="2356252"/>
              <a:ext cx="115869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79" name="Text Box 58">
              <a:extLst>
                <a:ext uri="{FF2B5EF4-FFF2-40B4-BE49-F238E27FC236}">
                  <a16:creationId xmlns:a16="http://schemas.microsoft.com/office/drawing/2014/main" id="{543BCCC3-D23D-47A6-B218-D251737D9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4034" y="5382994"/>
              <a:ext cx="115869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6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80" name="타원 279">
              <a:extLst>
                <a:ext uri="{FF2B5EF4-FFF2-40B4-BE49-F238E27FC236}">
                  <a16:creationId xmlns:a16="http://schemas.microsoft.com/office/drawing/2014/main" id="{4473DA34-3436-42C5-A57F-CE4DB811CD7C}"/>
                </a:ext>
              </a:extLst>
            </p:cNvPr>
            <p:cNvSpPr/>
            <p:nvPr/>
          </p:nvSpPr>
          <p:spPr bwMode="auto">
            <a:xfrm>
              <a:off x="6340255" y="371755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F23B8C-5780-418C-BC58-BA1EFF801CA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11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5303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</a:t>
            </a:r>
            <a:endParaRPr lang="ko-KR" altLang="en-US" sz="20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E9C266A-573B-4C5B-A02F-F6141D10DE5F}"/>
              </a:ext>
            </a:extLst>
          </p:cNvPr>
          <p:cNvGrpSpPr/>
          <p:nvPr/>
        </p:nvGrpSpPr>
        <p:grpSpPr>
          <a:xfrm>
            <a:off x="158092" y="2300301"/>
            <a:ext cx="5937908" cy="3636691"/>
            <a:chOff x="6096000" y="2300301"/>
            <a:chExt cx="5937908" cy="3636691"/>
          </a:xfrm>
        </p:grpSpPr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89F1695B-32ED-4F5D-B131-7751C4FC7E4C}"/>
                </a:ext>
              </a:extLst>
            </p:cNvPr>
            <p:cNvGrpSpPr/>
            <p:nvPr/>
          </p:nvGrpSpPr>
          <p:grpSpPr>
            <a:xfrm>
              <a:off x="6096000" y="2300301"/>
              <a:ext cx="5937908" cy="3508461"/>
              <a:chOff x="43733" y="2300301"/>
              <a:chExt cx="5937908" cy="3508461"/>
            </a:xfrm>
          </p:grpSpPr>
          <p:grpSp>
            <p:nvGrpSpPr>
              <p:cNvPr id="182" name="그룹 181">
                <a:extLst>
                  <a:ext uri="{FF2B5EF4-FFF2-40B4-BE49-F238E27FC236}">
                    <a16:creationId xmlns:a16="http://schemas.microsoft.com/office/drawing/2014/main" id="{63B947BE-37CF-416D-9A8F-4B7D1F9730ED}"/>
                  </a:ext>
                </a:extLst>
              </p:cNvPr>
              <p:cNvGrpSpPr/>
              <p:nvPr/>
            </p:nvGrpSpPr>
            <p:grpSpPr>
              <a:xfrm>
                <a:off x="204834" y="2582524"/>
                <a:ext cx="5776807" cy="2869347"/>
                <a:chOff x="151467" y="2751906"/>
                <a:chExt cx="5788079" cy="2534628"/>
              </a:xfrm>
            </p:grpSpPr>
            <p:sp>
              <p:nvSpPr>
                <p:cNvPr id="201" name="Line 48">
                  <a:extLst>
                    <a:ext uri="{FF2B5EF4-FFF2-40B4-BE49-F238E27FC236}">
                      <a16:creationId xmlns:a16="http://schemas.microsoft.com/office/drawing/2014/main" id="{F362C433-1332-4AD5-A7CD-58D5755E4E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1803" y="3143998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02" name="Line 48">
                  <a:extLst>
                    <a:ext uri="{FF2B5EF4-FFF2-40B4-BE49-F238E27FC236}">
                      <a16:creationId xmlns:a16="http://schemas.microsoft.com/office/drawing/2014/main" id="{8694BB5F-B2F9-4F56-BD0A-8D81BD2A18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7869" y="4879311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prstDash val="sysDash"/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03" name="Line 48">
                  <a:extLst>
                    <a:ext uri="{FF2B5EF4-FFF2-40B4-BE49-F238E27FC236}">
                      <a16:creationId xmlns:a16="http://schemas.microsoft.com/office/drawing/2014/main" id="{2E5150CA-6353-4DCE-8F53-E074507DA9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6140" y="4879309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47" name="Line 48">
                  <a:extLst>
                    <a:ext uri="{FF2B5EF4-FFF2-40B4-BE49-F238E27FC236}">
                      <a16:creationId xmlns:a16="http://schemas.microsoft.com/office/drawing/2014/main" id="{A8DBF1B2-EF1F-4731-B20E-CAA827C0BD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0074" y="3143996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48" name="Line 48">
                  <a:extLst>
                    <a:ext uri="{FF2B5EF4-FFF2-40B4-BE49-F238E27FC236}">
                      <a16:creationId xmlns:a16="http://schemas.microsoft.com/office/drawing/2014/main" id="{BBB66492-3E83-4D72-B777-C3FAE91892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879496" y="314401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49" name="Line 48">
                  <a:extLst>
                    <a:ext uri="{FF2B5EF4-FFF2-40B4-BE49-F238E27FC236}">
                      <a16:creationId xmlns:a16="http://schemas.microsoft.com/office/drawing/2014/main" id="{56C08ED3-FAFB-44F5-9FA1-4094EBF2D4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879496" y="4011656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0" name="Line 48">
                  <a:extLst>
                    <a:ext uri="{FF2B5EF4-FFF2-40B4-BE49-F238E27FC236}">
                      <a16:creationId xmlns:a16="http://schemas.microsoft.com/office/drawing/2014/main" id="{A82A29BF-3B19-4CA7-9B68-CA0E3BC18F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870476" y="401162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1" name="Line 48">
                  <a:extLst>
                    <a:ext uri="{FF2B5EF4-FFF2-40B4-BE49-F238E27FC236}">
                      <a16:creationId xmlns:a16="http://schemas.microsoft.com/office/drawing/2014/main" id="{7791FB9F-0280-4EB1-9643-837AEBB71E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3858345" y="3143995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2" name="Line 48">
                  <a:extLst>
                    <a:ext uri="{FF2B5EF4-FFF2-40B4-BE49-F238E27FC236}">
                      <a16:creationId xmlns:a16="http://schemas.microsoft.com/office/drawing/2014/main" id="{D8B3540E-EE8C-4671-A844-40CDA1C376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1701803" y="4026907"/>
                  <a:ext cx="527658" cy="852358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prstDash val="sysDash"/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53" name="Line 48">
                  <a:extLst>
                    <a:ext uri="{FF2B5EF4-FFF2-40B4-BE49-F238E27FC236}">
                      <a16:creationId xmlns:a16="http://schemas.microsoft.com/office/drawing/2014/main" id="{90412255-2FAD-4D17-8CD3-E417E1619F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2229461" y="3143902"/>
                  <a:ext cx="550613" cy="88295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4" name="Line 48">
                  <a:extLst>
                    <a:ext uri="{FF2B5EF4-FFF2-40B4-BE49-F238E27FC236}">
                      <a16:creationId xmlns:a16="http://schemas.microsoft.com/office/drawing/2014/main" id="{5CF15D42-0653-4117-AA2F-A61B8E084A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58454" y="3143851"/>
                  <a:ext cx="1922198" cy="86771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3EB539A3-1547-4BDC-976E-F5503D32F132}"/>
                    </a:ext>
                  </a:extLst>
                </p:cNvPr>
                <p:cNvSpPr txBox="1"/>
                <p:nvPr/>
              </p:nvSpPr>
              <p:spPr>
                <a:xfrm>
                  <a:off x="203565" y="3826897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군자</a:t>
                  </a:r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10B10CD1-FE28-4280-8643-D2CF892ED635}"/>
                    </a:ext>
                  </a:extLst>
                </p:cNvPr>
                <p:cNvSpPr txBox="1"/>
                <p:nvPr/>
              </p:nvSpPr>
              <p:spPr>
                <a:xfrm>
                  <a:off x="1360979" y="2754204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천호</a:t>
                  </a: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C44BA0AA-2627-4E1D-A7D5-3AAF9C52B56B}"/>
                    </a:ext>
                  </a:extLst>
                </p:cNvPr>
                <p:cNvSpPr txBox="1"/>
                <p:nvPr/>
              </p:nvSpPr>
              <p:spPr>
                <a:xfrm>
                  <a:off x="3568149" y="4917202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선정릉</a:t>
                  </a: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6C26916D-B28E-4207-9FF9-FCA2D74B98DB}"/>
                    </a:ext>
                  </a:extLst>
                </p:cNvPr>
                <p:cNvSpPr txBox="1"/>
                <p:nvPr/>
              </p:nvSpPr>
              <p:spPr>
                <a:xfrm>
                  <a:off x="2295882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강남구청</a:t>
                  </a: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38960E78-951D-4B43-9BA0-A9FBE7346DDB}"/>
                    </a:ext>
                  </a:extLst>
                </p:cNvPr>
                <p:cNvSpPr txBox="1"/>
                <p:nvPr/>
              </p:nvSpPr>
              <p:spPr>
                <a:xfrm>
                  <a:off x="4704913" y="3826897"/>
                  <a:ext cx="12346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종합운동장</a:t>
                  </a:r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E1FE3DBD-05C0-455C-95AF-28C80C0CC9F7}"/>
                    </a:ext>
                  </a:extLst>
                </p:cNvPr>
                <p:cNvSpPr txBox="1"/>
                <p:nvPr/>
              </p:nvSpPr>
              <p:spPr>
                <a:xfrm>
                  <a:off x="3568149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석촌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BEDDD0C2-62FC-480D-9533-31BA271E9571}"/>
                    </a:ext>
                  </a:extLst>
                </p:cNvPr>
                <p:cNvSpPr txBox="1"/>
                <p:nvPr/>
              </p:nvSpPr>
              <p:spPr>
                <a:xfrm>
                  <a:off x="2504767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>
                      <a:latin typeface="+mj-ea"/>
                      <a:ea typeface="+mj-ea"/>
                    </a:rPr>
                    <a:t>잠실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8DA03588-6B73-43BA-B6B5-FA10D9CC3B0B}"/>
                    </a:ext>
                  </a:extLst>
                </p:cNvPr>
                <p:cNvSpPr txBox="1"/>
                <p:nvPr/>
              </p:nvSpPr>
              <p:spPr>
                <a:xfrm>
                  <a:off x="1655948" y="3714475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강변</a:t>
                  </a:r>
                </a:p>
              </p:txBody>
            </p: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720243A8-9F25-4647-A96A-60C44BED553A}"/>
                    </a:ext>
                  </a:extLst>
                </p:cNvPr>
                <p:cNvSpPr txBox="1"/>
                <p:nvPr/>
              </p:nvSpPr>
              <p:spPr>
                <a:xfrm>
                  <a:off x="1147429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건대입구</a:t>
                  </a:r>
                </a:p>
              </p:txBody>
            </p:sp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FDFCAA1A-FBE4-4D76-BA49-07F91DF5113F}"/>
                    </a:ext>
                  </a:extLst>
                </p:cNvPr>
                <p:cNvSpPr txBox="1"/>
                <p:nvPr/>
              </p:nvSpPr>
              <p:spPr>
                <a:xfrm>
                  <a:off x="151467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54EBAAA3-A85B-4721-B6BF-80C8AD49CD97}"/>
                    </a:ext>
                  </a:extLst>
                </p:cNvPr>
                <p:cNvSpPr txBox="1"/>
                <p:nvPr/>
              </p:nvSpPr>
              <p:spPr>
                <a:xfrm>
                  <a:off x="4967805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9B5A4CCB-9A8D-4A44-921B-565505F3631C}"/>
                    </a:ext>
                  </a:extLst>
                </p:cNvPr>
                <p:cNvSpPr txBox="1"/>
                <p:nvPr/>
              </p:nvSpPr>
              <p:spPr>
                <a:xfrm>
                  <a:off x="968649" y="3302091"/>
                  <a:ext cx="4635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3C7D2937-288B-444A-86CB-6CE21A2C87EA}"/>
                    </a:ext>
                  </a:extLst>
                </p:cNvPr>
                <p:cNvSpPr txBox="1"/>
                <p:nvPr/>
              </p:nvSpPr>
              <p:spPr>
                <a:xfrm>
                  <a:off x="3345748" y="357470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020CBC69-EF40-4BF0-AD2A-AE722FE87D41}"/>
                    </a:ext>
                  </a:extLst>
                </p:cNvPr>
                <p:cNvSpPr txBox="1"/>
                <p:nvPr/>
              </p:nvSpPr>
              <p:spPr>
                <a:xfrm>
                  <a:off x="2113259" y="3385054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9" name="TextBox 268">
                  <a:extLst>
                    <a:ext uri="{FF2B5EF4-FFF2-40B4-BE49-F238E27FC236}">
                      <a16:creationId xmlns:a16="http://schemas.microsoft.com/office/drawing/2014/main" id="{A75D80A4-A73C-4834-B64E-5EA906BDA19C}"/>
                    </a:ext>
                  </a:extLst>
                </p:cNvPr>
                <p:cNvSpPr txBox="1"/>
                <p:nvPr/>
              </p:nvSpPr>
              <p:spPr>
                <a:xfrm>
                  <a:off x="1603286" y="418142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177B8B4E-1F0D-474C-A9FC-54D05A873074}"/>
                    </a:ext>
                  </a:extLst>
                </p:cNvPr>
                <p:cNvSpPr txBox="1"/>
                <p:nvPr/>
              </p:nvSpPr>
              <p:spPr>
                <a:xfrm>
                  <a:off x="4172577" y="3350690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4AFA0C75-D657-4E81-8C19-77D3F7469098}"/>
                    </a:ext>
                  </a:extLst>
                </p:cNvPr>
                <p:cNvSpPr txBox="1"/>
                <p:nvPr/>
              </p:nvSpPr>
              <p:spPr>
                <a:xfrm>
                  <a:off x="3090621" y="289876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5BDD579D-6091-4AB5-8937-DE545AC898B3}"/>
                    </a:ext>
                  </a:extLst>
                </p:cNvPr>
                <p:cNvSpPr txBox="1"/>
                <p:nvPr/>
              </p:nvSpPr>
              <p:spPr>
                <a:xfrm>
                  <a:off x="1980758" y="291133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3" name="TextBox 272">
                  <a:extLst>
                    <a:ext uri="{FF2B5EF4-FFF2-40B4-BE49-F238E27FC236}">
                      <a16:creationId xmlns:a16="http://schemas.microsoft.com/office/drawing/2014/main" id="{BEABFBBA-B615-444E-BBB1-94E9C2ECD9CA}"/>
                    </a:ext>
                  </a:extLst>
                </p:cNvPr>
                <p:cNvSpPr txBox="1"/>
                <p:nvPr/>
              </p:nvSpPr>
              <p:spPr>
                <a:xfrm>
                  <a:off x="864013" y="437074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4" name="TextBox 273">
                  <a:extLst>
                    <a:ext uri="{FF2B5EF4-FFF2-40B4-BE49-F238E27FC236}">
                      <a16:creationId xmlns:a16="http://schemas.microsoft.com/office/drawing/2014/main" id="{1DE0DED9-9D75-4AFE-B461-2858724DD8D1}"/>
                    </a:ext>
                  </a:extLst>
                </p:cNvPr>
                <p:cNvSpPr txBox="1"/>
                <p:nvPr/>
              </p:nvSpPr>
              <p:spPr>
                <a:xfrm>
                  <a:off x="4190773" y="441426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5" name="TextBox 274">
                  <a:extLst>
                    <a:ext uri="{FF2B5EF4-FFF2-40B4-BE49-F238E27FC236}">
                      <a16:creationId xmlns:a16="http://schemas.microsoft.com/office/drawing/2014/main" id="{0D8730F1-D893-4DCE-8B12-2B7CCC5A7398}"/>
                    </a:ext>
                  </a:extLst>
                </p:cNvPr>
                <p:cNvSpPr txBox="1"/>
                <p:nvPr/>
              </p:nvSpPr>
              <p:spPr>
                <a:xfrm>
                  <a:off x="3160290" y="462954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76" name="TextBox 275">
                  <a:extLst>
                    <a:ext uri="{FF2B5EF4-FFF2-40B4-BE49-F238E27FC236}">
                      <a16:creationId xmlns:a16="http://schemas.microsoft.com/office/drawing/2014/main" id="{F30A5941-BAD7-4287-BEC7-6AA92CED0FB3}"/>
                    </a:ext>
                  </a:extLst>
                </p:cNvPr>
                <p:cNvSpPr txBox="1"/>
                <p:nvPr/>
              </p:nvSpPr>
              <p:spPr>
                <a:xfrm>
                  <a:off x="2032012" y="463097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83" name="Text Box 58">
                <a:extLst>
                  <a:ext uri="{FF2B5EF4-FFF2-40B4-BE49-F238E27FC236}">
                    <a16:creationId xmlns:a16="http://schemas.microsoft.com/office/drawing/2014/main" id="{0903CDCF-8827-42B6-9E81-A76DD55108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33" y="3809042"/>
                <a:ext cx="687144" cy="41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5" name="Text Box 58">
                <a:extLst>
                  <a:ext uri="{FF2B5EF4-FFF2-40B4-BE49-F238E27FC236}">
                    <a16:creationId xmlns:a16="http://schemas.microsoft.com/office/drawing/2014/main" id="{A36CD207-7E56-49FD-8912-3478C058B7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5139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86" name="Text Box 58">
                <a:extLst>
                  <a:ext uri="{FF2B5EF4-FFF2-40B4-BE49-F238E27FC236}">
                    <a16:creationId xmlns:a16="http://schemas.microsoft.com/office/drawing/2014/main" id="{3CA6B527-6FD6-4AE9-BB89-25C4FE2F01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0847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90" name="Text Box 58">
                <a:extLst>
                  <a:ext uri="{FF2B5EF4-FFF2-40B4-BE49-F238E27FC236}">
                    <a16:creationId xmlns:a16="http://schemas.microsoft.com/office/drawing/2014/main" id="{117406D8-F45E-4F25-B687-773D347ED5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8693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200" name="Text Box 58">
                <a:extLst>
                  <a:ext uri="{FF2B5EF4-FFF2-40B4-BE49-F238E27FC236}">
                    <a16:creationId xmlns:a16="http://schemas.microsoft.com/office/drawing/2014/main" id="{B9220005-11BD-4CC6-B146-7CC9C700C4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3307" y="3274836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</p:grpSp>
        <p:sp>
          <p:nvSpPr>
            <p:cNvPr id="278" name="Text Box 58">
              <a:extLst>
                <a:ext uri="{FF2B5EF4-FFF2-40B4-BE49-F238E27FC236}">
                  <a16:creationId xmlns:a16="http://schemas.microsoft.com/office/drawing/2014/main" id="{CBC87E97-3EF8-4F37-9854-674E59429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0835" y="2356252"/>
              <a:ext cx="115869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79" name="Text Box 58">
              <a:extLst>
                <a:ext uri="{FF2B5EF4-FFF2-40B4-BE49-F238E27FC236}">
                  <a16:creationId xmlns:a16="http://schemas.microsoft.com/office/drawing/2014/main" id="{543BCCC3-D23D-47A6-B218-D251737D9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4034" y="5382994"/>
              <a:ext cx="115869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6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80" name="타원 279">
              <a:extLst>
                <a:ext uri="{FF2B5EF4-FFF2-40B4-BE49-F238E27FC236}">
                  <a16:creationId xmlns:a16="http://schemas.microsoft.com/office/drawing/2014/main" id="{4473DA34-3436-42C5-A57F-CE4DB811CD7C}"/>
                </a:ext>
              </a:extLst>
            </p:cNvPr>
            <p:cNvSpPr/>
            <p:nvPr/>
          </p:nvSpPr>
          <p:spPr bwMode="auto">
            <a:xfrm>
              <a:off x="6340255" y="371755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20F76B50-7EF4-471B-B52B-F8E43BEADB20}"/>
                </a:ext>
              </a:extLst>
            </p:cNvPr>
            <p:cNvSpPr/>
            <p:nvPr/>
          </p:nvSpPr>
          <p:spPr bwMode="auto">
            <a:xfrm>
              <a:off x="7485208" y="4935911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00" name="Text Box 58">
              <a:extLst>
                <a:ext uri="{FF2B5EF4-FFF2-40B4-BE49-F238E27FC236}">
                  <a16:creationId xmlns:a16="http://schemas.microsoft.com/office/drawing/2014/main" id="{A399D119-5BDA-4DA9-8ADD-B717467B42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1047" y="5382994"/>
              <a:ext cx="1158694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01" name="Text Box 58">
              <a:extLst>
                <a:ext uri="{FF2B5EF4-FFF2-40B4-BE49-F238E27FC236}">
                  <a16:creationId xmlns:a16="http://schemas.microsoft.com/office/drawing/2014/main" id="{71BCFFD0-F94A-4C07-B713-74B5E881C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1047" y="3942072"/>
              <a:ext cx="173702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A6D085C7-D7D3-4248-94AA-35A250C57926}"/>
              </a:ext>
            </a:extLst>
          </p:cNvPr>
          <p:cNvGrpSpPr/>
          <p:nvPr/>
        </p:nvGrpSpPr>
        <p:grpSpPr>
          <a:xfrm>
            <a:off x="6096000" y="2133202"/>
            <a:ext cx="5937908" cy="3803790"/>
            <a:chOff x="6096000" y="2133202"/>
            <a:chExt cx="5937908" cy="3803790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4301BC7B-6B08-4671-9697-0E2ABA8E5B72}"/>
                </a:ext>
              </a:extLst>
            </p:cNvPr>
            <p:cNvGrpSpPr/>
            <p:nvPr/>
          </p:nvGrpSpPr>
          <p:grpSpPr>
            <a:xfrm>
              <a:off x="6096000" y="2300301"/>
              <a:ext cx="5937908" cy="3508461"/>
              <a:chOff x="43733" y="2300301"/>
              <a:chExt cx="5937908" cy="3508461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21F040DD-68B8-43D9-A5ED-77E221C2FC54}"/>
                  </a:ext>
                </a:extLst>
              </p:cNvPr>
              <p:cNvGrpSpPr/>
              <p:nvPr/>
            </p:nvGrpSpPr>
            <p:grpSpPr>
              <a:xfrm>
                <a:off x="204834" y="2582524"/>
                <a:ext cx="5776807" cy="2869347"/>
                <a:chOff x="151467" y="2751906"/>
                <a:chExt cx="5788079" cy="2534628"/>
              </a:xfrm>
            </p:grpSpPr>
            <p:sp>
              <p:nvSpPr>
                <p:cNvPr id="117" name="Line 48">
                  <a:extLst>
                    <a:ext uri="{FF2B5EF4-FFF2-40B4-BE49-F238E27FC236}">
                      <a16:creationId xmlns:a16="http://schemas.microsoft.com/office/drawing/2014/main" id="{29109AED-EA84-4461-8559-C0194FEEF1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1803" y="3143998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18" name="Line 48">
                  <a:extLst>
                    <a:ext uri="{FF2B5EF4-FFF2-40B4-BE49-F238E27FC236}">
                      <a16:creationId xmlns:a16="http://schemas.microsoft.com/office/drawing/2014/main" id="{B45FFB69-2E49-4976-82F6-16A7665780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7869" y="4879311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19" name="Line 48">
                  <a:extLst>
                    <a:ext uri="{FF2B5EF4-FFF2-40B4-BE49-F238E27FC236}">
                      <a16:creationId xmlns:a16="http://schemas.microsoft.com/office/drawing/2014/main" id="{6437848B-3ABE-4D9B-93E7-226C8698F7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6140" y="4879309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0" name="Line 48">
                  <a:extLst>
                    <a:ext uri="{FF2B5EF4-FFF2-40B4-BE49-F238E27FC236}">
                      <a16:creationId xmlns:a16="http://schemas.microsoft.com/office/drawing/2014/main" id="{4A032388-52A6-4ADD-94DA-D23154ABD7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0074" y="3143996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1" name="Line 48">
                  <a:extLst>
                    <a:ext uri="{FF2B5EF4-FFF2-40B4-BE49-F238E27FC236}">
                      <a16:creationId xmlns:a16="http://schemas.microsoft.com/office/drawing/2014/main" id="{D2FFDDAC-96A9-467F-912D-0BFE35613D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879496" y="314401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2" name="Line 48">
                  <a:extLst>
                    <a:ext uri="{FF2B5EF4-FFF2-40B4-BE49-F238E27FC236}">
                      <a16:creationId xmlns:a16="http://schemas.microsoft.com/office/drawing/2014/main" id="{5FFB0B5D-6ECC-4B04-ACA0-4B31AA0345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879496" y="4011656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3" name="Line 48">
                  <a:extLst>
                    <a:ext uri="{FF2B5EF4-FFF2-40B4-BE49-F238E27FC236}">
                      <a16:creationId xmlns:a16="http://schemas.microsoft.com/office/drawing/2014/main" id="{963E830F-1F9B-4559-AA3F-DFC2C10A94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870476" y="401162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4" name="Line 48">
                  <a:extLst>
                    <a:ext uri="{FF2B5EF4-FFF2-40B4-BE49-F238E27FC236}">
                      <a16:creationId xmlns:a16="http://schemas.microsoft.com/office/drawing/2014/main" id="{DA9F558D-35CB-4169-8850-B1D665217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3858345" y="3143995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5" name="Line 48">
                  <a:extLst>
                    <a:ext uri="{FF2B5EF4-FFF2-40B4-BE49-F238E27FC236}">
                      <a16:creationId xmlns:a16="http://schemas.microsoft.com/office/drawing/2014/main" id="{75E1E6DD-6571-488B-9F16-602C3F7AD8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1701803" y="4026907"/>
                  <a:ext cx="527658" cy="852358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6" name="Line 48">
                  <a:extLst>
                    <a:ext uri="{FF2B5EF4-FFF2-40B4-BE49-F238E27FC236}">
                      <a16:creationId xmlns:a16="http://schemas.microsoft.com/office/drawing/2014/main" id="{D5DEBCC8-7A42-4855-B4D1-FAAC1020C2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2229461" y="3143902"/>
                  <a:ext cx="550613" cy="88295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prstDash val="sysDash"/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7" name="Line 48">
                  <a:extLst>
                    <a:ext uri="{FF2B5EF4-FFF2-40B4-BE49-F238E27FC236}">
                      <a16:creationId xmlns:a16="http://schemas.microsoft.com/office/drawing/2014/main" id="{BB38DDFE-3E62-4440-9480-E26C54F410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58454" y="3143851"/>
                  <a:ext cx="1922198" cy="86771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0DA9E77A-479B-4BAE-8CD9-356DAEFBC9E7}"/>
                    </a:ext>
                  </a:extLst>
                </p:cNvPr>
                <p:cNvSpPr txBox="1"/>
                <p:nvPr/>
              </p:nvSpPr>
              <p:spPr>
                <a:xfrm>
                  <a:off x="203565" y="3826897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군자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3A07825B-E1DC-4031-A368-3F4867F8530D}"/>
                    </a:ext>
                  </a:extLst>
                </p:cNvPr>
                <p:cNvSpPr txBox="1"/>
                <p:nvPr/>
              </p:nvSpPr>
              <p:spPr>
                <a:xfrm>
                  <a:off x="1360979" y="2754204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천호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57EA5C0A-1C6F-4A3C-894F-E25A404D7DF9}"/>
                    </a:ext>
                  </a:extLst>
                </p:cNvPr>
                <p:cNvSpPr txBox="1"/>
                <p:nvPr/>
              </p:nvSpPr>
              <p:spPr>
                <a:xfrm>
                  <a:off x="3568149" y="4917202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선정릉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F0149A7-8673-4585-A684-C90717617ADF}"/>
                    </a:ext>
                  </a:extLst>
                </p:cNvPr>
                <p:cNvSpPr txBox="1"/>
                <p:nvPr/>
              </p:nvSpPr>
              <p:spPr>
                <a:xfrm>
                  <a:off x="2295882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강남구청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793881D6-9D38-4701-AB18-06388D6480D7}"/>
                    </a:ext>
                  </a:extLst>
                </p:cNvPr>
                <p:cNvSpPr txBox="1"/>
                <p:nvPr/>
              </p:nvSpPr>
              <p:spPr>
                <a:xfrm>
                  <a:off x="4704913" y="3826897"/>
                  <a:ext cx="12346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종합운동장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940B68D7-BB09-4EBE-8EEC-FA44AEFCB105}"/>
                    </a:ext>
                  </a:extLst>
                </p:cNvPr>
                <p:cNvSpPr txBox="1"/>
                <p:nvPr/>
              </p:nvSpPr>
              <p:spPr>
                <a:xfrm>
                  <a:off x="3568149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석촌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16505B2A-9158-42B1-866D-4D53D8E0FFC0}"/>
                    </a:ext>
                  </a:extLst>
                </p:cNvPr>
                <p:cNvSpPr txBox="1"/>
                <p:nvPr/>
              </p:nvSpPr>
              <p:spPr>
                <a:xfrm>
                  <a:off x="2504767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>
                      <a:latin typeface="+mj-ea"/>
                      <a:ea typeface="+mj-ea"/>
                    </a:rPr>
                    <a:t>잠실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1E59A91-4E39-4B3D-8525-3BBEAD24FE5C}"/>
                    </a:ext>
                  </a:extLst>
                </p:cNvPr>
                <p:cNvSpPr txBox="1"/>
                <p:nvPr/>
              </p:nvSpPr>
              <p:spPr>
                <a:xfrm>
                  <a:off x="1655948" y="3714475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강변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D944852E-EC82-4C53-A09D-8C25D8837B10}"/>
                    </a:ext>
                  </a:extLst>
                </p:cNvPr>
                <p:cNvSpPr txBox="1"/>
                <p:nvPr/>
              </p:nvSpPr>
              <p:spPr>
                <a:xfrm>
                  <a:off x="1147429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건대입구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88B27C2-7F33-4F6B-A66D-16A52A0D3509}"/>
                    </a:ext>
                  </a:extLst>
                </p:cNvPr>
                <p:cNvSpPr txBox="1"/>
                <p:nvPr/>
              </p:nvSpPr>
              <p:spPr>
                <a:xfrm>
                  <a:off x="151467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936AB91E-FCE6-4D24-8361-2B52FB33933F}"/>
                    </a:ext>
                  </a:extLst>
                </p:cNvPr>
                <p:cNvSpPr txBox="1"/>
                <p:nvPr/>
              </p:nvSpPr>
              <p:spPr>
                <a:xfrm>
                  <a:off x="4967805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94D84DF3-E0C7-4265-9E54-F8EEB1339AEF}"/>
                    </a:ext>
                  </a:extLst>
                </p:cNvPr>
                <p:cNvSpPr txBox="1"/>
                <p:nvPr/>
              </p:nvSpPr>
              <p:spPr>
                <a:xfrm>
                  <a:off x="968649" y="3302091"/>
                  <a:ext cx="4635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2A8712D8-B686-4786-A6B4-9DD1BDF672DF}"/>
                    </a:ext>
                  </a:extLst>
                </p:cNvPr>
                <p:cNvSpPr txBox="1"/>
                <p:nvPr/>
              </p:nvSpPr>
              <p:spPr>
                <a:xfrm>
                  <a:off x="3345748" y="357470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DEBD8680-CEDD-40F5-8141-627276BD0F5B}"/>
                    </a:ext>
                  </a:extLst>
                </p:cNvPr>
                <p:cNvSpPr txBox="1"/>
                <p:nvPr/>
              </p:nvSpPr>
              <p:spPr>
                <a:xfrm>
                  <a:off x="2113259" y="3385054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0F2D6831-B88C-4455-B2DB-12A6664E9F08}"/>
                    </a:ext>
                  </a:extLst>
                </p:cNvPr>
                <p:cNvSpPr txBox="1"/>
                <p:nvPr/>
              </p:nvSpPr>
              <p:spPr>
                <a:xfrm>
                  <a:off x="1603286" y="418142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8EF470CC-C239-4F10-A181-0A46375097C5}"/>
                    </a:ext>
                  </a:extLst>
                </p:cNvPr>
                <p:cNvSpPr txBox="1"/>
                <p:nvPr/>
              </p:nvSpPr>
              <p:spPr>
                <a:xfrm>
                  <a:off x="4172577" y="3350690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427DDF67-2A8F-4B25-8F79-02964A5D5777}"/>
                    </a:ext>
                  </a:extLst>
                </p:cNvPr>
                <p:cNvSpPr txBox="1"/>
                <p:nvPr/>
              </p:nvSpPr>
              <p:spPr>
                <a:xfrm>
                  <a:off x="3090621" y="289876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A01101BB-2FD6-453F-B9AF-BDE1E8B486C8}"/>
                    </a:ext>
                  </a:extLst>
                </p:cNvPr>
                <p:cNvSpPr txBox="1"/>
                <p:nvPr/>
              </p:nvSpPr>
              <p:spPr>
                <a:xfrm>
                  <a:off x="1980758" y="291133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70FAFBA3-48C8-4919-87A9-0DA7CF82A4FC}"/>
                    </a:ext>
                  </a:extLst>
                </p:cNvPr>
                <p:cNvSpPr txBox="1"/>
                <p:nvPr/>
              </p:nvSpPr>
              <p:spPr>
                <a:xfrm>
                  <a:off x="864013" y="437074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0252395C-83C6-4B4C-95C9-B72F25A12250}"/>
                    </a:ext>
                  </a:extLst>
                </p:cNvPr>
                <p:cNvSpPr txBox="1"/>
                <p:nvPr/>
              </p:nvSpPr>
              <p:spPr>
                <a:xfrm>
                  <a:off x="4190773" y="441426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ABDDA885-CDE7-4681-A109-8638219D0D9D}"/>
                    </a:ext>
                  </a:extLst>
                </p:cNvPr>
                <p:cNvSpPr txBox="1"/>
                <p:nvPr/>
              </p:nvSpPr>
              <p:spPr>
                <a:xfrm>
                  <a:off x="3160290" y="462954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0ECDA7CE-5C49-4BBD-95A6-7F988AA244BD}"/>
                    </a:ext>
                  </a:extLst>
                </p:cNvPr>
                <p:cNvSpPr txBox="1"/>
                <p:nvPr/>
              </p:nvSpPr>
              <p:spPr>
                <a:xfrm>
                  <a:off x="2032012" y="463097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11" name="Text Box 58">
                <a:extLst>
                  <a:ext uri="{FF2B5EF4-FFF2-40B4-BE49-F238E27FC236}">
                    <a16:creationId xmlns:a16="http://schemas.microsoft.com/office/drawing/2014/main" id="{8C0CCE5A-FB48-4F00-835A-4F8FBF5570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33" y="3809042"/>
                <a:ext cx="687144" cy="41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3" name="Text Box 58">
                <a:extLst>
                  <a:ext uri="{FF2B5EF4-FFF2-40B4-BE49-F238E27FC236}">
                    <a16:creationId xmlns:a16="http://schemas.microsoft.com/office/drawing/2014/main" id="{162BC40A-C689-4D00-A117-0C4C5F9BA5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0847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14" name="Text Box 58">
                <a:extLst>
                  <a:ext uri="{FF2B5EF4-FFF2-40B4-BE49-F238E27FC236}">
                    <a16:creationId xmlns:a16="http://schemas.microsoft.com/office/drawing/2014/main" id="{E287032D-30A5-4C6B-A7A3-1C6D80E8D9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8693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15" name="Text Box 58">
                <a:extLst>
                  <a:ext uri="{FF2B5EF4-FFF2-40B4-BE49-F238E27FC236}">
                    <a16:creationId xmlns:a16="http://schemas.microsoft.com/office/drawing/2014/main" id="{D788B4AA-CFB3-4E5D-BE0D-E7F83FF301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3307" y="3274836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</p:grpSp>
        <p:sp>
          <p:nvSpPr>
            <p:cNvPr id="104" name="Text Box 58">
              <a:extLst>
                <a:ext uri="{FF2B5EF4-FFF2-40B4-BE49-F238E27FC236}">
                  <a16:creationId xmlns:a16="http://schemas.microsoft.com/office/drawing/2014/main" id="{90293417-1C1E-475B-81A4-2593A694D6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0835" y="2356252"/>
              <a:ext cx="115869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05" name="Text Box 58">
              <a:extLst>
                <a:ext uri="{FF2B5EF4-FFF2-40B4-BE49-F238E27FC236}">
                  <a16:creationId xmlns:a16="http://schemas.microsoft.com/office/drawing/2014/main" id="{F239CB1A-F9DE-4DB4-A733-A4BCBA32E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4034" y="5382994"/>
              <a:ext cx="115869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6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6F8278EB-F8E3-4BCC-9CF4-85F94D502B9D}"/>
                </a:ext>
              </a:extLst>
            </p:cNvPr>
            <p:cNvSpPr/>
            <p:nvPr/>
          </p:nvSpPr>
          <p:spPr bwMode="auto">
            <a:xfrm>
              <a:off x="6340255" y="371755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CF7CE604-4B36-47D6-B7F4-9DB824BABE68}"/>
                </a:ext>
              </a:extLst>
            </p:cNvPr>
            <p:cNvSpPr/>
            <p:nvPr/>
          </p:nvSpPr>
          <p:spPr bwMode="auto">
            <a:xfrm>
              <a:off x="7485208" y="4935911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08" name="Text Box 58">
              <a:extLst>
                <a:ext uri="{FF2B5EF4-FFF2-40B4-BE49-F238E27FC236}">
                  <a16:creationId xmlns:a16="http://schemas.microsoft.com/office/drawing/2014/main" id="{A5CCE347-191C-435E-9DEA-5E06CAB4C1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1047" y="5382994"/>
              <a:ext cx="1158694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09" name="Text Box 58">
              <a:extLst>
                <a:ext uri="{FF2B5EF4-FFF2-40B4-BE49-F238E27FC236}">
                  <a16:creationId xmlns:a16="http://schemas.microsoft.com/office/drawing/2014/main" id="{C7A5F29D-860D-48AB-9762-33F80DE92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1047" y="3942072"/>
              <a:ext cx="173702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5D0C3285-A472-4F87-8CF2-C89A70A87FC2}"/>
                </a:ext>
              </a:extLst>
            </p:cNvPr>
            <p:cNvSpPr/>
            <p:nvPr/>
          </p:nvSpPr>
          <p:spPr bwMode="auto">
            <a:xfrm>
              <a:off x="7790808" y="3609856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1" name="Text Box 58">
              <a:extLst>
                <a:ext uri="{FF2B5EF4-FFF2-40B4-BE49-F238E27FC236}">
                  <a16:creationId xmlns:a16="http://schemas.microsoft.com/office/drawing/2014/main" id="{00932CED-99DB-4A90-854F-80FA52992D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0548" y="2133202"/>
              <a:ext cx="173702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14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강변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0528A9-BA9D-4E87-93F2-B4045141EEF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12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4755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</a:t>
            </a:r>
            <a:endParaRPr lang="ko-KR" altLang="en-US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6212438-A953-4FBA-893F-1B7300A615A3}"/>
              </a:ext>
            </a:extLst>
          </p:cNvPr>
          <p:cNvGrpSpPr/>
          <p:nvPr/>
        </p:nvGrpSpPr>
        <p:grpSpPr>
          <a:xfrm>
            <a:off x="158092" y="2162208"/>
            <a:ext cx="5937908" cy="3774784"/>
            <a:chOff x="158092" y="2162208"/>
            <a:chExt cx="5937908" cy="3774784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4301BC7B-6B08-4671-9697-0E2ABA8E5B72}"/>
                </a:ext>
              </a:extLst>
            </p:cNvPr>
            <p:cNvGrpSpPr/>
            <p:nvPr/>
          </p:nvGrpSpPr>
          <p:grpSpPr>
            <a:xfrm>
              <a:off x="158092" y="2582524"/>
              <a:ext cx="5937908" cy="3226238"/>
              <a:chOff x="43733" y="2582524"/>
              <a:chExt cx="5937908" cy="3226238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21F040DD-68B8-43D9-A5ED-77E221C2FC54}"/>
                  </a:ext>
                </a:extLst>
              </p:cNvPr>
              <p:cNvGrpSpPr/>
              <p:nvPr/>
            </p:nvGrpSpPr>
            <p:grpSpPr>
              <a:xfrm>
                <a:off x="204834" y="2582524"/>
                <a:ext cx="5776807" cy="2869347"/>
                <a:chOff x="151467" y="2751906"/>
                <a:chExt cx="5788079" cy="2534628"/>
              </a:xfrm>
            </p:grpSpPr>
            <p:sp>
              <p:nvSpPr>
                <p:cNvPr id="117" name="Line 48">
                  <a:extLst>
                    <a:ext uri="{FF2B5EF4-FFF2-40B4-BE49-F238E27FC236}">
                      <a16:creationId xmlns:a16="http://schemas.microsoft.com/office/drawing/2014/main" id="{29109AED-EA84-4461-8559-C0194FEEF1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1803" y="3143998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prstDash val="sysDash"/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18" name="Line 48">
                  <a:extLst>
                    <a:ext uri="{FF2B5EF4-FFF2-40B4-BE49-F238E27FC236}">
                      <a16:creationId xmlns:a16="http://schemas.microsoft.com/office/drawing/2014/main" id="{B45FFB69-2E49-4976-82F6-16A7665780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7869" y="4879311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19" name="Line 48">
                  <a:extLst>
                    <a:ext uri="{FF2B5EF4-FFF2-40B4-BE49-F238E27FC236}">
                      <a16:creationId xmlns:a16="http://schemas.microsoft.com/office/drawing/2014/main" id="{6437848B-3ABE-4D9B-93E7-226C8698F7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6140" y="4879309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0" name="Line 48">
                  <a:extLst>
                    <a:ext uri="{FF2B5EF4-FFF2-40B4-BE49-F238E27FC236}">
                      <a16:creationId xmlns:a16="http://schemas.microsoft.com/office/drawing/2014/main" id="{4A032388-52A6-4ADD-94DA-D23154ABD7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0074" y="3143996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prstDash val="sysDash"/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1" name="Line 48">
                  <a:extLst>
                    <a:ext uri="{FF2B5EF4-FFF2-40B4-BE49-F238E27FC236}">
                      <a16:creationId xmlns:a16="http://schemas.microsoft.com/office/drawing/2014/main" id="{D2FFDDAC-96A9-467F-912D-0BFE35613D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879496" y="314401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2" name="Line 48">
                  <a:extLst>
                    <a:ext uri="{FF2B5EF4-FFF2-40B4-BE49-F238E27FC236}">
                      <a16:creationId xmlns:a16="http://schemas.microsoft.com/office/drawing/2014/main" id="{5FFB0B5D-6ECC-4B04-ACA0-4B31AA0345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879496" y="4011656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3" name="Line 48">
                  <a:extLst>
                    <a:ext uri="{FF2B5EF4-FFF2-40B4-BE49-F238E27FC236}">
                      <a16:creationId xmlns:a16="http://schemas.microsoft.com/office/drawing/2014/main" id="{963E830F-1F9B-4559-AA3F-DFC2C10A94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870476" y="401162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4" name="Line 48">
                  <a:extLst>
                    <a:ext uri="{FF2B5EF4-FFF2-40B4-BE49-F238E27FC236}">
                      <a16:creationId xmlns:a16="http://schemas.microsoft.com/office/drawing/2014/main" id="{DA9F558D-35CB-4169-8850-B1D665217B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3858345" y="3143995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5" name="Line 48">
                  <a:extLst>
                    <a:ext uri="{FF2B5EF4-FFF2-40B4-BE49-F238E27FC236}">
                      <a16:creationId xmlns:a16="http://schemas.microsoft.com/office/drawing/2014/main" id="{75E1E6DD-6571-488B-9F16-602C3F7AD8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1701803" y="4026907"/>
                  <a:ext cx="527658" cy="852358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6" name="Line 48">
                  <a:extLst>
                    <a:ext uri="{FF2B5EF4-FFF2-40B4-BE49-F238E27FC236}">
                      <a16:creationId xmlns:a16="http://schemas.microsoft.com/office/drawing/2014/main" id="{D5DEBCC8-7A42-4855-B4D1-FAAC1020C2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2229461" y="3143902"/>
                  <a:ext cx="550613" cy="88295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27" name="Line 48">
                  <a:extLst>
                    <a:ext uri="{FF2B5EF4-FFF2-40B4-BE49-F238E27FC236}">
                      <a16:creationId xmlns:a16="http://schemas.microsoft.com/office/drawing/2014/main" id="{BB38DDFE-3E62-4440-9480-E26C54F410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58454" y="3143851"/>
                  <a:ext cx="1922198" cy="86771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prstDash val="sysDash"/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0DA9E77A-479B-4BAE-8CD9-356DAEFBC9E7}"/>
                    </a:ext>
                  </a:extLst>
                </p:cNvPr>
                <p:cNvSpPr txBox="1"/>
                <p:nvPr/>
              </p:nvSpPr>
              <p:spPr>
                <a:xfrm>
                  <a:off x="203565" y="3826897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군자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3A07825B-E1DC-4031-A368-3F4867F8530D}"/>
                    </a:ext>
                  </a:extLst>
                </p:cNvPr>
                <p:cNvSpPr txBox="1"/>
                <p:nvPr/>
              </p:nvSpPr>
              <p:spPr>
                <a:xfrm>
                  <a:off x="1360979" y="2754204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천호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57EA5C0A-1C6F-4A3C-894F-E25A404D7DF9}"/>
                    </a:ext>
                  </a:extLst>
                </p:cNvPr>
                <p:cNvSpPr txBox="1"/>
                <p:nvPr/>
              </p:nvSpPr>
              <p:spPr>
                <a:xfrm>
                  <a:off x="3568149" y="4917202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선정릉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F0149A7-8673-4585-A684-C90717617ADF}"/>
                    </a:ext>
                  </a:extLst>
                </p:cNvPr>
                <p:cNvSpPr txBox="1"/>
                <p:nvPr/>
              </p:nvSpPr>
              <p:spPr>
                <a:xfrm>
                  <a:off x="2295882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강남구청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793881D6-9D38-4701-AB18-06388D6480D7}"/>
                    </a:ext>
                  </a:extLst>
                </p:cNvPr>
                <p:cNvSpPr txBox="1"/>
                <p:nvPr/>
              </p:nvSpPr>
              <p:spPr>
                <a:xfrm>
                  <a:off x="4704913" y="3826897"/>
                  <a:ext cx="12346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종합운동장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940B68D7-BB09-4EBE-8EEC-FA44AEFCB105}"/>
                    </a:ext>
                  </a:extLst>
                </p:cNvPr>
                <p:cNvSpPr txBox="1"/>
                <p:nvPr/>
              </p:nvSpPr>
              <p:spPr>
                <a:xfrm>
                  <a:off x="3568149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석촌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16505B2A-9158-42B1-866D-4D53D8E0FFC0}"/>
                    </a:ext>
                  </a:extLst>
                </p:cNvPr>
                <p:cNvSpPr txBox="1"/>
                <p:nvPr/>
              </p:nvSpPr>
              <p:spPr>
                <a:xfrm>
                  <a:off x="2504767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>
                      <a:latin typeface="+mj-ea"/>
                      <a:ea typeface="+mj-ea"/>
                    </a:rPr>
                    <a:t>잠실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B1E59A91-4E39-4B3D-8525-3BBEAD24FE5C}"/>
                    </a:ext>
                  </a:extLst>
                </p:cNvPr>
                <p:cNvSpPr txBox="1"/>
                <p:nvPr/>
              </p:nvSpPr>
              <p:spPr>
                <a:xfrm>
                  <a:off x="1655948" y="3714475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강변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D944852E-EC82-4C53-A09D-8C25D8837B10}"/>
                    </a:ext>
                  </a:extLst>
                </p:cNvPr>
                <p:cNvSpPr txBox="1"/>
                <p:nvPr/>
              </p:nvSpPr>
              <p:spPr>
                <a:xfrm>
                  <a:off x="1147429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건대입구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88B27C2-7F33-4F6B-A66D-16A52A0D3509}"/>
                    </a:ext>
                  </a:extLst>
                </p:cNvPr>
                <p:cNvSpPr txBox="1"/>
                <p:nvPr/>
              </p:nvSpPr>
              <p:spPr>
                <a:xfrm>
                  <a:off x="151467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936AB91E-FCE6-4D24-8361-2B52FB33933F}"/>
                    </a:ext>
                  </a:extLst>
                </p:cNvPr>
                <p:cNvSpPr txBox="1"/>
                <p:nvPr/>
              </p:nvSpPr>
              <p:spPr>
                <a:xfrm>
                  <a:off x="4967805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94D84DF3-E0C7-4265-9E54-F8EEB1339AEF}"/>
                    </a:ext>
                  </a:extLst>
                </p:cNvPr>
                <p:cNvSpPr txBox="1"/>
                <p:nvPr/>
              </p:nvSpPr>
              <p:spPr>
                <a:xfrm>
                  <a:off x="968649" y="3302091"/>
                  <a:ext cx="4635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2A8712D8-B686-4786-A6B4-9DD1BDF672DF}"/>
                    </a:ext>
                  </a:extLst>
                </p:cNvPr>
                <p:cNvSpPr txBox="1"/>
                <p:nvPr/>
              </p:nvSpPr>
              <p:spPr>
                <a:xfrm>
                  <a:off x="3345748" y="357470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DEBD8680-CEDD-40F5-8141-627276BD0F5B}"/>
                    </a:ext>
                  </a:extLst>
                </p:cNvPr>
                <p:cNvSpPr txBox="1"/>
                <p:nvPr/>
              </p:nvSpPr>
              <p:spPr>
                <a:xfrm>
                  <a:off x="2113259" y="3385054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0F2D6831-B88C-4455-B2DB-12A6664E9F08}"/>
                    </a:ext>
                  </a:extLst>
                </p:cNvPr>
                <p:cNvSpPr txBox="1"/>
                <p:nvPr/>
              </p:nvSpPr>
              <p:spPr>
                <a:xfrm>
                  <a:off x="1603286" y="418142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8EF470CC-C239-4F10-A181-0A46375097C5}"/>
                    </a:ext>
                  </a:extLst>
                </p:cNvPr>
                <p:cNvSpPr txBox="1"/>
                <p:nvPr/>
              </p:nvSpPr>
              <p:spPr>
                <a:xfrm>
                  <a:off x="4172577" y="3350690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427DDF67-2A8F-4B25-8F79-02964A5D5777}"/>
                    </a:ext>
                  </a:extLst>
                </p:cNvPr>
                <p:cNvSpPr txBox="1"/>
                <p:nvPr/>
              </p:nvSpPr>
              <p:spPr>
                <a:xfrm>
                  <a:off x="3090621" y="289876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A01101BB-2FD6-453F-B9AF-BDE1E8B486C8}"/>
                    </a:ext>
                  </a:extLst>
                </p:cNvPr>
                <p:cNvSpPr txBox="1"/>
                <p:nvPr/>
              </p:nvSpPr>
              <p:spPr>
                <a:xfrm>
                  <a:off x="1980758" y="291133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70FAFBA3-48C8-4919-87A9-0DA7CF82A4FC}"/>
                    </a:ext>
                  </a:extLst>
                </p:cNvPr>
                <p:cNvSpPr txBox="1"/>
                <p:nvPr/>
              </p:nvSpPr>
              <p:spPr>
                <a:xfrm>
                  <a:off x="864013" y="437074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0252395C-83C6-4B4C-95C9-B72F25A12250}"/>
                    </a:ext>
                  </a:extLst>
                </p:cNvPr>
                <p:cNvSpPr txBox="1"/>
                <p:nvPr/>
              </p:nvSpPr>
              <p:spPr>
                <a:xfrm>
                  <a:off x="4190773" y="441426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ABDDA885-CDE7-4681-A109-8638219D0D9D}"/>
                    </a:ext>
                  </a:extLst>
                </p:cNvPr>
                <p:cNvSpPr txBox="1"/>
                <p:nvPr/>
              </p:nvSpPr>
              <p:spPr>
                <a:xfrm>
                  <a:off x="3160290" y="462954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0ECDA7CE-5C49-4BBD-95A6-7F988AA244BD}"/>
                    </a:ext>
                  </a:extLst>
                </p:cNvPr>
                <p:cNvSpPr txBox="1"/>
                <p:nvPr/>
              </p:nvSpPr>
              <p:spPr>
                <a:xfrm>
                  <a:off x="2032012" y="463097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11" name="Text Box 58">
                <a:extLst>
                  <a:ext uri="{FF2B5EF4-FFF2-40B4-BE49-F238E27FC236}">
                    <a16:creationId xmlns:a16="http://schemas.microsoft.com/office/drawing/2014/main" id="{8C0CCE5A-FB48-4F00-835A-4F8FBF5570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33" y="3809042"/>
                <a:ext cx="687144" cy="41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4" name="Text Box 58">
                <a:extLst>
                  <a:ext uri="{FF2B5EF4-FFF2-40B4-BE49-F238E27FC236}">
                    <a16:creationId xmlns:a16="http://schemas.microsoft.com/office/drawing/2014/main" id="{E287032D-30A5-4C6B-A7A3-1C6D80E8D9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8693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16" name="Text Box 58">
                <a:extLst>
                  <a:ext uri="{FF2B5EF4-FFF2-40B4-BE49-F238E27FC236}">
                    <a16:creationId xmlns:a16="http://schemas.microsoft.com/office/drawing/2014/main" id="{3C8D1C2F-5D73-47FF-8017-F327E01422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8686" y="4974851"/>
                <a:ext cx="687144" cy="41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4" name="Text Box 58">
              <a:extLst>
                <a:ext uri="{FF2B5EF4-FFF2-40B4-BE49-F238E27FC236}">
                  <a16:creationId xmlns:a16="http://schemas.microsoft.com/office/drawing/2014/main" id="{90293417-1C1E-475B-81A4-2593A694D6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774" y="2162208"/>
              <a:ext cx="1289313" cy="769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 &lt; 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25 (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강변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05" name="Text Box 58">
              <a:extLst>
                <a:ext uri="{FF2B5EF4-FFF2-40B4-BE49-F238E27FC236}">
                  <a16:creationId xmlns:a16="http://schemas.microsoft.com/office/drawing/2014/main" id="{F239CB1A-F9DE-4DB4-A733-A4BCBA32E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6126" y="5382994"/>
              <a:ext cx="115869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6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6F8278EB-F8E3-4BCC-9CF4-85F94D502B9D}"/>
                </a:ext>
              </a:extLst>
            </p:cNvPr>
            <p:cNvSpPr/>
            <p:nvPr/>
          </p:nvSpPr>
          <p:spPr bwMode="auto">
            <a:xfrm>
              <a:off x="402347" y="371755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CF7CE604-4B36-47D6-B7F4-9DB824BABE68}"/>
                </a:ext>
              </a:extLst>
            </p:cNvPr>
            <p:cNvSpPr/>
            <p:nvPr/>
          </p:nvSpPr>
          <p:spPr bwMode="auto">
            <a:xfrm>
              <a:off x="1547300" y="4935911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08" name="Text Box 58">
              <a:extLst>
                <a:ext uri="{FF2B5EF4-FFF2-40B4-BE49-F238E27FC236}">
                  <a16:creationId xmlns:a16="http://schemas.microsoft.com/office/drawing/2014/main" id="{A5CCE347-191C-435E-9DEA-5E06CAB4C1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139" y="5382994"/>
              <a:ext cx="1158694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09" name="Text Box 58">
              <a:extLst>
                <a:ext uri="{FF2B5EF4-FFF2-40B4-BE49-F238E27FC236}">
                  <a16:creationId xmlns:a16="http://schemas.microsoft.com/office/drawing/2014/main" id="{C7A5F29D-860D-48AB-9762-33F80DE92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139" y="3942072"/>
              <a:ext cx="173702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5D0C3285-A472-4F87-8CF2-C89A70A87FC2}"/>
                </a:ext>
              </a:extLst>
            </p:cNvPr>
            <p:cNvSpPr/>
            <p:nvPr/>
          </p:nvSpPr>
          <p:spPr bwMode="auto">
            <a:xfrm>
              <a:off x="1852900" y="3609856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1BB38071-BECF-4979-9BA7-F08142CB30E9}"/>
                </a:ext>
              </a:extLst>
            </p:cNvPr>
            <p:cNvSpPr/>
            <p:nvPr/>
          </p:nvSpPr>
          <p:spPr bwMode="auto">
            <a:xfrm>
              <a:off x="2704113" y="2517348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66D3A8E6-EA0F-4D58-B32D-D498AB5113EB}"/>
              </a:ext>
            </a:extLst>
          </p:cNvPr>
          <p:cNvGrpSpPr/>
          <p:nvPr/>
        </p:nvGrpSpPr>
        <p:grpSpPr>
          <a:xfrm>
            <a:off x="2026313" y="1958352"/>
            <a:ext cx="10254114" cy="3978640"/>
            <a:chOff x="2026313" y="1958352"/>
            <a:chExt cx="10254114" cy="3978640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4A4CF45D-6E07-4CDE-987B-467CECA6FB3E}"/>
                </a:ext>
              </a:extLst>
            </p:cNvPr>
            <p:cNvGrpSpPr/>
            <p:nvPr/>
          </p:nvGrpSpPr>
          <p:grpSpPr>
            <a:xfrm>
              <a:off x="6096000" y="2582524"/>
              <a:ext cx="5937908" cy="3226238"/>
              <a:chOff x="43733" y="2582524"/>
              <a:chExt cx="5937908" cy="3226238"/>
            </a:xfrm>
          </p:grpSpPr>
          <p:grpSp>
            <p:nvGrpSpPr>
              <p:cNvPr id="164" name="그룹 163">
                <a:extLst>
                  <a:ext uri="{FF2B5EF4-FFF2-40B4-BE49-F238E27FC236}">
                    <a16:creationId xmlns:a16="http://schemas.microsoft.com/office/drawing/2014/main" id="{184D2EE4-2DF5-4CF6-BC8A-BBF9A3AB41F1}"/>
                  </a:ext>
                </a:extLst>
              </p:cNvPr>
              <p:cNvGrpSpPr/>
              <p:nvPr/>
            </p:nvGrpSpPr>
            <p:grpSpPr>
              <a:xfrm>
                <a:off x="204834" y="2582524"/>
                <a:ext cx="5776807" cy="2869347"/>
                <a:chOff x="151467" y="2751906"/>
                <a:chExt cx="5788079" cy="2534628"/>
              </a:xfrm>
            </p:grpSpPr>
            <p:sp>
              <p:nvSpPr>
                <p:cNvPr id="171" name="Line 48">
                  <a:extLst>
                    <a:ext uri="{FF2B5EF4-FFF2-40B4-BE49-F238E27FC236}">
                      <a16:creationId xmlns:a16="http://schemas.microsoft.com/office/drawing/2014/main" id="{B8A10994-089E-447B-B54E-57EAE66A42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1803" y="3143998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2" name="Line 48">
                  <a:extLst>
                    <a:ext uri="{FF2B5EF4-FFF2-40B4-BE49-F238E27FC236}">
                      <a16:creationId xmlns:a16="http://schemas.microsoft.com/office/drawing/2014/main" id="{B91E06B0-4FF5-4328-8DFE-6D830DB432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7869" y="4879311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3" name="Line 48">
                  <a:extLst>
                    <a:ext uri="{FF2B5EF4-FFF2-40B4-BE49-F238E27FC236}">
                      <a16:creationId xmlns:a16="http://schemas.microsoft.com/office/drawing/2014/main" id="{7CE7C22C-06AB-49A4-A30C-444C2085B6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6140" y="4879309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4" name="Line 48">
                  <a:extLst>
                    <a:ext uri="{FF2B5EF4-FFF2-40B4-BE49-F238E27FC236}">
                      <a16:creationId xmlns:a16="http://schemas.microsoft.com/office/drawing/2014/main" id="{1FEFD9CC-7438-4505-8184-C34C324A4F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0074" y="3143996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prstDash val="solid"/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5" name="Line 48">
                  <a:extLst>
                    <a:ext uri="{FF2B5EF4-FFF2-40B4-BE49-F238E27FC236}">
                      <a16:creationId xmlns:a16="http://schemas.microsoft.com/office/drawing/2014/main" id="{048658EA-E4E2-4AAB-95CC-3AFB20F3FC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879496" y="314401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6" name="Line 48">
                  <a:extLst>
                    <a:ext uri="{FF2B5EF4-FFF2-40B4-BE49-F238E27FC236}">
                      <a16:creationId xmlns:a16="http://schemas.microsoft.com/office/drawing/2014/main" id="{320254EA-EA01-446B-BE26-4DA6970EE4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879496" y="4011656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7" name="Line 48">
                  <a:extLst>
                    <a:ext uri="{FF2B5EF4-FFF2-40B4-BE49-F238E27FC236}">
                      <a16:creationId xmlns:a16="http://schemas.microsoft.com/office/drawing/2014/main" id="{AD6D05B3-85BF-42D9-AC3C-59226B883F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870476" y="401162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8" name="Line 48">
                  <a:extLst>
                    <a:ext uri="{FF2B5EF4-FFF2-40B4-BE49-F238E27FC236}">
                      <a16:creationId xmlns:a16="http://schemas.microsoft.com/office/drawing/2014/main" id="{B6A8595E-2102-4A10-AF90-587CFD2D98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3858345" y="3143995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prstDash val="sysDash"/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9" name="Line 48">
                  <a:extLst>
                    <a:ext uri="{FF2B5EF4-FFF2-40B4-BE49-F238E27FC236}">
                      <a16:creationId xmlns:a16="http://schemas.microsoft.com/office/drawing/2014/main" id="{2771EFC9-25CA-4E7C-A6F7-E5A3EB51BB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1701803" y="4026907"/>
                  <a:ext cx="527658" cy="852358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80" name="Line 48">
                  <a:extLst>
                    <a:ext uri="{FF2B5EF4-FFF2-40B4-BE49-F238E27FC236}">
                      <a16:creationId xmlns:a16="http://schemas.microsoft.com/office/drawing/2014/main" id="{071EDA97-0DA6-4A6E-9495-7C2535E269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2229461" y="3143902"/>
                  <a:ext cx="550613" cy="88295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84" name="Line 48">
                  <a:extLst>
                    <a:ext uri="{FF2B5EF4-FFF2-40B4-BE49-F238E27FC236}">
                      <a16:creationId xmlns:a16="http://schemas.microsoft.com/office/drawing/2014/main" id="{3BE7CEE3-BE2C-49EA-BBA5-B52CED97A6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58454" y="3143851"/>
                  <a:ext cx="1922198" cy="86771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F8D839E5-BBF0-428A-BC1D-3D19E9D73DF5}"/>
                    </a:ext>
                  </a:extLst>
                </p:cNvPr>
                <p:cNvSpPr txBox="1"/>
                <p:nvPr/>
              </p:nvSpPr>
              <p:spPr>
                <a:xfrm>
                  <a:off x="203565" y="3826897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군자</a:t>
                  </a:r>
                </a:p>
              </p:txBody>
            </p:sp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31F1C1ED-710A-4446-9080-D55A7EF86F9B}"/>
                    </a:ext>
                  </a:extLst>
                </p:cNvPr>
                <p:cNvSpPr txBox="1"/>
                <p:nvPr/>
              </p:nvSpPr>
              <p:spPr>
                <a:xfrm>
                  <a:off x="1360979" y="2754203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천호</a:t>
                  </a:r>
                </a:p>
              </p:txBody>
            </p: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D224B168-10DF-4312-B1F0-38866A95323C}"/>
                    </a:ext>
                  </a:extLst>
                </p:cNvPr>
                <p:cNvSpPr txBox="1"/>
                <p:nvPr/>
              </p:nvSpPr>
              <p:spPr>
                <a:xfrm>
                  <a:off x="3568149" y="4917202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선정릉</a:t>
                  </a:r>
                </a:p>
              </p:txBody>
            </p: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FF8D012B-EB14-4A2B-94C5-3E1EFA88AADC}"/>
                    </a:ext>
                  </a:extLst>
                </p:cNvPr>
                <p:cNvSpPr txBox="1"/>
                <p:nvPr/>
              </p:nvSpPr>
              <p:spPr>
                <a:xfrm>
                  <a:off x="2295882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강남구청</a:t>
                  </a:r>
                </a:p>
              </p:txBody>
            </p: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4B85F123-041D-4C1F-A268-109809FB7004}"/>
                    </a:ext>
                  </a:extLst>
                </p:cNvPr>
                <p:cNvSpPr txBox="1"/>
                <p:nvPr/>
              </p:nvSpPr>
              <p:spPr>
                <a:xfrm>
                  <a:off x="4704913" y="3826897"/>
                  <a:ext cx="12346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종합운동장</a:t>
                  </a:r>
                </a:p>
              </p:txBody>
            </p:sp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DAC95A2C-8F8C-4C93-BA36-6CDA094AB5E2}"/>
                    </a:ext>
                  </a:extLst>
                </p:cNvPr>
                <p:cNvSpPr txBox="1"/>
                <p:nvPr/>
              </p:nvSpPr>
              <p:spPr>
                <a:xfrm>
                  <a:off x="3568149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석촌</a:t>
                  </a:r>
                </a:p>
              </p:txBody>
            </p:sp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49196F4D-7479-434A-9467-ADC9E642AC58}"/>
                    </a:ext>
                  </a:extLst>
                </p:cNvPr>
                <p:cNvSpPr txBox="1"/>
                <p:nvPr/>
              </p:nvSpPr>
              <p:spPr>
                <a:xfrm>
                  <a:off x="2504767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잠실</a:t>
                  </a:r>
                </a:p>
              </p:txBody>
            </p:sp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C8C63CFA-9CBA-4670-AE2D-11713F49A1C2}"/>
                    </a:ext>
                  </a:extLst>
                </p:cNvPr>
                <p:cNvSpPr txBox="1"/>
                <p:nvPr/>
              </p:nvSpPr>
              <p:spPr>
                <a:xfrm>
                  <a:off x="1655948" y="3714475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강변</a:t>
                  </a:r>
                </a:p>
              </p:txBody>
            </p: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27003A01-2FAA-4DB0-9886-B74A5ECE1E2E}"/>
                    </a:ext>
                  </a:extLst>
                </p:cNvPr>
                <p:cNvSpPr txBox="1"/>
                <p:nvPr/>
              </p:nvSpPr>
              <p:spPr>
                <a:xfrm>
                  <a:off x="1147429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건대입구</a:t>
                  </a:r>
                </a:p>
              </p:txBody>
            </p:sp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C2631DEF-808C-4341-863E-FB46414985B3}"/>
                    </a:ext>
                  </a:extLst>
                </p:cNvPr>
                <p:cNvSpPr txBox="1"/>
                <p:nvPr/>
              </p:nvSpPr>
              <p:spPr>
                <a:xfrm>
                  <a:off x="151467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5198F91C-51B0-4208-AAE4-3F0C70E0128B}"/>
                    </a:ext>
                  </a:extLst>
                </p:cNvPr>
                <p:cNvSpPr txBox="1"/>
                <p:nvPr/>
              </p:nvSpPr>
              <p:spPr>
                <a:xfrm>
                  <a:off x="4967805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2FE28F9A-7412-4C75-A3A0-040537F5AA35}"/>
                    </a:ext>
                  </a:extLst>
                </p:cNvPr>
                <p:cNvSpPr txBox="1"/>
                <p:nvPr/>
              </p:nvSpPr>
              <p:spPr>
                <a:xfrm>
                  <a:off x="968649" y="3302091"/>
                  <a:ext cx="4635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1303FC0C-EC5C-45D4-98C3-31BE1A0AD465}"/>
                    </a:ext>
                  </a:extLst>
                </p:cNvPr>
                <p:cNvSpPr txBox="1"/>
                <p:nvPr/>
              </p:nvSpPr>
              <p:spPr>
                <a:xfrm>
                  <a:off x="3345748" y="357470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82163CC5-30A1-42D3-9F53-FDE1C6A50B00}"/>
                    </a:ext>
                  </a:extLst>
                </p:cNvPr>
                <p:cNvSpPr txBox="1"/>
                <p:nvPr/>
              </p:nvSpPr>
              <p:spPr>
                <a:xfrm>
                  <a:off x="2113259" y="3385054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FF9F7117-F6CA-46CC-86E1-0C0BE9356F24}"/>
                    </a:ext>
                  </a:extLst>
                </p:cNvPr>
                <p:cNvSpPr txBox="1"/>
                <p:nvPr/>
              </p:nvSpPr>
              <p:spPr>
                <a:xfrm>
                  <a:off x="1603286" y="418142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20236B04-9FC5-452E-8F7E-074CD4A789FD}"/>
                    </a:ext>
                  </a:extLst>
                </p:cNvPr>
                <p:cNvSpPr txBox="1"/>
                <p:nvPr/>
              </p:nvSpPr>
              <p:spPr>
                <a:xfrm>
                  <a:off x="4172577" y="3350690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F38CC3B9-8415-4B4C-BDB0-E02CA6283136}"/>
                    </a:ext>
                  </a:extLst>
                </p:cNvPr>
                <p:cNvSpPr txBox="1"/>
                <p:nvPr/>
              </p:nvSpPr>
              <p:spPr>
                <a:xfrm>
                  <a:off x="3090621" y="289876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0129E2AE-C223-4170-A858-4319800978D8}"/>
                    </a:ext>
                  </a:extLst>
                </p:cNvPr>
                <p:cNvSpPr txBox="1"/>
                <p:nvPr/>
              </p:nvSpPr>
              <p:spPr>
                <a:xfrm>
                  <a:off x="1980758" y="291133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2864D3BE-DA03-4973-A9E4-14A9332280EE}"/>
                    </a:ext>
                  </a:extLst>
                </p:cNvPr>
                <p:cNvSpPr txBox="1"/>
                <p:nvPr/>
              </p:nvSpPr>
              <p:spPr>
                <a:xfrm>
                  <a:off x="864013" y="437074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317BFCCF-30E1-4EC5-98C3-E371D33678F1}"/>
                    </a:ext>
                  </a:extLst>
                </p:cNvPr>
                <p:cNvSpPr txBox="1"/>
                <p:nvPr/>
              </p:nvSpPr>
              <p:spPr>
                <a:xfrm>
                  <a:off x="4190773" y="441426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E0F3A2D-AC8B-4851-B14F-02B175962CE8}"/>
                    </a:ext>
                  </a:extLst>
                </p:cNvPr>
                <p:cNvSpPr txBox="1"/>
                <p:nvPr/>
              </p:nvSpPr>
              <p:spPr>
                <a:xfrm>
                  <a:off x="3160290" y="462954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A216ADCC-DF03-49FA-A4FE-0F6AA3137F7C}"/>
                    </a:ext>
                  </a:extLst>
                </p:cNvPr>
                <p:cNvSpPr txBox="1"/>
                <p:nvPr/>
              </p:nvSpPr>
              <p:spPr>
                <a:xfrm>
                  <a:off x="2032012" y="463097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65" name="Text Box 58">
                <a:extLst>
                  <a:ext uri="{FF2B5EF4-FFF2-40B4-BE49-F238E27FC236}">
                    <a16:creationId xmlns:a16="http://schemas.microsoft.com/office/drawing/2014/main" id="{EDE05AF1-FF7E-4D87-9773-85E0684D63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33" y="3809042"/>
                <a:ext cx="687144" cy="41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7" name="Text Box 58">
                <a:extLst>
                  <a:ext uri="{FF2B5EF4-FFF2-40B4-BE49-F238E27FC236}">
                    <a16:creationId xmlns:a16="http://schemas.microsoft.com/office/drawing/2014/main" id="{EEF84424-EFE7-485B-9398-9ED47EF55C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8693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69" name="Text Box 58">
                <a:extLst>
                  <a:ext uri="{FF2B5EF4-FFF2-40B4-BE49-F238E27FC236}">
                    <a16:creationId xmlns:a16="http://schemas.microsoft.com/office/drawing/2014/main" id="{F69588E8-C33B-44BE-BD6F-A3EB218130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8686" y="4974851"/>
                <a:ext cx="687144" cy="41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0" name="Text Box 58">
              <a:extLst>
                <a:ext uri="{FF2B5EF4-FFF2-40B4-BE49-F238E27FC236}">
                  <a16:creationId xmlns:a16="http://schemas.microsoft.com/office/drawing/2014/main" id="{4AA8F392-4B09-443F-AF12-A5497D7C3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0835" y="2356252"/>
              <a:ext cx="115869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31" name="Text Box 58">
              <a:extLst>
                <a:ext uri="{FF2B5EF4-FFF2-40B4-BE49-F238E27FC236}">
                  <a16:creationId xmlns:a16="http://schemas.microsoft.com/office/drawing/2014/main" id="{8C0C1A0B-EAC6-4A16-9963-644D95B589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4034" y="5382994"/>
              <a:ext cx="115869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6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ACB8CDEF-AE12-4FA1-A33A-A3B79CCC192D}"/>
                </a:ext>
              </a:extLst>
            </p:cNvPr>
            <p:cNvSpPr/>
            <p:nvPr/>
          </p:nvSpPr>
          <p:spPr bwMode="auto">
            <a:xfrm>
              <a:off x="6340255" y="371755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B43C3B1-7610-4912-8789-3E065CBF349A}"/>
                </a:ext>
              </a:extLst>
            </p:cNvPr>
            <p:cNvSpPr/>
            <p:nvPr/>
          </p:nvSpPr>
          <p:spPr bwMode="auto">
            <a:xfrm>
              <a:off x="7485208" y="4935911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4" name="Text Box 58">
              <a:extLst>
                <a:ext uri="{FF2B5EF4-FFF2-40B4-BE49-F238E27FC236}">
                  <a16:creationId xmlns:a16="http://schemas.microsoft.com/office/drawing/2014/main" id="{5D15FC24-7031-4DDD-9308-94E47CAF2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1047" y="5382994"/>
              <a:ext cx="1158694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35" name="Text Box 58">
              <a:extLst>
                <a:ext uri="{FF2B5EF4-FFF2-40B4-BE49-F238E27FC236}">
                  <a16:creationId xmlns:a16="http://schemas.microsoft.com/office/drawing/2014/main" id="{E030E6B9-F1EA-42EC-B4D6-D4E9205A2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1047" y="3942072"/>
              <a:ext cx="173702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A0B6E617-56CA-4BF4-932F-F6D3DC511DCB}"/>
                </a:ext>
              </a:extLst>
            </p:cNvPr>
            <p:cNvSpPr/>
            <p:nvPr/>
          </p:nvSpPr>
          <p:spPr bwMode="auto">
            <a:xfrm>
              <a:off x="7790808" y="3609856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2" name="Text Box 58">
              <a:extLst>
                <a:ext uri="{FF2B5EF4-FFF2-40B4-BE49-F238E27FC236}">
                  <a16:creationId xmlns:a16="http://schemas.microsoft.com/office/drawing/2014/main" id="{42474FB9-5F32-471C-8005-5D7D93E6C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6313" y="1958352"/>
              <a:ext cx="1886668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14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강변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FD708776-152A-457C-877B-43194BF8E4F0}"/>
                </a:ext>
              </a:extLst>
            </p:cNvPr>
            <p:cNvSpPr/>
            <p:nvPr/>
          </p:nvSpPr>
          <p:spPr bwMode="auto">
            <a:xfrm>
              <a:off x="8642021" y="2517348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7" name="Text Box 58">
              <a:extLst>
                <a:ext uri="{FF2B5EF4-FFF2-40B4-BE49-F238E27FC236}">
                  <a16:creationId xmlns:a16="http://schemas.microsoft.com/office/drawing/2014/main" id="{40E22F46-93B3-48E0-82C3-7D253235A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1095" y="2364201"/>
              <a:ext cx="259485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16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강변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잠실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18" name="Text Box 58">
              <a:extLst>
                <a:ext uri="{FF2B5EF4-FFF2-40B4-BE49-F238E27FC236}">
                  <a16:creationId xmlns:a16="http://schemas.microsoft.com/office/drawing/2014/main" id="{B9C5CB01-7B0C-4EDB-97EF-11D09D75A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16684" y="3123381"/>
              <a:ext cx="1763743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강변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잠실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3" name="타원 222">
              <a:extLst>
                <a:ext uri="{FF2B5EF4-FFF2-40B4-BE49-F238E27FC236}">
                  <a16:creationId xmlns:a16="http://schemas.microsoft.com/office/drawing/2014/main" id="{3527739A-94AA-4F4C-9AA1-9641DD1D3074}"/>
                </a:ext>
              </a:extLst>
            </p:cNvPr>
            <p:cNvSpPr/>
            <p:nvPr/>
          </p:nvSpPr>
          <p:spPr bwMode="auto">
            <a:xfrm>
              <a:off x="7475169" y="2517348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0FAEE4CC-3566-492E-B3BE-39CA83A801C8}"/>
                </a:ext>
              </a:extLst>
            </p:cNvPr>
            <p:cNvSpPr/>
            <p:nvPr/>
          </p:nvSpPr>
          <p:spPr bwMode="auto">
            <a:xfrm>
              <a:off x="9716350" y="2502856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113" name="Text Box 58">
            <a:extLst>
              <a:ext uri="{FF2B5EF4-FFF2-40B4-BE49-F238E27FC236}">
                <a16:creationId xmlns:a16="http://schemas.microsoft.com/office/drawing/2014/main" id="{B429D0F5-95D6-4B0B-88A5-D6A01C706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241" y="3074658"/>
            <a:ext cx="176374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18 (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군자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,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건대입구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,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강변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,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잠실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)</a:t>
            </a:r>
            <a:endParaRPr lang="ko-KR" altLang="en-US" sz="1500" dirty="0">
              <a:solidFill>
                <a:schemeClr val="accent3">
                  <a:lumMod val="75000"/>
                </a:schemeClr>
              </a:solidFill>
              <a:latin typeface="티머니 둥근바람 Regular" panose="02050503000000000000" pitchFamily="18" charset="-127"/>
              <a:ea typeface="티머니 둥근바람 Regular" panose="02050503000000000000" pitchFamily="18" charset="-127"/>
              <a:cs typeface="Arial" panose="020B0604020202020204" pitchFamily="34" charset="0"/>
            </a:endParaRPr>
          </a:p>
        </p:txBody>
      </p:sp>
      <p:sp>
        <p:nvSpPr>
          <p:cNvPr id="166" name="Text Box 58">
            <a:extLst>
              <a:ext uri="{FF2B5EF4-FFF2-40B4-BE49-F238E27FC236}">
                <a16:creationId xmlns:a16="http://schemas.microsoft.com/office/drawing/2014/main" id="{B30BAFCE-A248-4083-AC19-C2CE38C49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595" y="2361953"/>
            <a:ext cx="259485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16 (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군자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,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건대입구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,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강변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,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잠실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)</a:t>
            </a:r>
            <a:endParaRPr lang="ko-KR" altLang="en-US" sz="1500" dirty="0">
              <a:solidFill>
                <a:schemeClr val="accent3">
                  <a:lumMod val="75000"/>
                </a:schemeClr>
              </a:solidFill>
              <a:latin typeface="티머니 둥근바람 Regular" panose="02050503000000000000" pitchFamily="18" charset="-127"/>
              <a:ea typeface="티머니 둥근바람 Regular" panose="02050503000000000000" pitchFamily="18" charset="-127"/>
              <a:cs typeface="Arial" panose="020B0604020202020204" pitchFamily="34" charset="0"/>
            </a:endParaRPr>
          </a:p>
        </p:txBody>
      </p:sp>
      <p:sp>
        <p:nvSpPr>
          <p:cNvPr id="168" name="Text Box 58">
            <a:extLst>
              <a:ext uri="{FF2B5EF4-FFF2-40B4-BE49-F238E27FC236}">
                <a16:creationId xmlns:a16="http://schemas.microsoft.com/office/drawing/2014/main" id="{E634C3B3-031E-4A1A-BCD3-3FB974307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0548" y="2133202"/>
            <a:ext cx="173702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14 (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군자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,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건대입구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,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강변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)</a:t>
            </a:r>
            <a:endParaRPr lang="ko-KR" altLang="en-US" sz="1500" dirty="0">
              <a:solidFill>
                <a:schemeClr val="accent3">
                  <a:lumMod val="75000"/>
                </a:schemeClr>
              </a:solidFill>
              <a:latin typeface="티머니 둥근바람 Regular" panose="02050503000000000000" pitchFamily="18" charset="-127"/>
              <a:ea typeface="티머니 둥근바람 Regular" panose="02050503000000000000" pitchFamily="18" charset="-127"/>
              <a:cs typeface="Arial" panose="020B060402020202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18BA68-CC13-477F-9E45-2795AB7441E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13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0149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</a:t>
            </a:r>
            <a:endParaRPr lang="ko-KR" altLang="en-US" sz="2000" dirty="0"/>
          </a:p>
        </p:txBody>
      </p: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66D3A8E6-EA0F-4D58-B32D-D498AB5113EB}"/>
              </a:ext>
            </a:extLst>
          </p:cNvPr>
          <p:cNvGrpSpPr/>
          <p:nvPr/>
        </p:nvGrpSpPr>
        <p:grpSpPr>
          <a:xfrm>
            <a:off x="3064663" y="1973659"/>
            <a:ext cx="7602261" cy="3963333"/>
            <a:chOff x="6096000" y="1973659"/>
            <a:chExt cx="7602261" cy="3963333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4A4CF45D-6E07-4CDE-987B-467CECA6FB3E}"/>
                </a:ext>
              </a:extLst>
            </p:cNvPr>
            <p:cNvGrpSpPr/>
            <p:nvPr/>
          </p:nvGrpSpPr>
          <p:grpSpPr>
            <a:xfrm>
              <a:off x="6096000" y="2582524"/>
              <a:ext cx="5937908" cy="3226238"/>
              <a:chOff x="43733" y="2582524"/>
              <a:chExt cx="5937908" cy="3226238"/>
            </a:xfrm>
          </p:grpSpPr>
          <p:grpSp>
            <p:nvGrpSpPr>
              <p:cNvPr id="164" name="그룹 163">
                <a:extLst>
                  <a:ext uri="{FF2B5EF4-FFF2-40B4-BE49-F238E27FC236}">
                    <a16:creationId xmlns:a16="http://schemas.microsoft.com/office/drawing/2014/main" id="{184D2EE4-2DF5-4CF6-BC8A-BBF9A3AB41F1}"/>
                  </a:ext>
                </a:extLst>
              </p:cNvPr>
              <p:cNvGrpSpPr/>
              <p:nvPr/>
            </p:nvGrpSpPr>
            <p:grpSpPr>
              <a:xfrm>
                <a:off x="204834" y="2582524"/>
                <a:ext cx="5776807" cy="2869347"/>
                <a:chOff x="151467" y="2751906"/>
                <a:chExt cx="5788079" cy="2534628"/>
              </a:xfrm>
            </p:grpSpPr>
            <p:sp>
              <p:nvSpPr>
                <p:cNvPr id="171" name="Line 48">
                  <a:extLst>
                    <a:ext uri="{FF2B5EF4-FFF2-40B4-BE49-F238E27FC236}">
                      <a16:creationId xmlns:a16="http://schemas.microsoft.com/office/drawing/2014/main" id="{B8A10994-089E-447B-B54E-57EAE66A42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1803" y="3143998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2" name="Line 48">
                  <a:extLst>
                    <a:ext uri="{FF2B5EF4-FFF2-40B4-BE49-F238E27FC236}">
                      <a16:creationId xmlns:a16="http://schemas.microsoft.com/office/drawing/2014/main" id="{B91E06B0-4FF5-4328-8DFE-6D830DB432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7869" y="4879311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3" name="Line 48">
                  <a:extLst>
                    <a:ext uri="{FF2B5EF4-FFF2-40B4-BE49-F238E27FC236}">
                      <a16:creationId xmlns:a16="http://schemas.microsoft.com/office/drawing/2014/main" id="{7CE7C22C-06AB-49A4-A30C-444C2085B6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6140" y="4879309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4" name="Line 48">
                  <a:extLst>
                    <a:ext uri="{FF2B5EF4-FFF2-40B4-BE49-F238E27FC236}">
                      <a16:creationId xmlns:a16="http://schemas.microsoft.com/office/drawing/2014/main" id="{1FEFD9CC-7438-4505-8184-C34C324A4F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0074" y="3143996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5" name="Line 48">
                  <a:extLst>
                    <a:ext uri="{FF2B5EF4-FFF2-40B4-BE49-F238E27FC236}">
                      <a16:creationId xmlns:a16="http://schemas.microsoft.com/office/drawing/2014/main" id="{048658EA-E4E2-4AAB-95CC-3AFB20F3FC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879496" y="314401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6" name="Line 48">
                  <a:extLst>
                    <a:ext uri="{FF2B5EF4-FFF2-40B4-BE49-F238E27FC236}">
                      <a16:creationId xmlns:a16="http://schemas.microsoft.com/office/drawing/2014/main" id="{320254EA-EA01-446B-BE26-4DA6970EE4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879496" y="4011656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7" name="Line 48">
                  <a:extLst>
                    <a:ext uri="{FF2B5EF4-FFF2-40B4-BE49-F238E27FC236}">
                      <a16:creationId xmlns:a16="http://schemas.microsoft.com/office/drawing/2014/main" id="{AD6D05B3-85BF-42D9-AC3C-59226B883F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870476" y="401162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8" name="Line 48">
                  <a:extLst>
                    <a:ext uri="{FF2B5EF4-FFF2-40B4-BE49-F238E27FC236}">
                      <a16:creationId xmlns:a16="http://schemas.microsoft.com/office/drawing/2014/main" id="{B6A8595E-2102-4A10-AF90-587CFD2D98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3858345" y="3143995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79" name="Line 48">
                  <a:extLst>
                    <a:ext uri="{FF2B5EF4-FFF2-40B4-BE49-F238E27FC236}">
                      <a16:creationId xmlns:a16="http://schemas.microsoft.com/office/drawing/2014/main" id="{2771EFC9-25CA-4E7C-A6F7-E5A3EB51BB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1701803" y="4026907"/>
                  <a:ext cx="527658" cy="852358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80" name="Line 48">
                  <a:extLst>
                    <a:ext uri="{FF2B5EF4-FFF2-40B4-BE49-F238E27FC236}">
                      <a16:creationId xmlns:a16="http://schemas.microsoft.com/office/drawing/2014/main" id="{071EDA97-0DA6-4A6E-9495-7C2535E269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2229461" y="3143902"/>
                  <a:ext cx="550613" cy="88295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84" name="Line 48">
                  <a:extLst>
                    <a:ext uri="{FF2B5EF4-FFF2-40B4-BE49-F238E27FC236}">
                      <a16:creationId xmlns:a16="http://schemas.microsoft.com/office/drawing/2014/main" id="{3BE7CEE3-BE2C-49EA-BBA5-B52CED97A6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58454" y="3143851"/>
                  <a:ext cx="1922198" cy="86771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F8D839E5-BBF0-428A-BC1D-3D19E9D73DF5}"/>
                    </a:ext>
                  </a:extLst>
                </p:cNvPr>
                <p:cNvSpPr txBox="1"/>
                <p:nvPr/>
              </p:nvSpPr>
              <p:spPr>
                <a:xfrm>
                  <a:off x="203565" y="3826897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군자</a:t>
                  </a:r>
                </a:p>
              </p:txBody>
            </p:sp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31F1C1ED-710A-4446-9080-D55A7EF86F9B}"/>
                    </a:ext>
                  </a:extLst>
                </p:cNvPr>
                <p:cNvSpPr txBox="1"/>
                <p:nvPr/>
              </p:nvSpPr>
              <p:spPr>
                <a:xfrm>
                  <a:off x="1360979" y="2754204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천호</a:t>
                  </a:r>
                </a:p>
              </p:txBody>
            </p: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D224B168-10DF-4312-B1F0-38866A95323C}"/>
                    </a:ext>
                  </a:extLst>
                </p:cNvPr>
                <p:cNvSpPr txBox="1"/>
                <p:nvPr/>
              </p:nvSpPr>
              <p:spPr>
                <a:xfrm>
                  <a:off x="3568149" y="4917202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선정릉</a:t>
                  </a:r>
                </a:p>
              </p:txBody>
            </p: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FF8D012B-EB14-4A2B-94C5-3E1EFA88AADC}"/>
                    </a:ext>
                  </a:extLst>
                </p:cNvPr>
                <p:cNvSpPr txBox="1"/>
                <p:nvPr/>
              </p:nvSpPr>
              <p:spPr>
                <a:xfrm>
                  <a:off x="2295882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강남구청</a:t>
                  </a:r>
                </a:p>
              </p:txBody>
            </p: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4B85F123-041D-4C1F-A268-109809FB7004}"/>
                    </a:ext>
                  </a:extLst>
                </p:cNvPr>
                <p:cNvSpPr txBox="1"/>
                <p:nvPr/>
              </p:nvSpPr>
              <p:spPr>
                <a:xfrm>
                  <a:off x="4704913" y="3826897"/>
                  <a:ext cx="12346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종합운동장</a:t>
                  </a:r>
                </a:p>
              </p:txBody>
            </p:sp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DAC95A2C-8F8C-4C93-BA36-6CDA094AB5E2}"/>
                    </a:ext>
                  </a:extLst>
                </p:cNvPr>
                <p:cNvSpPr txBox="1"/>
                <p:nvPr/>
              </p:nvSpPr>
              <p:spPr>
                <a:xfrm>
                  <a:off x="3568149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석촌</a:t>
                  </a:r>
                </a:p>
              </p:txBody>
            </p:sp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49196F4D-7479-434A-9467-ADC9E642AC58}"/>
                    </a:ext>
                  </a:extLst>
                </p:cNvPr>
                <p:cNvSpPr txBox="1"/>
                <p:nvPr/>
              </p:nvSpPr>
              <p:spPr>
                <a:xfrm>
                  <a:off x="2504767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잠실</a:t>
                  </a:r>
                </a:p>
              </p:txBody>
            </p:sp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C8C63CFA-9CBA-4670-AE2D-11713F49A1C2}"/>
                    </a:ext>
                  </a:extLst>
                </p:cNvPr>
                <p:cNvSpPr txBox="1"/>
                <p:nvPr/>
              </p:nvSpPr>
              <p:spPr>
                <a:xfrm>
                  <a:off x="1655948" y="3714475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강변</a:t>
                  </a:r>
                </a:p>
              </p:txBody>
            </p: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27003A01-2FAA-4DB0-9886-B74A5ECE1E2E}"/>
                    </a:ext>
                  </a:extLst>
                </p:cNvPr>
                <p:cNvSpPr txBox="1"/>
                <p:nvPr/>
              </p:nvSpPr>
              <p:spPr>
                <a:xfrm>
                  <a:off x="1147429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건대입구</a:t>
                  </a:r>
                </a:p>
              </p:txBody>
            </p:sp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C2631DEF-808C-4341-863E-FB46414985B3}"/>
                    </a:ext>
                  </a:extLst>
                </p:cNvPr>
                <p:cNvSpPr txBox="1"/>
                <p:nvPr/>
              </p:nvSpPr>
              <p:spPr>
                <a:xfrm>
                  <a:off x="151467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5198F91C-51B0-4208-AAE4-3F0C70E0128B}"/>
                    </a:ext>
                  </a:extLst>
                </p:cNvPr>
                <p:cNvSpPr txBox="1"/>
                <p:nvPr/>
              </p:nvSpPr>
              <p:spPr>
                <a:xfrm>
                  <a:off x="4967805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2FE28F9A-7412-4C75-A3A0-040537F5AA35}"/>
                    </a:ext>
                  </a:extLst>
                </p:cNvPr>
                <p:cNvSpPr txBox="1"/>
                <p:nvPr/>
              </p:nvSpPr>
              <p:spPr>
                <a:xfrm>
                  <a:off x="968649" y="3302091"/>
                  <a:ext cx="4635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1303FC0C-EC5C-45D4-98C3-31BE1A0AD465}"/>
                    </a:ext>
                  </a:extLst>
                </p:cNvPr>
                <p:cNvSpPr txBox="1"/>
                <p:nvPr/>
              </p:nvSpPr>
              <p:spPr>
                <a:xfrm>
                  <a:off x="3345748" y="357470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82163CC5-30A1-42D3-9F53-FDE1C6A50B00}"/>
                    </a:ext>
                  </a:extLst>
                </p:cNvPr>
                <p:cNvSpPr txBox="1"/>
                <p:nvPr/>
              </p:nvSpPr>
              <p:spPr>
                <a:xfrm>
                  <a:off x="2113259" y="3385054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FF9F7117-F6CA-46CC-86E1-0C0BE9356F24}"/>
                    </a:ext>
                  </a:extLst>
                </p:cNvPr>
                <p:cNvSpPr txBox="1"/>
                <p:nvPr/>
              </p:nvSpPr>
              <p:spPr>
                <a:xfrm>
                  <a:off x="1603286" y="418142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20236B04-9FC5-452E-8F7E-074CD4A789FD}"/>
                    </a:ext>
                  </a:extLst>
                </p:cNvPr>
                <p:cNvSpPr txBox="1"/>
                <p:nvPr/>
              </p:nvSpPr>
              <p:spPr>
                <a:xfrm>
                  <a:off x="4172577" y="3350690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F38CC3B9-8415-4B4C-BDB0-E02CA6283136}"/>
                    </a:ext>
                  </a:extLst>
                </p:cNvPr>
                <p:cNvSpPr txBox="1"/>
                <p:nvPr/>
              </p:nvSpPr>
              <p:spPr>
                <a:xfrm>
                  <a:off x="3090621" y="289876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0129E2AE-C223-4170-A858-4319800978D8}"/>
                    </a:ext>
                  </a:extLst>
                </p:cNvPr>
                <p:cNvSpPr txBox="1"/>
                <p:nvPr/>
              </p:nvSpPr>
              <p:spPr>
                <a:xfrm>
                  <a:off x="1980758" y="291133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2864D3BE-DA03-4973-A9E4-14A9332280EE}"/>
                    </a:ext>
                  </a:extLst>
                </p:cNvPr>
                <p:cNvSpPr txBox="1"/>
                <p:nvPr/>
              </p:nvSpPr>
              <p:spPr>
                <a:xfrm>
                  <a:off x="864013" y="437074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317BFCCF-30E1-4EC5-98C3-E371D33678F1}"/>
                    </a:ext>
                  </a:extLst>
                </p:cNvPr>
                <p:cNvSpPr txBox="1"/>
                <p:nvPr/>
              </p:nvSpPr>
              <p:spPr>
                <a:xfrm>
                  <a:off x="4190773" y="441426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E0F3A2D-AC8B-4851-B14F-02B175962CE8}"/>
                    </a:ext>
                  </a:extLst>
                </p:cNvPr>
                <p:cNvSpPr txBox="1"/>
                <p:nvPr/>
              </p:nvSpPr>
              <p:spPr>
                <a:xfrm>
                  <a:off x="3160290" y="462954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A216ADCC-DF03-49FA-A4FE-0F6AA3137F7C}"/>
                    </a:ext>
                  </a:extLst>
                </p:cNvPr>
                <p:cNvSpPr txBox="1"/>
                <p:nvPr/>
              </p:nvSpPr>
              <p:spPr>
                <a:xfrm>
                  <a:off x="2032012" y="463097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65" name="Text Box 58">
                <a:extLst>
                  <a:ext uri="{FF2B5EF4-FFF2-40B4-BE49-F238E27FC236}">
                    <a16:creationId xmlns:a16="http://schemas.microsoft.com/office/drawing/2014/main" id="{EDE05AF1-FF7E-4D87-9773-85E0684D63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33" y="3809042"/>
                <a:ext cx="687144" cy="41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7" name="Text Box 58">
                <a:extLst>
                  <a:ext uri="{FF2B5EF4-FFF2-40B4-BE49-F238E27FC236}">
                    <a16:creationId xmlns:a16="http://schemas.microsoft.com/office/drawing/2014/main" id="{EEF84424-EFE7-485B-9398-9ED47EF55C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8693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69" name="Text Box 58">
                <a:extLst>
                  <a:ext uri="{FF2B5EF4-FFF2-40B4-BE49-F238E27FC236}">
                    <a16:creationId xmlns:a16="http://schemas.microsoft.com/office/drawing/2014/main" id="{F69588E8-C33B-44BE-BD6F-A3EB218130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8686" y="4974851"/>
                <a:ext cx="687144" cy="41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0" name="Text Box 58">
                <a:extLst>
                  <a:ext uri="{FF2B5EF4-FFF2-40B4-BE49-F238E27FC236}">
                    <a16:creationId xmlns:a16="http://schemas.microsoft.com/office/drawing/2014/main" id="{E63616DB-A358-4324-9B6B-16D365DEDB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94286" y="3701346"/>
                <a:ext cx="687144" cy="41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0" name="Text Box 58">
              <a:extLst>
                <a:ext uri="{FF2B5EF4-FFF2-40B4-BE49-F238E27FC236}">
                  <a16:creationId xmlns:a16="http://schemas.microsoft.com/office/drawing/2014/main" id="{4AA8F392-4B09-443F-AF12-A5497D7C3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0835" y="2356252"/>
              <a:ext cx="115869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31" name="Text Box 58">
              <a:extLst>
                <a:ext uri="{FF2B5EF4-FFF2-40B4-BE49-F238E27FC236}">
                  <a16:creationId xmlns:a16="http://schemas.microsoft.com/office/drawing/2014/main" id="{8C0C1A0B-EAC6-4A16-9963-644D95B589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4034" y="5382994"/>
              <a:ext cx="115869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6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ACB8CDEF-AE12-4FA1-A33A-A3B79CCC192D}"/>
                </a:ext>
              </a:extLst>
            </p:cNvPr>
            <p:cNvSpPr/>
            <p:nvPr/>
          </p:nvSpPr>
          <p:spPr bwMode="auto">
            <a:xfrm>
              <a:off x="6340255" y="371755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0B43C3B1-7610-4912-8789-3E065CBF349A}"/>
                </a:ext>
              </a:extLst>
            </p:cNvPr>
            <p:cNvSpPr/>
            <p:nvPr/>
          </p:nvSpPr>
          <p:spPr bwMode="auto">
            <a:xfrm>
              <a:off x="7485208" y="4935911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4" name="Text Box 58">
              <a:extLst>
                <a:ext uri="{FF2B5EF4-FFF2-40B4-BE49-F238E27FC236}">
                  <a16:creationId xmlns:a16="http://schemas.microsoft.com/office/drawing/2014/main" id="{5D15FC24-7031-4DDD-9308-94E47CAF2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1047" y="5382994"/>
              <a:ext cx="1158694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35" name="Text Box 58">
              <a:extLst>
                <a:ext uri="{FF2B5EF4-FFF2-40B4-BE49-F238E27FC236}">
                  <a16:creationId xmlns:a16="http://schemas.microsoft.com/office/drawing/2014/main" id="{E030E6B9-F1EA-42EC-B4D6-D4E9205A2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31047" y="3942072"/>
              <a:ext cx="173702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A0B6E617-56CA-4BF4-932F-F6D3DC511DCB}"/>
                </a:ext>
              </a:extLst>
            </p:cNvPr>
            <p:cNvSpPr/>
            <p:nvPr/>
          </p:nvSpPr>
          <p:spPr bwMode="auto">
            <a:xfrm>
              <a:off x="7790808" y="3609856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2" name="Text Box 58">
              <a:extLst>
                <a:ext uri="{FF2B5EF4-FFF2-40B4-BE49-F238E27FC236}">
                  <a16:creationId xmlns:a16="http://schemas.microsoft.com/office/drawing/2014/main" id="{42474FB9-5F32-471C-8005-5D7D93E6C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2111" y="1973659"/>
              <a:ext cx="1886668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14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강변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FD708776-152A-457C-877B-43194BF8E4F0}"/>
                </a:ext>
              </a:extLst>
            </p:cNvPr>
            <p:cNvSpPr/>
            <p:nvPr/>
          </p:nvSpPr>
          <p:spPr bwMode="auto">
            <a:xfrm>
              <a:off x="8642021" y="2517348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7" name="Text Box 58">
              <a:extLst>
                <a:ext uri="{FF2B5EF4-FFF2-40B4-BE49-F238E27FC236}">
                  <a16:creationId xmlns:a16="http://schemas.microsoft.com/office/drawing/2014/main" id="{40E22F46-93B3-48E0-82C3-7D253235A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01095" y="2364201"/>
              <a:ext cx="2594855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16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강변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잠실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18" name="Text Box 58">
              <a:extLst>
                <a:ext uri="{FF2B5EF4-FFF2-40B4-BE49-F238E27FC236}">
                  <a16:creationId xmlns:a16="http://schemas.microsoft.com/office/drawing/2014/main" id="{B9C5CB01-7B0C-4EDB-97EF-11D09D75A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26666" y="3111426"/>
              <a:ext cx="29715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18 (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강변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잠실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 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&lt; 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24 (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군자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건대입구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강변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잠실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석촌</a:t>
              </a:r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1EA19691-5D84-40D8-818C-87D01FC9BB09}"/>
                </a:ext>
              </a:extLst>
            </p:cNvPr>
            <p:cNvSpPr/>
            <p:nvPr/>
          </p:nvSpPr>
          <p:spPr bwMode="auto">
            <a:xfrm>
              <a:off x="9703332" y="2517598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6" name="타원 165">
              <a:extLst>
                <a:ext uri="{FF2B5EF4-FFF2-40B4-BE49-F238E27FC236}">
                  <a16:creationId xmlns:a16="http://schemas.microsoft.com/office/drawing/2014/main" id="{41C63C41-5DCA-43C1-8872-728957470895}"/>
                </a:ext>
              </a:extLst>
            </p:cNvPr>
            <p:cNvSpPr/>
            <p:nvPr/>
          </p:nvSpPr>
          <p:spPr bwMode="auto">
            <a:xfrm>
              <a:off x="7464258" y="2526604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CD462F8-1C0A-47CD-ABBC-5CC68D7BA1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14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358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</a:t>
            </a:r>
            <a:endParaRPr lang="ko-KR" altLang="en-US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5F5EC83-3898-4727-9B12-96042E6EA1D5}"/>
              </a:ext>
            </a:extLst>
          </p:cNvPr>
          <p:cNvGrpSpPr/>
          <p:nvPr/>
        </p:nvGrpSpPr>
        <p:grpSpPr>
          <a:xfrm>
            <a:off x="3064663" y="1973659"/>
            <a:ext cx="7443699" cy="3963333"/>
            <a:chOff x="3064663" y="1973659"/>
            <a:chExt cx="7443699" cy="3963333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B0CA1F87-3943-4DF6-B4C5-E361BC5ED85C}"/>
                </a:ext>
              </a:extLst>
            </p:cNvPr>
            <p:cNvSpPr/>
            <p:nvPr/>
          </p:nvSpPr>
          <p:spPr bwMode="auto">
            <a:xfrm rot="17802496">
              <a:off x="6579097" y="2349901"/>
              <a:ext cx="430819" cy="235070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FCA675E7-B35F-4947-B663-E4B063DF3762}"/>
                </a:ext>
              </a:extLst>
            </p:cNvPr>
            <p:cNvSpPr/>
            <p:nvPr/>
          </p:nvSpPr>
          <p:spPr bwMode="auto">
            <a:xfrm rot="12488470">
              <a:off x="5123978" y="2704938"/>
              <a:ext cx="430819" cy="26245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6C07D6C5-66A3-40DE-AE8F-E7B98B2CAAE0}"/>
                </a:ext>
              </a:extLst>
            </p:cNvPr>
            <p:cNvSpPr/>
            <p:nvPr/>
          </p:nvSpPr>
          <p:spPr bwMode="auto">
            <a:xfrm rot="19314541">
              <a:off x="4170377" y="3791716"/>
              <a:ext cx="430819" cy="14718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66D3A8E6-EA0F-4D58-B32D-D498AB5113EB}"/>
                </a:ext>
              </a:extLst>
            </p:cNvPr>
            <p:cNvGrpSpPr/>
            <p:nvPr/>
          </p:nvGrpSpPr>
          <p:grpSpPr>
            <a:xfrm>
              <a:off x="3064663" y="1973659"/>
              <a:ext cx="7443699" cy="3963333"/>
              <a:chOff x="6096000" y="1973659"/>
              <a:chExt cx="7443699" cy="3963333"/>
            </a:xfrm>
          </p:grpSpPr>
          <p:grpSp>
            <p:nvGrpSpPr>
              <p:cNvPr id="129" name="그룹 128">
                <a:extLst>
                  <a:ext uri="{FF2B5EF4-FFF2-40B4-BE49-F238E27FC236}">
                    <a16:creationId xmlns:a16="http://schemas.microsoft.com/office/drawing/2014/main" id="{4A4CF45D-6E07-4CDE-987B-467CECA6FB3E}"/>
                  </a:ext>
                </a:extLst>
              </p:cNvPr>
              <p:cNvGrpSpPr/>
              <p:nvPr/>
            </p:nvGrpSpPr>
            <p:grpSpPr>
              <a:xfrm>
                <a:off x="6096000" y="2582524"/>
                <a:ext cx="5937908" cy="3226238"/>
                <a:chOff x="43733" y="2582524"/>
                <a:chExt cx="5937908" cy="3226238"/>
              </a:xfrm>
            </p:grpSpPr>
            <p:grpSp>
              <p:nvGrpSpPr>
                <p:cNvPr id="164" name="그룹 163">
                  <a:extLst>
                    <a:ext uri="{FF2B5EF4-FFF2-40B4-BE49-F238E27FC236}">
                      <a16:creationId xmlns:a16="http://schemas.microsoft.com/office/drawing/2014/main" id="{184D2EE4-2DF5-4CF6-BC8A-BBF9A3AB41F1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171" name="Line 48">
                    <a:extLst>
                      <a:ext uri="{FF2B5EF4-FFF2-40B4-BE49-F238E27FC236}">
                        <a16:creationId xmlns:a16="http://schemas.microsoft.com/office/drawing/2014/main" id="{B8A10994-089E-447B-B54E-57EAE66A42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2" name="Line 48">
                    <a:extLst>
                      <a:ext uri="{FF2B5EF4-FFF2-40B4-BE49-F238E27FC236}">
                        <a16:creationId xmlns:a16="http://schemas.microsoft.com/office/drawing/2014/main" id="{B91E06B0-4FF5-4328-8DFE-6D830DB432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3" name="Line 48">
                    <a:extLst>
                      <a:ext uri="{FF2B5EF4-FFF2-40B4-BE49-F238E27FC236}">
                        <a16:creationId xmlns:a16="http://schemas.microsoft.com/office/drawing/2014/main" id="{7CE7C22C-06AB-49A4-A30C-444C2085B67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4" name="Line 48">
                    <a:extLst>
                      <a:ext uri="{FF2B5EF4-FFF2-40B4-BE49-F238E27FC236}">
                        <a16:creationId xmlns:a16="http://schemas.microsoft.com/office/drawing/2014/main" id="{1FEFD9CC-7438-4505-8184-C34C324A4F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5" name="Line 48">
                    <a:extLst>
                      <a:ext uri="{FF2B5EF4-FFF2-40B4-BE49-F238E27FC236}">
                        <a16:creationId xmlns:a16="http://schemas.microsoft.com/office/drawing/2014/main" id="{048658EA-E4E2-4AAB-95CC-3AFB20F3FCB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6" name="Line 48">
                    <a:extLst>
                      <a:ext uri="{FF2B5EF4-FFF2-40B4-BE49-F238E27FC236}">
                        <a16:creationId xmlns:a16="http://schemas.microsoft.com/office/drawing/2014/main" id="{320254EA-EA01-446B-BE26-4DA6970EE45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7" name="Line 48">
                    <a:extLst>
                      <a:ext uri="{FF2B5EF4-FFF2-40B4-BE49-F238E27FC236}">
                        <a16:creationId xmlns:a16="http://schemas.microsoft.com/office/drawing/2014/main" id="{AD6D05B3-85BF-42D9-AC3C-59226B883F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8" name="Line 48">
                    <a:extLst>
                      <a:ext uri="{FF2B5EF4-FFF2-40B4-BE49-F238E27FC236}">
                        <a16:creationId xmlns:a16="http://schemas.microsoft.com/office/drawing/2014/main" id="{B6A8595E-2102-4A10-AF90-587CFD2D988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9" name="Line 48">
                    <a:extLst>
                      <a:ext uri="{FF2B5EF4-FFF2-40B4-BE49-F238E27FC236}">
                        <a16:creationId xmlns:a16="http://schemas.microsoft.com/office/drawing/2014/main" id="{2771EFC9-25CA-4E7C-A6F7-E5A3EB51BB3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0" name="Line 48">
                    <a:extLst>
                      <a:ext uri="{FF2B5EF4-FFF2-40B4-BE49-F238E27FC236}">
                        <a16:creationId xmlns:a16="http://schemas.microsoft.com/office/drawing/2014/main" id="{071EDA97-0DA6-4A6E-9495-7C2535E269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4" name="Line 48">
                    <a:extLst>
                      <a:ext uri="{FF2B5EF4-FFF2-40B4-BE49-F238E27FC236}">
                        <a16:creationId xmlns:a16="http://schemas.microsoft.com/office/drawing/2014/main" id="{3BE7CEE3-BE2C-49EA-BBA5-B52CED97A63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7" name="TextBox 186">
                    <a:extLst>
                      <a:ext uri="{FF2B5EF4-FFF2-40B4-BE49-F238E27FC236}">
                        <a16:creationId xmlns:a16="http://schemas.microsoft.com/office/drawing/2014/main" id="{F8D839E5-BBF0-428A-BC1D-3D19E9D73DF5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188" name="TextBox 187">
                    <a:extLst>
                      <a:ext uri="{FF2B5EF4-FFF2-40B4-BE49-F238E27FC236}">
                        <a16:creationId xmlns:a16="http://schemas.microsoft.com/office/drawing/2014/main" id="{31F1C1ED-710A-4446-9080-D55A7EF86F9B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189" name="TextBox 188">
                    <a:extLst>
                      <a:ext uri="{FF2B5EF4-FFF2-40B4-BE49-F238E27FC236}">
                        <a16:creationId xmlns:a16="http://schemas.microsoft.com/office/drawing/2014/main" id="{D224B168-10DF-4312-B1F0-38866A95323C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191" name="TextBox 190">
                    <a:extLst>
                      <a:ext uri="{FF2B5EF4-FFF2-40B4-BE49-F238E27FC236}">
                        <a16:creationId xmlns:a16="http://schemas.microsoft.com/office/drawing/2014/main" id="{FF8D012B-EB14-4A2B-94C5-3E1EFA88AADC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192" name="TextBox 191">
                    <a:extLst>
                      <a:ext uri="{FF2B5EF4-FFF2-40B4-BE49-F238E27FC236}">
                        <a16:creationId xmlns:a16="http://schemas.microsoft.com/office/drawing/2014/main" id="{4B85F123-041D-4C1F-A268-109809FB7004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DAC95A2C-8F8C-4C93-BA36-6CDA094AB5E2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49196F4D-7479-434A-9467-ADC9E642AC58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잠실</a:t>
                    </a:r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C8C63CFA-9CBA-4670-AE2D-11713F49A1C2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196" name="TextBox 195">
                    <a:extLst>
                      <a:ext uri="{FF2B5EF4-FFF2-40B4-BE49-F238E27FC236}">
                        <a16:creationId xmlns:a16="http://schemas.microsoft.com/office/drawing/2014/main" id="{27003A01-2FAA-4DB0-9886-B74A5ECE1E2E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C2631DEF-808C-4341-863E-FB46414985B3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5198F91C-51B0-4208-AAE4-3F0C70E0128B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2FE28F9A-7412-4C75-A3A0-040537F5AA35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1303FC0C-EC5C-45D4-98C3-31BE1A0AD465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82163CC5-30A1-42D3-9F53-FDE1C6A50B00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FF9F7117-F6CA-46CC-86E1-0C0BE9356F24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20236B04-9FC5-452E-8F7E-074CD4A789FD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F38CC3B9-8415-4B4C-BDB0-E02CA6283136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0129E2AE-C223-4170-A858-4319800978D8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2864D3BE-DA03-4973-A9E4-14A9332280EE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1" name="TextBox 210">
                    <a:extLst>
                      <a:ext uri="{FF2B5EF4-FFF2-40B4-BE49-F238E27FC236}">
                        <a16:creationId xmlns:a16="http://schemas.microsoft.com/office/drawing/2014/main" id="{317BFCCF-30E1-4EC5-98C3-E371D33678F1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CE0F3A2D-AC8B-4851-B14F-02B175962CE8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3" name="TextBox 212">
                    <a:extLst>
                      <a:ext uri="{FF2B5EF4-FFF2-40B4-BE49-F238E27FC236}">
                        <a16:creationId xmlns:a16="http://schemas.microsoft.com/office/drawing/2014/main" id="{A216ADCC-DF03-49FA-A4FE-0F6AA3137F7C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65" name="Text Box 58">
                  <a:extLst>
                    <a:ext uri="{FF2B5EF4-FFF2-40B4-BE49-F238E27FC236}">
                      <a16:creationId xmlns:a16="http://schemas.microsoft.com/office/drawing/2014/main" id="{EDE05AF1-FF7E-4D87-9773-85E0684D63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7" name="Text Box 58">
                  <a:extLst>
                    <a:ext uri="{FF2B5EF4-FFF2-40B4-BE49-F238E27FC236}">
                      <a16:creationId xmlns:a16="http://schemas.microsoft.com/office/drawing/2014/main" id="{EEF84424-EFE7-485B-9398-9ED47EF55C3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8693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69" name="Text Box 58">
                  <a:extLst>
                    <a:ext uri="{FF2B5EF4-FFF2-40B4-BE49-F238E27FC236}">
                      <a16:creationId xmlns:a16="http://schemas.microsoft.com/office/drawing/2014/main" id="{F69588E8-C33B-44BE-BD6F-A3EB2181301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88686" y="4974851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0" name="Text Box 58">
                  <a:extLst>
                    <a:ext uri="{FF2B5EF4-FFF2-40B4-BE49-F238E27FC236}">
                      <a16:creationId xmlns:a16="http://schemas.microsoft.com/office/drawing/2014/main" id="{E63616DB-A358-4324-9B6B-16D365DEDB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94286" y="3701346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30" name="Text Box 58">
                <a:extLst>
                  <a:ext uri="{FF2B5EF4-FFF2-40B4-BE49-F238E27FC236}">
                    <a16:creationId xmlns:a16="http://schemas.microsoft.com/office/drawing/2014/main" id="{4AA8F392-4B09-443F-AF12-A5497D7C3C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0835" y="2356252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1" name="Text Box 58">
                <a:extLst>
                  <a:ext uri="{FF2B5EF4-FFF2-40B4-BE49-F238E27FC236}">
                    <a16:creationId xmlns:a16="http://schemas.microsoft.com/office/drawing/2014/main" id="{8C0C1A0B-EAC6-4A16-9963-644D95B589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04034" y="538299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ACB8CDEF-AE12-4FA1-A33A-A3B79CCC192D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0B43C3B1-7610-4912-8789-3E065CBF349A}"/>
                  </a:ext>
                </a:extLst>
              </p:cNvPr>
              <p:cNvSpPr/>
              <p:nvPr/>
            </p:nvSpPr>
            <p:spPr bwMode="auto">
              <a:xfrm>
                <a:off x="7485208" y="4935911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34" name="Text Box 58">
                <a:extLst>
                  <a:ext uri="{FF2B5EF4-FFF2-40B4-BE49-F238E27FC236}">
                    <a16:creationId xmlns:a16="http://schemas.microsoft.com/office/drawing/2014/main" id="{5D15FC24-7031-4DDD-9308-94E47CAF2B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31047" y="5382994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5" name="Text Box 58">
                <a:extLst>
                  <a:ext uri="{FF2B5EF4-FFF2-40B4-BE49-F238E27FC236}">
                    <a16:creationId xmlns:a16="http://schemas.microsoft.com/office/drawing/2014/main" id="{E030E6B9-F1EA-42EC-B4D6-D4E9205A21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31047" y="3942072"/>
                <a:ext cx="1737025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6" name="타원 135">
                <a:extLst>
                  <a:ext uri="{FF2B5EF4-FFF2-40B4-BE49-F238E27FC236}">
                    <a16:creationId xmlns:a16="http://schemas.microsoft.com/office/drawing/2014/main" id="{A0B6E617-56CA-4BF4-932F-F6D3DC511DCB}"/>
                  </a:ext>
                </a:extLst>
              </p:cNvPr>
              <p:cNvSpPr/>
              <p:nvPr/>
            </p:nvSpPr>
            <p:spPr bwMode="auto">
              <a:xfrm>
                <a:off x="7790808" y="3609856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2" name="Text Box 58">
                <a:extLst>
                  <a:ext uri="{FF2B5EF4-FFF2-40B4-BE49-F238E27FC236}">
                    <a16:creationId xmlns:a16="http://schemas.microsoft.com/office/drawing/2014/main" id="{42474FB9-5F32-471C-8005-5D7D93E6C7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82111" y="1973659"/>
                <a:ext cx="1886668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14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3" name="타원 162">
                <a:extLst>
                  <a:ext uri="{FF2B5EF4-FFF2-40B4-BE49-F238E27FC236}">
                    <a16:creationId xmlns:a16="http://schemas.microsoft.com/office/drawing/2014/main" id="{FD708776-152A-457C-877B-43194BF8E4F0}"/>
                  </a:ext>
                </a:extLst>
              </p:cNvPr>
              <p:cNvSpPr/>
              <p:nvPr/>
            </p:nvSpPr>
            <p:spPr bwMode="auto">
              <a:xfrm>
                <a:off x="8642021" y="2517348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17" name="Text Box 58">
                <a:extLst>
                  <a:ext uri="{FF2B5EF4-FFF2-40B4-BE49-F238E27FC236}">
                    <a16:creationId xmlns:a16="http://schemas.microsoft.com/office/drawing/2014/main" id="{40E22F46-93B3-48E0-82C3-7D253235A5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01095" y="2364201"/>
                <a:ext cx="2594855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8" name="Text Box 58">
                <a:extLst>
                  <a:ext uri="{FF2B5EF4-FFF2-40B4-BE49-F238E27FC236}">
                    <a16:creationId xmlns:a16="http://schemas.microsoft.com/office/drawing/2014/main" id="{B9C5CB01-7B0C-4EDB-97EF-11D09D75A9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8104" y="3337584"/>
                <a:ext cx="2971595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(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강변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1EA19691-5D84-40D8-818C-87D01FC9BB09}"/>
                  </a:ext>
                </a:extLst>
              </p:cNvPr>
              <p:cNvSpPr/>
              <p:nvPr/>
            </p:nvSpPr>
            <p:spPr bwMode="auto">
              <a:xfrm>
                <a:off x="9703332" y="2517598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6" name="타원 165">
                <a:extLst>
                  <a:ext uri="{FF2B5EF4-FFF2-40B4-BE49-F238E27FC236}">
                    <a16:creationId xmlns:a16="http://schemas.microsoft.com/office/drawing/2014/main" id="{41C63C41-5DCA-43C1-8872-728957470895}"/>
                  </a:ext>
                </a:extLst>
              </p:cNvPr>
              <p:cNvSpPr/>
              <p:nvPr/>
            </p:nvSpPr>
            <p:spPr bwMode="auto">
              <a:xfrm>
                <a:off x="7464258" y="2526604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28AC705C-4B90-49D0-970F-7B87D8C1F1EA}"/>
                  </a:ext>
                </a:extLst>
              </p:cNvPr>
              <p:cNvSpPr/>
              <p:nvPr/>
            </p:nvSpPr>
            <p:spPr bwMode="auto">
              <a:xfrm>
                <a:off x="11152259" y="3717551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91F13E-85CE-402E-81C6-B50AABFB6F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15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7735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별: 꼭짓점 16개 230">
            <a:extLst>
              <a:ext uri="{FF2B5EF4-FFF2-40B4-BE49-F238E27FC236}">
                <a16:creationId xmlns:a16="http://schemas.microsoft.com/office/drawing/2014/main" id="{83BB53CC-B3B0-4927-B2C1-67C79EBB34ED}"/>
              </a:ext>
            </a:extLst>
          </p:cNvPr>
          <p:cNvSpPr/>
          <p:nvPr/>
        </p:nvSpPr>
        <p:spPr bwMode="auto">
          <a:xfrm>
            <a:off x="7542341" y="4725541"/>
            <a:ext cx="524058" cy="524058"/>
          </a:xfrm>
          <a:prstGeom prst="star16">
            <a:avLst/>
          </a:prstGeom>
          <a:solidFill>
            <a:srgbClr val="FF5050"/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6" name="별: 꼭짓점 16개 5">
            <a:extLst>
              <a:ext uri="{FF2B5EF4-FFF2-40B4-BE49-F238E27FC236}">
                <a16:creationId xmlns:a16="http://schemas.microsoft.com/office/drawing/2014/main" id="{EA51C013-7E8D-4C5D-80D1-43E76EB71976}"/>
              </a:ext>
            </a:extLst>
          </p:cNvPr>
          <p:cNvSpPr/>
          <p:nvPr/>
        </p:nvSpPr>
        <p:spPr bwMode="auto">
          <a:xfrm>
            <a:off x="1146739" y="3879073"/>
            <a:ext cx="524058" cy="524058"/>
          </a:xfrm>
          <a:prstGeom prst="star16">
            <a:avLst/>
          </a:prstGeom>
          <a:solidFill>
            <a:srgbClr val="FF5050"/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37" name="Line 48">
            <a:extLst>
              <a:ext uri="{FF2B5EF4-FFF2-40B4-BE49-F238E27FC236}">
                <a16:creationId xmlns:a16="http://schemas.microsoft.com/office/drawing/2014/main" id="{B92B24FC-D44F-4757-B4B5-28C15101A214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3229554" y="4160787"/>
            <a:ext cx="644415" cy="900581"/>
          </a:xfrm>
          <a:prstGeom prst="line">
            <a:avLst/>
          </a:prstGeom>
          <a:noFill/>
          <a:ln w="28575">
            <a:solidFill>
              <a:schemeClr val="accent5">
                <a:lumMod val="50000"/>
              </a:schemeClr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841" y="909635"/>
            <a:ext cx="2472959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Case#1, 2 - Early</a:t>
            </a:r>
            <a:endParaRPr lang="ko-KR" altLang="en-US" sz="20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9C73FF3-5824-4D46-8BF3-FA8CD328AF3B}"/>
              </a:ext>
            </a:extLst>
          </p:cNvPr>
          <p:cNvGrpSpPr/>
          <p:nvPr/>
        </p:nvGrpSpPr>
        <p:grpSpPr>
          <a:xfrm>
            <a:off x="461837" y="2012171"/>
            <a:ext cx="1137356" cy="485148"/>
            <a:chOff x="1734620" y="1721485"/>
            <a:chExt cx="895640" cy="358565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6EB0528C-9BF6-4AF0-A46A-386A0ACE5848}"/>
                </a:ext>
              </a:extLst>
            </p:cNvPr>
            <p:cNvSpPr/>
            <p:nvPr/>
          </p:nvSpPr>
          <p:spPr>
            <a:xfrm>
              <a:off x="1748287" y="1721485"/>
              <a:ext cx="881973" cy="358565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240FAF-8F87-41A1-B880-6B3830D95175}"/>
                </a:ext>
              </a:extLst>
            </p:cNvPr>
            <p:cNvSpPr txBox="1"/>
            <p:nvPr/>
          </p:nvSpPr>
          <p:spPr>
            <a:xfrm>
              <a:off x="1734620" y="1729070"/>
              <a:ext cx="864936" cy="299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Case 1</a:t>
              </a:r>
              <a:endParaRPr lang="ko-KR" altLang="en-US" sz="24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3DF5A07D-54F4-47DC-B793-0A683C7C700B}"/>
              </a:ext>
            </a:extLst>
          </p:cNvPr>
          <p:cNvGrpSpPr/>
          <p:nvPr/>
        </p:nvGrpSpPr>
        <p:grpSpPr>
          <a:xfrm>
            <a:off x="406876" y="2609572"/>
            <a:ext cx="5423761" cy="2921161"/>
            <a:chOff x="120590" y="2783956"/>
            <a:chExt cx="5423761" cy="2921161"/>
          </a:xfrm>
        </p:grpSpPr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78C6DFED-C18F-4015-923D-EFCF0849F61F}"/>
                </a:ext>
              </a:extLst>
            </p:cNvPr>
            <p:cNvSpPr/>
            <p:nvPr/>
          </p:nvSpPr>
          <p:spPr bwMode="auto">
            <a:xfrm>
              <a:off x="3133838" y="4862870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6D439717-1D1D-4779-943D-F903E3BEF3D0}"/>
                </a:ext>
              </a:extLst>
            </p:cNvPr>
            <p:cNvSpPr/>
            <p:nvPr/>
          </p:nvSpPr>
          <p:spPr bwMode="auto">
            <a:xfrm>
              <a:off x="3371974" y="4540444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63DCF344-996B-41D2-BB50-75F897ACA0BA}"/>
                </a:ext>
              </a:extLst>
            </p:cNvPr>
            <p:cNvGrpSpPr/>
            <p:nvPr/>
          </p:nvGrpSpPr>
          <p:grpSpPr>
            <a:xfrm>
              <a:off x="558798" y="3428999"/>
              <a:ext cx="4276705" cy="1813560"/>
              <a:chOff x="1849118" y="4003034"/>
              <a:chExt cx="4276705" cy="1239526"/>
            </a:xfrm>
          </p:grpSpPr>
          <p:sp>
            <p:nvSpPr>
              <p:cNvPr id="160" name="Line 48">
                <a:extLst>
                  <a:ext uri="{FF2B5EF4-FFF2-40B4-BE49-F238E27FC236}">
                    <a16:creationId xmlns:a16="http://schemas.microsoft.com/office/drawing/2014/main" id="{8F6FD122-786B-4D67-AA73-65AD68A5B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1849119" y="4003040"/>
                <a:ext cx="568305" cy="61976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1" name="Line 48">
                <a:extLst>
                  <a:ext uri="{FF2B5EF4-FFF2-40B4-BE49-F238E27FC236}">
                    <a16:creationId xmlns:a16="http://schemas.microsoft.com/office/drawing/2014/main" id="{1A06EB60-BAAD-45AF-AD89-A28F25E4AD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2985729" y="4622704"/>
                <a:ext cx="684951" cy="619856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2" name="Line 48">
                <a:extLst>
                  <a:ext uri="{FF2B5EF4-FFF2-40B4-BE49-F238E27FC236}">
                    <a16:creationId xmlns:a16="http://schemas.microsoft.com/office/drawing/2014/main" id="{EEB7FC28-E79C-4D0C-9EA2-6019D5364C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1849118" y="4003037"/>
                <a:ext cx="1229365" cy="1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3" name="Line 48">
                <a:extLst>
                  <a:ext uri="{FF2B5EF4-FFF2-40B4-BE49-F238E27FC236}">
                    <a16:creationId xmlns:a16="http://schemas.microsoft.com/office/drawing/2014/main" id="{E5D3A01B-7C17-4848-8E06-DF0E93B0A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417420" y="4617888"/>
                <a:ext cx="1243405" cy="4909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4" name="Line 48">
                <a:extLst>
                  <a:ext uri="{FF2B5EF4-FFF2-40B4-BE49-F238E27FC236}">
                    <a16:creationId xmlns:a16="http://schemas.microsoft.com/office/drawing/2014/main" id="{6CC10217-985A-4928-A7FD-CCB41302B3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3660827" y="4620883"/>
                <a:ext cx="1215321" cy="1916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5" name="Line 48">
                <a:extLst>
                  <a:ext uri="{FF2B5EF4-FFF2-40B4-BE49-F238E27FC236}">
                    <a16:creationId xmlns:a16="http://schemas.microsoft.com/office/drawing/2014/main" id="{9BE329C5-650F-4955-AD2B-2A75A7E62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3078481" y="4003037"/>
                <a:ext cx="1229365" cy="1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6" name="Line 48">
                <a:extLst>
                  <a:ext uri="{FF2B5EF4-FFF2-40B4-BE49-F238E27FC236}">
                    <a16:creationId xmlns:a16="http://schemas.microsoft.com/office/drawing/2014/main" id="{59BDB61E-1BD8-4E51-955B-751F6585E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4876149" y="4622799"/>
                <a:ext cx="1249362" cy="4816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7" name="Line 48">
                <a:extLst>
                  <a:ext uri="{FF2B5EF4-FFF2-40B4-BE49-F238E27FC236}">
                    <a16:creationId xmlns:a16="http://schemas.microsoft.com/office/drawing/2014/main" id="{8B71664C-D63D-4FFA-80B0-3C14C290A4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2995885" y="5242560"/>
                <a:ext cx="1229364" cy="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8" name="Line 48">
                <a:extLst>
                  <a:ext uri="{FF2B5EF4-FFF2-40B4-BE49-F238E27FC236}">
                    <a16:creationId xmlns:a16="http://schemas.microsoft.com/office/drawing/2014/main" id="{BFDA5583-49AC-4861-A1FB-4727C683F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235403" y="5240549"/>
                <a:ext cx="1249361" cy="201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9" name="Line 48">
                <a:extLst>
                  <a:ext uri="{FF2B5EF4-FFF2-40B4-BE49-F238E27FC236}">
                    <a16:creationId xmlns:a16="http://schemas.microsoft.com/office/drawing/2014/main" id="{2EBF36B4-BAAF-4B1B-922A-86D2F0891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5490831" y="4622799"/>
                <a:ext cx="634992" cy="61976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0" name="Line 48">
                <a:extLst>
                  <a:ext uri="{FF2B5EF4-FFF2-40B4-BE49-F238E27FC236}">
                    <a16:creationId xmlns:a16="http://schemas.microsoft.com/office/drawing/2014/main" id="{5B96AB0A-0153-42A3-ABA4-884383CDDF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4307844" y="4003034"/>
                <a:ext cx="568303" cy="61967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5CF9642-5442-4BBF-AB4B-4F40C9D2886F}"/>
                </a:ext>
              </a:extLst>
            </p:cNvPr>
            <p:cNvSpPr txBox="1"/>
            <p:nvPr/>
          </p:nvSpPr>
          <p:spPr>
            <a:xfrm>
              <a:off x="2079418" y="3961057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latin typeface="+mj-ea"/>
                  <a:ea typeface="+mj-ea"/>
                </a:rPr>
                <a:t>석계</a:t>
              </a:r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C062140-C18C-4063-AE81-5BEA1099539E}"/>
                </a:ext>
              </a:extLst>
            </p:cNvPr>
            <p:cNvSpPr txBox="1"/>
            <p:nvPr/>
          </p:nvSpPr>
          <p:spPr>
            <a:xfrm>
              <a:off x="3200761" y="4332797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태릉입구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591F5123-805E-4E40-A949-B14877237F92}"/>
                </a:ext>
              </a:extLst>
            </p:cNvPr>
            <p:cNvSpPr txBox="1"/>
            <p:nvPr/>
          </p:nvSpPr>
          <p:spPr>
            <a:xfrm>
              <a:off x="3913353" y="533578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망우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D409C9D2-064A-4580-92CE-579F321F7765}"/>
                </a:ext>
              </a:extLst>
            </p:cNvPr>
            <p:cNvSpPr txBox="1"/>
            <p:nvPr/>
          </p:nvSpPr>
          <p:spPr>
            <a:xfrm>
              <a:off x="2642756" y="533578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상봉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1B86C0B-3EB9-4166-9FBA-5C5CD81903DB}"/>
                </a:ext>
              </a:extLst>
            </p:cNvPr>
            <p:cNvSpPr txBox="1"/>
            <p:nvPr/>
          </p:nvSpPr>
          <p:spPr>
            <a:xfrm>
              <a:off x="1298240" y="533578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회기</a:t>
              </a:r>
              <a:endParaRPr lang="en-US" altLang="ko-KR" dirty="0">
                <a:latin typeface="+mj-ea"/>
                <a:ea typeface="+mj-ea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089E59E-74DA-449C-8281-F37C21623741}"/>
                </a:ext>
              </a:extLst>
            </p:cNvPr>
            <p:cNvSpPr txBox="1"/>
            <p:nvPr/>
          </p:nvSpPr>
          <p:spPr>
            <a:xfrm>
              <a:off x="298412" y="4252196"/>
              <a:ext cx="8146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광운대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97BB450-0308-49A0-8992-E2B1CA2E8D20}"/>
                </a:ext>
              </a:extLst>
            </p:cNvPr>
            <p:cNvSpPr txBox="1"/>
            <p:nvPr/>
          </p:nvSpPr>
          <p:spPr>
            <a:xfrm>
              <a:off x="2715194" y="3057876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하계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E0842C0-F8A8-41CE-B31A-606C4DECE941}"/>
                </a:ext>
              </a:extLst>
            </p:cNvPr>
            <p:cNvSpPr txBox="1"/>
            <p:nvPr/>
          </p:nvSpPr>
          <p:spPr>
            <a:xfrm>
              <a:off x="1439455" y="3034081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노원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2C7CC65-88FF-4A5D-BF98-60944B80FA6F}"/>
                </a:ext>
              </a:extLst>
            </p:cNvPr>
            <p:cNvSpPr txBox="1"/>
            <p:nvPr/>
          </p:nvSpPr>
          <p:spPr>
            <a:xfrm>
              <a:off x="161360" y="3034081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창동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B3E5664-673A-4F4D-8E68-FF1A33E2AD3E}"/>
                </a:ext>
              </a:extLst>
            </p:cNvPr>
            <p:cNvSpPr txBox="1"/>
            <p:nvPr/>
          </p:nvSpPr>
          <p:spPr>
            <a:xfrm>
              <a:off x="4881885" y="4130658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신내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5C07BEE-A2F4-4518-BB6D-CBEC3B4D74FF}"/>
                </a:ext>
              </a:extLst>
            </p:cNvPr>
            <p:cNvSpPr txBox="1"/>
            <p:nvPr/>
          </p:nvSpPr>
          <p:spPr>
            <a:xfrm>
              <a:off x="2742558" y="405345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F6DD9FD-973C-433C-AD87-F67480B080D7}"/>
                </a:ext>
              </a:extLst>
            </p:cNvPr>
            <p:cNvSpPr txBox="1"/>
            <p:nvPr/>
          </p:nvSpPr>
          <p:spPr>
            <a:xfrm>
              <a:off x="1501820" y="4036284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492225C-8EAB-466C-8403-120813717187}"/>
                </a:ext>
              </a:extLst>
            </p:cNvPr>
            <p:cNvSpPr txBox="1"/>
            <p:nvPr/>
          </p:nvSpPr>
          <p:spPr>
            <a:xfrm>
              <a:off x="3996223" y="3822924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9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2397FC95-6470-4C79-B565-DF18C96D1170}"/>
                </a:ext>
              </a:extLst>
            </p:cNvPr>
            <p:cNvSpPr txBox="1"/>
            <p:nvPr/>
          </p:nvSpPr>
          <p:spPr>
            <a:xfrm>
              <a:off x="3285772" y="3657104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75E21E4-5AE1-49CA-ACCB-C73DD87E115B}"/>
                </a:ext>
              </a:extLst>
            </p:cNvPr>
            <p:cNvSpPr txBox="1"/>
            <p:nvPr/>
          </p:nvSpPr>
          <p:spPr>
            <a:xfrm>
              <a:off x="2230661" y="3095636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3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5BF642F-0C31-435E-94FA-028C3E51531F}"/>
                </a:ext>
              </a:extLst>
            </p:cNvPr>
            <p:cNvSpPr txBox="1"/>
            <p:nvPr/>
          </p:nvSpPr>
          <p:spPr>
            <a:xfrm>
              <a:off x="857286" y="371463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7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81B5245-1F87-4E15-BF10-595D6E9BB128}"/>
                </a:ext>
              </a:extLst>
            </p:cNvPr>
            <p:cNvSpPr txBox="1"/>
            <p:nvPr/>
          </p:nvSpPr>
          <p:spPr>
            <a:xfrm>
              <a:off x="924843" y="3115956"/>
              <a:ext cx="457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086EE08-1771-4FEF-BB6B-FBEF5A272D6B}"/>
                </a:ext>
              </a:extLst>
            </p:cNvPr>
            <p:cNvSpPr txBox="1"/>
            <p:nvPr/>
          </p:nvSpPr>
          <p:spPr>
            <a:xfrm>
              <a:off x="4453399" y="4775245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6AF0190-DC3B-487C-B041-0FAB0B17528E}"/>
                </a:ext>
              </a:extLst>
            </p:cNvPr>
            <p:cNvSpPr txBox="1"/>
            <p:nvPr/>
          </p:nvSpPr>
          <p:spPr>
            <a:xfrm>
              <a:off x="2112470" y="526140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EA498A4-392F-45C3-9667-D1126023229C}"/>
                </a:ext>
              </a:extLst>
            </p:cNvPr>
            <p:cNvSpPr txBox="1"/>
            <p:nvPr/>
          </p:nvSpPr>
          <p:spPr>
            <a:xfrm>
              <a:off x="3362154" y="5242422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B58E8488-DA3C-44E3-A010-455D091D1A53}"/>
                </a:ext>
              </a:extLst>
            </p:cNvPr>
            <p:cNvSpPr txBox="1"/>
            <p:nvPr/>
          </p:nvSpPr>
          <p:spPr>
            <a:xfrm>
              <a:off x="1614917" y="455392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0F769A8-B632-4585-98D0-34C144B064FC}"/>
                </a:ext>
              </a:extLst>
            </p:cNvPr>
            <p:cNvSpPr txBox="1"/>
            <p:nvPr/>
          </p:nvSpPr>
          <p:spPr>
            <a:xfrm>
              <a:off x="120590" y="2783956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800080"/>
                  </a:highlight>
                  <a:latin typeface="+mj-ea"/>
                  <a:ea typeface="+mj-ea"/>
                </a:rPr>
                <a:t>출발역</a:t>
              </a:r>
              <a:endParaRPr lang="ko-KR" altLang="en-US" sz="1500" dirty="0">
                <a:solidFill>
                  <a:schemeClr val="bg1"/>
                </a:solidFill>
                <a:highlight>
                  <a:srgbClr val="800080"/>
                </a:highlight>
                <a:latin typeface="+mj-ea"/>
                <a:ea typeface="+mj-ea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F7806F8-786F-4E3C-B2F3-F8F4D9B8AE10}"/>
                </a:ext>
              </a:extLst>
            </p:cNvPr>
            <p:cNvSpPr txBox="1"/>
            <p:nvPr/>
          </p:nvSpPr>
          <p:spPr>
            <a:xfrm>
              <a:off x="4835503" y="3921876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000080"/>
                  </a:highlight>
                  <a:latin typeface="+mj-ea"/>
                  <a:ea typeface="+mj-ea"/>
                </a:rPr>
                <a:t>도착역</a:t>
              </a:r>
              <a:endParaRPr lang="ko-KR" altLang="en-US" sz="1500" dirty="0">
                <a:solidFill>
                  <a:schemeClr val="bg1"/>
                </a:solidFill>
                <a:highlight>
                  <a:srgbClr val="000080"/>
                </a:highlight>
                <a:latin typeface="+mj-ea"/>
                <a:ea typeface="+mj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0D9FBA21-FD4D-47D3-8B82-C4EB19AA5BE9}"/>
                </a:ext>
              </a:extLst>
            </p:cNvPr>
            <p:cNvSpPr txBox="1"/>
            <p:nvPr/>
          </p:nvSpPr>
          <p:spPr>
            <a:xfrm>
              <a:off x="4214444" y="4099603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봉화산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9A8BCD03-584A-4FDC-A7C8-13B4B3000DA9}"/>
                </a:ext>
              </a:extLst>
            </p:cNvPr>
            <p:cNvSpPr/>
            <p:nvPr/>
          </p:nvSpPr>
          <p:spPr bwMode="auto">
            <a:xfrm>
              <a:off x="2428523" y="339685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A097D395-2D11-43C9-966B-21BDDBD91FAB}"/>
                </a:ext>
              </a:extLst>
            </p:cNvPr>
            <p:cNvSpPr/>
            <p:nvPr/>
          </p:nvSpPr>
          <p:spPr bwMode="auto">
            <a:xfrm>
              <a:off x="3261643" y="382357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F7FCCC23-4AB7-4874-A993-B64E0BA71E6D}"/>
                </a:ext>
              </a:extLst>
            </p:cNvPr>
            <p:cNvSpPr/>
            <p:nvPr/>
          </p:nvSpPr>
          <p:spPr bwMode="auto">
            <a:xfrm>
              <a:off x="731803" y="372197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5554C98B-A4D9-48AD-8A04-D4D67C850081}"/>
                </a:ext>
              </a:extLst>
            </p:cNvPr>
            <p:cNvSpPr/>
            <p:nvPr/>
          </p:nvSpPr>
          <p:spPr bwMode="auto">
            <a:xfrm>
              <a:off x="924843" y="403693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865FE614-B220-4984-900A-22913FD5DF04}"/>
                </a:ext>
              </a:extLst>
            </p:cNvPr>
            <p:cNvSpPr/>
            <p:nvPr/>
          </p:nvSpPr>
          <p:spPr bwMode="auto">
            <a:xfrm>
              <a:off x="3983003" y="430109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2463CF0E-6E26-48E2-A32F-33EABCC77184}"/>
                </a:ext>
              </a:extLst>
            </p:cNvPr>
            <p:cNvSpPr/>
            <p:nvPr/>
          </p:nvSpPr>
          <p:spPr bwMode="auto">
            <a:xfrm>
              <a:off x="4430043" y="4302288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39A1D716-D0E4-4BAD-A791-82C9082805D9}"/>
                </a:ext>
              </a:extLst>
            </p:cNvPr>
            <p:cNvSpPr/>
            <p:nvPr/>
          </p:nvSpPr>
          <p:spPr bwMode="auto">
            <a:xfrm>
              <a:off x="2133926" y="4563923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96DEFDFE-3255-40B4-A956-AFCEE1BDFE6F}"/>
                </a:ext>
              </a:extLst>
            </p:cNvPr>
            <p:cNvSpPr/>
            <p:nvPr/>
          </p:nvSpPr>
          <p:spPr bwMode="auto">
            <a:xfrm>
              <a:off x="1900246" y="4889043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A7D2BE84-4F47-45A7-B71B-FFBCB455FA3F}"/>
                </a:ext>
              </a:extLst>
            </p:cNvPr>
            <p:cNvSpPr/>
            <p:nvPr/>
          </p:nvSpPr>
          <p:spPr bwMode="auto">
            <a:xfrm>
              <a:off x="2245686" y="5204003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3C18A4B-7CE7-4E89-8CE3-992E8FB88A0F}"/>
                </a:ext>
              </a:extLst>
            </p:cNvPr>
            <p:cNvSpPr txBox="1"/>
            <p:nvPr/>
          </p:nvSpPr>
          <p:spPr>
            <a:xfrm>
              <a:off x="3719413" y="4099603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화랑대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A2BEC0FE-AB06-47B7-A0DF-C816E8098813}"/>
                </a:ext>
              </a:extLst>
            </p:cNvPr>
            <p:cNvSpPr txBox="1"/>
            <p:nvPr/>
          </p:nvSpPr>
          <p:spPr>
            <a:xfrm>
              <a:off x="2081384" y="5000203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중랑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E21DE5C-0159-4941-AA69-D3CEADA5ADCD}"/>
                </a:ext>
              </a:extLst>
            </p:cNvPr>
            <p:cNvSpPr txBox="1"/>
            <p:nvPr/>
          </p:nvSpPr>
          <p:spPr>
            <a:xfrm>
              <a:off x="1907133" y="4823320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외대앞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9FB1C31-43F1-4628-9557-63F4FD89D500}"/>
                </a:ext>
              </a:extLst>
            </p:cNvPr>
            <p:cNvSpPr txBox="1"/>
            <p:nvPr/>
          </p:nvSpPr>
          <p:spPr>
            <a:xfrm>
              <a:off x="2144899" y="4507165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신이문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379FE39-1DFF-4736-854D-4EA7EE2406BC}"/>
                </a:ext>
              </a:extLst>
            </p:cNvPr>
            <p:cNvSpPr txBox="1"/>
            <p:nvPr/>
          </p:nvSpPr>
          <p:spPr>
            <a:xfrm>
              <a:off x="2899503" y="3760183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공릉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E962821-C1C7-4773-A557-86CBDF5C0791}"/>
                </a:ext>
              </a:extLst>
            </p:cNvPr>
            <p:cNvSpPr txBox="1"/>
            <p:nvPr/>
          </p:nvSpPr>
          <p:spPr>
            <a:xfrm>
              <a:off x="573381" y="3973715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월계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2D98601-DE2F-4DD9-8506-26A187FB08C3}"/>
                </a:ext>
              </a:extLst>
            </p:cNvPr>
            <p:cNvSpPr txBox="1"/>
            <p:nvPr/>
          </p:nvSpPr>
          <p:spPr>
            <a:xfrm>
              <a:off x="377879" y="3658792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녹천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C181B67-0294-4703-9E90-BF5A5B8741B0}"/>
                </a:ext>
              </a:extLst>
            </p:cNvPr>
            <p:cNvSpPr txBox="1"/>
            <p:nvPr/>
          </p:nvSpPr>
          <p:spPr>
            <a:xfrm>
              <a:off x="2261592" y="3471400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중계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BB4161D4-4D47-48CF-B43C-CD5325C8E44E}"/>
                </a:ext>
              </a:extLst>
            </p:cNvPr>
            <p:cNvSpPr txBox="1"/>
            <p:nvPr/>
          </p:nvSpPr>
          <p:spPr>
            <a:xfrm>
              <a:off x="2888056" y="4524173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6C5F6A96-442F-421A-A5B4-2D6323167C03}"/>
              </a:ext>
            </a:extLst>
          </p:cNvPr>
          <p:cNvGrpSpPr/>
          <p:nvPr/>
        </p:nvGrpSpPr>
        <p:grpSpPr>
          <a:xfrm>
            <a:off x="6252234" y="2901131"/>
            <a:ext cx="5788079" cy="2534628"/>
            <a:chOff x="5606397" y="3601802"/>
            <a:chExt cx="5788079" cy="2534628"/>
          </a:xfrm>
        </p:grpSpPr>
        <p:sp>
          <p:nvSpPr>
            <p:cNvPr id="172" name="Line 48">
              <a:extLst>
                <a:ext uri="{FF2B5EF4-FFF2-40B4-BE49-F238E27FC236}">
                  <a16:creationId xmlns:a16="http://schemas.microsoft.com/office/drawing/2014/main" id="{BD1D5C06-F829-440A-82E6-C08855B7AD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7156733" y="3993894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3" name="Line 48">
              <a:extLst>
                <a:ext uri="{FF2B5EF4-FFF2-40B4-BE49-F238E27FC236}">
                  <a16:creationId xmlns:a16="http://schemas.microsoft.com/office/drawing/2014/main" id="{B831A878-3B47-4A48-9223-4FD46A544B8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7162799" y="5729207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" name="Line 48">
              <a:extLst>
                <a:ext uri="{FF2B5EF4-FFF2-40B4-BE49-F238E27FC236}">
                  <a16:creationId xmlns:a16="http://schemas.microsoft.com/office/drawing/2014/main" id="{E2DB59D0-47C6-4DCD-8434-2A4E3738DC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8241070" y="5729205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5" name="Line 48">
              <a:extLst>
                <a:ext uri="{FF2B5EF4-FFF2-40B4-BE49-F238E27FC236}">
                  <a16:creationId xmlns:a16="http://schemas.microsoft.com/office/drawing/2014/main" id="{AAC281D7-3202-45C8-B21D-F07403F614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8235004" y="3993892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6" name="Line 48">
              <a:extLst>
                <a:ext uri="{FF2B5EF4-FFF2-40B4-BE49-F238E27FC236}">
                  <a16:creationId xmlns:a16="http://schemas.microsoft.com/office/drawing/2014/main" id="{E925F8B5-816F-4009-AD07-C2642917D7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6334426" y="3993915"/>
              <a:ext cx="822307" cy="867635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7" name="Line 48">
              <a:extLst>
                <a:ext uri="{FF2B5EF4-FFF2-40B4-BE49-F238E27FC236}">
                  <a16:creationId xmlns:a16="http://schemas.microsoft.com/office/drawing/2014/main" id="{1E7929EB-A3D1-4BE2-895E-126C34C0B8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6334426" y="4861552"/>
              <a:ext cx="822308" cy="867633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8" name="Line 48">
              <a:extLst>
                <a:ext uri="{FF2B5EF4-FFF2-40B4-BE49-F238E27FC236}">
                  <a16:creationId xmlns:a16="http://schemas.microsoft.com/office/drawing/2014/main" id="{8E4C6D1C-47FE-4768-A5B6-4103058C9E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9325406" y="4861525"/>
              <a:ext cx="822307" cy="867635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9" name="Line 48">
              <a:extLst>
                <a:ext uri="{FF2B5EF4-FFF2-40B4-BE49-F238E27FC236}">
                  <a16:creationId xmlns:a16="http://schemas.microsoft.com/office/drawing/2014/main" id="{0BCBBFE6-3E11-499D-BED2-9A6907F7A3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9313275" y="3993891"/>
              <a:ext cx="822308" cy="867633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0" name="Line 48">
              <a:extLst>
                <a:ext uri="{FF2B5EF4-FFF2-40B4-BE49-F238E27FC236}">
                  <a16:creationId xmlns:a16="http://schemas.microsoft.com/office/drawing/2014/main" id="{1F29207F-37EA-488A-9A08-3902CFAFD5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156733" y="4876803"/>
              <a:ext cx="527658" cy="852358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1" name="Line 48">
              <a:extLst>
                <a:ext uri="{FF2B5EF4-FFF2-40B4-BE49-F238E27FC236}">
                  <a16:creationId xmlns:a16="http://schemas.microsoft.com/office/drawing/2014/main" id="{B71BEB18-71A7-4DCF-B68A-76D9DE9110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684391" y="3993684"/>
              <a:ext cx="551018" cy="883068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2" name="Line 48">
              <a:extLst>
                <a:ext uri="{FF2B5EF4-FFF2-40B4-BE49-F238E27FC236}">
                  <a16:creationId xmlns:a16="http://schemas.microsoft.com/office/drawing/2014/main" id="{A2522DE4-C60C-4249-9C21-4309838C0C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8228152" y="3993634"/>
              <a:ext cx="1907431" cy="867824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374DC4F6-E5E6-4DAD-A549-D7CDF3963071}"/>
                </a:ext>
              </a:extLst>
            </p:cNvPr>
            <p:cNvSpPr txBox="1"/>
            <p:nvPr/>
          </p:nvSpPr>
          <p:spPr>
            <a:xfrm>
              <a:off x="5658495" y="4676793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군자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2CA1E6D5-E7A2-483C-BF99-22AA9EB2C02B}"/>
                </a:ext>
              </a:extLst>
            </p:cNvPr>
            <p:cNvSpPr txBox="1"/>
            <p:nvPr/>
          </p:nvSpPr>
          <p:spPr>
            <a:xfrm>
              <a:off x="6815909" y="3604100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천호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6D8822D7-0EFA-41CE-9A6D-173A69E21537}"/>
                </a:ext>
              </a:extLst>
            </p:cNvPr>
            <p:cNvSpPr txBox="1"/>
            <p:nvPr/>
          </p:nvSpPr>
          <p:spPr>
            <a:xfrm>
              <a:off x="9023079" y="5767098"/>
              <a:ext cx="8146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선정릉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AE249AF6-1E4B-4CA2-8F8C-1E6D097442C3}"/>
                </a:ext>
              </a:extLst>
            </p:cNvPr>
            <p:cNvSpPr txBox="1"/>
            <p:nvPr/>
          </p:nvSpPr>
          <p:spPr>
            <a:xfrm>
              <a:off x="7750812" y="5767098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강남구청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DA3AFCF7-F86F-4508-AB84-7EEB1CC07FA3}"/>
                </a:ext>
              </a:extLst>
            </p:cNvPr>
            <p:cNvSpPr txBox="1"/>
            <p:nvPr/>
          </p:nvSpPr>
          <p:spPr>
            <a:xfrm>
              <a:off x="10159843" y="4676793"/>
              <a:ext cx="1234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종합운동장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45EDB7F0-A5BA-40A8-A7D6-E59CAF5B2782}"/>
                </a:ext>
              </a:extLst>
            </p:cNvPr>
            <p:cNvSpPr txBox="1"/>
            <p:nvPr/>
          </p:nvSpPr>
          <p:spPr>
            <a:xfrm>
              <a:off x="9023079" y="3601802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석촌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99A722F5-5CB2-4FDB-A34D-2B5290F829F3}"/>
                </a:ext>
              </a:extLst>
            </p:cNvPr>
            <p:cNvSpPr txBox="1"/>
            <p:nvPr/>
          </p:nvSpPr>
          <p:spPr>
            <a:xfrm>
              <a:off x="7959697" y="3601802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>
                  <a:latin typeface="+mj-ea"/>
                  <a:ea typeface="+mj-ea"/>
                </a:rPr>
                <a:t>잠실</a:t>
              </a:r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1BE3B693-9337-47CA-97CB-FAF391085E25}"/>
                </a:ext>
              </a:extLst>
            </p:cNvPr>
            <p:cNvSpPr txBox="1"/>
            <p:nvPr/>
          </p:nvSpPr>
          <p:spPr>
            <a:xfrm>
              <a:off x="7142015" y="4530086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강변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8742CB98-FCA5-4BF9-B936-4E9D4DD1FBA3}"/>
                </a:ext>
              </a:extLst>
            </p:cNvPr>
            <p:cNvSpPr txBox="1"/>
            <p:nvPr/>
          </p:nvSpPr>
          <p:spPr>
            <a:xfrm>
              <a:off x="6602359" y="5767098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건대입구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11F2DE72-E6EE-4567-8C09-735A6E032745}"/>
                </a:ext>
              </a:extLst>
            </p:cNvPr>
            <p:cNvSpPr txBox="1"/>
            <p:nvPr/>
          </p:nvSpPr>
          <p:spPr>
            <a:xfrm>
              <a:off x="5606397" y="4427629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800080"/>
                  </a:highlight>
                  <a:latin typeface="+mj-ea"/>
                  <a:ea typeface="+mj-ea"/>
                </a:rPr>
                <a:t>출발역</a:t>
              </a:r>
              <a:endParaRPr lang="ko-KR" altLang="en-US" sz="1500" dirty="0">
                <a:solidFill>
                  <a:schemeClr val="bg1"/>
                </a:solidFill>
                <a:highlight>
                  <a:srgbClr val="800080"/>
                </a:highlight>
                <a:latin typeface="+mj-ea"/>
                <a:ea typeface="+mj-ea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9F6F9C63-B6FB-44DE-BBCC-0A2E67C44A42}"/>
                </a:ext>
              </a:extLst>
            </p:cNvPr>
            <p:cNvSpPr txBox="1"/>
            <p:nvPr/>
          </p:nvSpPr>
          <p:spPr>
            <a:xfrm>
              <a:off x="10422735" y="4427628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000080"/>
                  </a:highlight>
                  <a:latin typeface="+mj-ea"/>
                  <a:ea typeface="+mj-ea"/>
                </a:rPr>
                <a:t>도착역</a:t>
              </a:r>
              <a:endParaRPr lang="ko-KR" altLang="en-US" sz="1500" dirty="0">
                <a:solidFill>
                  <a:schemeClr val="bg1"/>
                </a:solidFill>
                <a:highlight>
                  <a:srgbClr val="000080"/>
                </a:highlight>
                <a:latin typeface="+mj-ea"/>
                <a:ea typeface="+mj-ea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65010A2-208A-45B3-B065-95EFF5F929DD}"/>
                </a:ext>
              </a:extLst>
            </p:cNvPr>
            <p:cNvSpPr txBox="1"/>
            <p:nvPr/>
          </p:nvSpPr>
          <p:spPr>
            <a:xfrm>
              <a:off x="6352321" y="4134038"/>
              <a:ext cx="4635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7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6B9F534B-B1EA-4A0E-B5AD-9EAF4198D2FF}"/>
                </a:ext>
              </a:extLst>
            </p:cNvPr>
            <p:cNvSpPr txBox="1"/>
            <p:nvPr/>
          </p:nvSpPr>
          <p:spPr>
            <a:xfrm>
              <a:off x="8763097" y="440285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40FC06F8-E4C9-433C-9958-92861E40EF12}"/>
                </a:ext>
              </a:extLst>
            </p:cNvPr>
            <p:cNvSpPr txBox="1"/>
            <p:nvPr/>
          </p:nvSpPr>
          <p:spPr>
            <a:xfrm>
              <a:off x="7491594" y="427365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5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6F1AA7AA-6F69-441A-A947-38DA0E86EC65}"/>
                </a:ext>
              </a:extLst>
            </p:cNvPr>
            <p:cNvSpPr txBox="1"/>
            <p:nvPr/>
          </p:nvSpPr>
          <p:spPr>
            <a:xfrm>
              <a:off x="7017497" y="503132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3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838C306-E32A-4AD9-ABF7-6BE70A2D6BE5}"/>
                </a:ext>
              </a:extLst>
            </p:cNvPr>
            <p:cNvSpPr txBox="1"/>
            <p:nvPr/>
          </p:nvSpPr>
          <p:spPr>
            <a:xfrm>
              <a:off x="9678406" y="414673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6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DA3644DE-09FA-43C8-A3C4-C0AB9352905E}"/>
                </a:ext>
              </a:extLst>
            </p:cNvPr>
            <p:cNvSpPr txBox="1"/>
            <p:nvPr/>
          </p:nvSpPr>
          <p:spPr>
            <a:xfrm>
              <a:off x="8545551" y="3703785"/>
              <a:ext cx="457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C77F23AD-4653-46E4-A394-C9CA0612C5B5}"/>
                </a:ext>
              </a:extLst>
            </p:cNvPr>
            <p:cNvSpPr txBox="1"/>
            <p:nvPr/>
          </p:nvSpPr>
          <p:spPr>
            <a:xfrm>
              <a:off x="7435688" y="3689430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9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509089DF-C8D4-483F-B6AF-7940A5D79E3C}"/>
                </a:ext>
              </a:extLst>
            </p:cNvPr>
            <p:cNvSpPr txBox="1"/>
            <p:nvPr/>
          </p:nvSpPr>
          <p:spPr>
            <a:xfrm>
              <a:off x="6288403" y="522064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6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3E9DCBAE-EB0C-48FB-ABD4-DFBEBF3FD059}"/>
                </a:ext>
              </a:extLst>
            </p:cNvPr>
            <p:cNvSpPr txBox="1"/>
            <p:nvPr/>
          </p:nvSpPr>
          <p:spPr>
            <a:xfrm>
              <a:off x="9696602" y="5264159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13C0BF51-6356-4971-9EF1-0095874BEFED}"/>
                </a:ext>
              </a:extLst>
            </p:cNvPr>
            <p:cNvSpPr txBox="1"/>
            <p:nvPr/>
          </p:nvSpPr>
          <p:spPr>
            <a:xfrm>
              <a:off x="8615220" y="539866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5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C01245B7-F996-46B8-8AEB-EF43664B0FB2}"/>
                </a:ext>
              </a:extLst>
            </p:cNvPr>
            <p:cNvSpPr txBox="1"/>
            <p:nvPr/>
          </p:nvSpPr>
          <p:spPr>
            <a:xfrm>
              <a:off x="7531284" y="5321283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7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8E2B30C8-E8E0-4030-8B04-0644CCE77821}"/>
                </a:ext>
              </a:extLst>
            </p:cNvPr>
            <p:cNvSpPr/>
            <p:nvPr/>
          </p:nvSpPr>
          <p:spPr bwMode="auto">
            <a:xfrm>
              <a:off x="6580215" y="4514325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1F6BA5D2-4C20-4411-AFF3-B567F600D376}"/>
                </a:ext>
              </a:extLst>
            </p:cNvPr>
            <p:cNvSpPr/>
            <p:nvPr/>
          </p:nvSpPr>
          <p:spPr bwMode="auto">
            <a:xfrm>
              <a:off x="6876735" y="4209527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DE915A22-C947-48B7-ADED-CEFD239F8B05}"/>
                </a:ext>
              </a:extLst>
            </p:cNvPr>
            <p:cNvSpPr/>
            <p:nvPr/>
          </p:nvSpPr>
          <p:spPr bwMode="auto">
            <a:xfrm>
              <a:off x="7466469" y="3944489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4479BE74-33BE-46B7-B543-78C54AC628CC}"/>
                </a:ext>
              </a:extLst>
            </p:cNvPr>
            <p:cNvSpPr/>
            <p:nvPr/>
          </p:nvSpPr>
          <p:spPr bwMode="auto">
            <a:xfrm>
              <a:off x="7822625" y="3952769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DC9CD047-B1AC-4922-A9E9-1E2B74A2ED52}"/>
                </a:ext>
              </a:extLst>
            </p:cNvPr>
            <p:cNvSpPr/>
            <p:nvPr/>
          </p:nvSpPr>
          <p:spPr bwMode="auto">
            <a:xfrm>
              <a:off x="9510632" y="4194626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0" name="타원 209">
              <a:extLst>
                <a:ext uri="{FF2B5EF4-FFF2-40B4-BE49-F238E27FC236}">
                  <a16:creationId xmlns:a16="http://schemas.microsoft.com/office/drawing/2014/main" id="{84826A17-EC8E-4699-898F-0B3D43C08B25}"/>
                </a:ext>
              </a:extLst>
            </p:cNvPr>
            <p:cNvSpPr/>
            <p:nvPr/>
          </p:nvSpPr>
          <p:spPr bwMode="auto">
            <a:xfrm>
              <a:off x="9772365" y="446629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1" name="타원 210">
              <a:extLst>
                <a:ext uri="{FF2B5EF4-FFF2-40B4-BE49-F238E27FC236}">
                  <a16:creationId xmlns:a16="http://schemas.microsoft.com/office/drawing/2014/main" id="{B4F093A9-D0EE-41BB-BB8A-E82AAB1FC6C1}"/>
                </a:ext>
              </a:extLst>
            </p:cNvPr>
            <p:cNvSpPr/>
            <p:nvPr/>
          </p:nvSpPr>
          <p:spPr bwMode="auto">
            <a:xfrm>
              <a:off x="9099816" y="4365249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2" name="타원 211">
              <a:extLst>
                <a:ext uri="{FF2B5EF4-FFF2-40B4-BE49-F238E27FC236}">
                  <a16:creationId xmlns:a16="http://schemas.microsoft.com/office/drawing/2014/main" id="{36C96F42-9ADA-42ED-B671-D3E0B0747F38}"/>
                </a:ext>
              </a:extLst>
            </p:cNvPr>
            <p:cNvSpPr/>
            <p:nvPr/>
          </p:nvSpPr>
          <p:spPr bwMode="auto">
            <a:xfrm>
              <a:off x="9888315" y="5059340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2869BF25-E10F-40DD-93B9-4D5AB65683AC}"/>
                </a:ext>
              </a:extLst>
            </p:cNvPr>
            <p:cNvSpPr/>
            <p:nvPr/>
          </p:nvSpPr>
          <p:spPr bwMode="auto">
            <a:xfrm>
              <a:off x="9603391" y="535585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4" name="타원 213">
              <a:extLst>
                <a:ext uri="{FF2B5EF4-FFF2-40B4-BE49-F238E27FC236}">
                  <a16:creationId xmlns:a16="http://schemas.microsoft.com/office/drawing/2014/main" id="{E11AAF85-D052-4078-BC00-6928BBBA9C06}"/>
                </a:ext>
              </a:extLst>
            </p:cNvPr>
            <p:cNvSpPr/>
            <p:nvPr/>
          </p:nvSpPr>
          <p:spPr bwMode="auto">
            <a:xfrm>
              <a:off x="7835865" y="5690481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9A94EAEB-DFF4-43E5-808C-8F0DE63ED697}"/>
                </a:ext>
              </a:extLst>
            </p:cNvPr>
            <p:cNvSpPr/>
            <p:nvPr/>
          </p:nvSpPr>
          <p:spPr bwMode="auto">
            <a:xfrm>
              <a:off x="7491304" y="568881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731CE1DB-3D7C-4CA1-B8AA-84AA0DAC2132}"/>
                </a:ext>
              </a:extLst>
            </p:cNvPr>
            <p:cNvSpPr/>
            <p:nvPr/>
          </p:nvSpPr>
          <p:spPr bwMode="auto">
            <a:xfrm>
              <a:off x="6676298" y="5226654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1AB640A4-5E49-41D5-BE33-6F5C891A2290}"/>
                </a:ext>
              </a:extLst>
            </p:cNvPr>
            <p:cNvSpPr/>
            <p:nvPr/>
          </p:nvSpPr>
          <p:spPr bwMode="auto">
            <a:xfrm>
              <a:off x="7918685" y="4381822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8" name="타원 217">
              <a:extLst>
                <a:ext uri="{FF2B5EF4-FFF2-40B4-BE49-F238E27FC236}">
                  <a16:creationId xmlns:a16="http://schemas.microsoft.com/office/drawing/2014/main" id="{9C573F54-0B22-4B49-9F98-8BE44C85EDC6}"/>
                </a:ext>
              </a:extLst>
            </p:cNvPr>
            <p:cNvSpPr/>
            <p:nvPr/>
          </p:nvSpPr>
          <p:spPr bwMode="auto">
            <a:xfrm>
              <a:off x="7381968" y="524156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A9F976A-C3B1-4F10-A480-F35D0ADF37EC}"/>
                </a:ext>
              </a:extLst>
            </p:cNvPr>
            <p:cNvSpPr txBox="1"/>
            <p:nvPr/>
          </p:nvSpPr>
          <p:spPr>
            <a:xfrm>
              <a:off x="7678963" y="3999702"/>
              <a:ext cx="370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몽촌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토성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A36995DE-50C0-4824-B133-240208C4A35A}"/>
                </a:ext>
              </a:extLst>
            </p:cNvPr>
            <p:cNvSpPr txBox="1"/>
            <p:nvPr/>
          </p:nvSpPr>
          <p:spPr>
            <a:xfrm>
              <a:off x="7316371" y="4000208"/>
              <a:ext cx="370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강동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구청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90D4ECE6-2E45-4251-8F39-35D03DE250DF}"/>
                </a:ext>
              </a:extLst>
            </p:cNvPr>
            <p:cNvSpPr txBox="1"/>
            <p:nvPr/>
          </p:nvSpPr>
          <p:spPr>
            <a:xfrm>
              <a:off x="6880514" y="4182782"/>
              <a:ext cx="4635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광나루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38C829D1-27C5-4DF8-A23C-E56197F26EB6}"/>
                </a:ext>
              </a:extLst>
            </p:cNvPr>
            <p:cNvSpPr txBox="1"/>
            <p:nvPr/>
          </p:nvSpPr>
          <p:spPr>
            <a:xfrm>
              <a:off x="6558751" y="4514472"/>
              <a:ext cx="4635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아차산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10DC3F31-26F4-4CD4-BDF0-43E0930EE58A}"/>
                </a:ext>
              </a:extLst>
            </p:cNvPr>
            <p:cNvSpPr txBox="1"/>
            <p:nvPr/>
          </p:nvSpPr>
          <p:spPr>
            <a:xfrm>
              <a:off x="6628594" y="4954437"/>
              <a:ext cx="463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어린이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대공원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B85F5739-231F-4235-B6CC-38629BCE2580}"/>
                </a:ext>
              </a:extLst>
            </p:cNvPr>
            <p:cNvSpPr txBox="1"/>
            <p:nvPr/>
          </p:nvSpPr>
          <p:spPr>
            <a:xfrm>
              <a:off x="9095727" y="4132630"/>
              <a:ext cx="370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잠실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새내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C1F31224-4318-477A-BFC8-BF356A253EF1}"/>
                </a:ext>
              </a:extLst>
            </p:cNvPr>
            <p:cNvSpPr txBox="1"/>
            <p:nvPr/>
          </p:nvSpPr>
          <p:spPr>
            <a:xfrm>
              <a:off x="9140039" y="5233588"/>
              <a:ext cx="55656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삼성중앙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1B9CF7AF-43AC-4AF6-8DF6-BAFC49B4D1B9}"/>
                </a:ext>
              </a:extLst>
            </p:cNvPr>
            <p:cNvSpPr txBox="1"/>
            <p:nvPr/>
          </p:nvSpPr>
          <p:spPr>
            <a:xfrm>
              <a:off x="7312068" y="5396310"/>
              <a:ext cx="463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뚝섬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유원지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E5BF0F24-76BF-4522-9F9C-45C0A0D90FE4}"/>
                </a:ext>
              </a:extLst>
            </p:cNvPr>
            <p:cNvSpPr txBox="1"/>
            <p:nvPr/>
          </p:nvSpPr>
          <p:spPr>
            <a:xfrm>
              <a:off x="9521095" y="4926994"/>
              <a:ext cx="4635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봉은사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9444387C-4F8A-43FE-AF06-91780AF156AB}"/>
                </a:ext>
              </a:extLst>
            </p:cNvPr>
            <p:cNvSpPr txBox="1"/>
            <p:nvPr/>
          </p:nvSpPr>
          <p:spPr>
            <a:xfrm>
              <a:off x="9787115" y="4384683"/>
              <a:ext cx="3706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삼전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89DF299C-361A-4216-8019-509D8D4F1F13}"/>
                </a:ext>
              </a:extLst>
            </p:cNvPr>
            <p:cNvSpPr txBox="1"/>
            <p:nvPr/>
          </p:nvSpPr>
          <p:spPr>
            <a:xfrm>
              <a:off x="9441376" y="4034175"/>
              <a:ext cx="55656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석촌고분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433CA029-BC0F-495D-856B-81B336CE6735}"/>
                </a:ext>
              </a:extLst>
            </p:cNvPr>
            <p:cNvSpPr txBox="1"/>
            <p:nvPr/>
          </p:nvSpPr>
          <p:spPr>
            <a:xfrm>
              <a:off x="7689009" y="5513717"/>
              <a:ext cx="3706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청담</a:t>
              </a:r>
            </a:p>
          </p:txBody>
        </p: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A1E78B87-7002-43F1-A448-DB50808CD05A}"/>
              </a:ext>
            </a:extLst>
          </p:cNvPr>
          <p:cNvGrpSpPr/>
          <p:nvPr/>
        </p:nvGrpSpPr>
        <p:grpSpPr>
          <a:xfrm>
            <a:off x="6303837" y="2012171"/>
            <a:ext cx="1164229" cy="485148"/>
            <a:chOff x="1734620" y="1721485"/>
            <a:chExt cx="916802" cy="358565"/>
          </a:xfrm>
        </p:grpSpPr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6B6EA1F3-601E-47D8-9547-0C71C5739530}"/>
                </a:ext>
              </a:extLst>
            </p:cNvPr>
            <p:cNvSpPr/>
            <p:nvPr/>
          </p:nvSpPr>
          <p:spPr>
            <a:xfrm>
              <a:off x="1748287" y="1721485"/>
              <a:ext cx="881973" cy="358565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5F61DD26-E722-4706-8E8C-B30020E8BE49}"/>
                </a:ext>
              </a:extLst>
            </p:cNvPr>
            <p:cNvSpPr txBox="1"/>
            <p:nvPr/>
          </p:nvSpPr>
          <p:spPr>
            <a:xfrm>
              <a:off x="1734620" y="1729070"/>
              <a:ext cx="916802" cy="341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Case 2</a:t>
              </a:r>
              <a:endParaRPr lang="ko-KR" altLang="en-US" sz="24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242" name="TextBox 241">
            <a:extLst>
              <a:ext uri="{FF2B5EF4-FFF2-40B4-BE49-F238E27FC236}">
                <a16:creationId xmlns:a16="http://schemas.microsoft.com/office/drawing/2014/main" id="{83C13711-6AB1-4ACF-954D-B8D22C464C8B}"/>
              </a:ext>
            </a:extLst>
          </p:cNvPr>
          <p:cNvSpPr txBox="1"/>
          <p:nvPr/>
        </p:nvSpPr>
        <p:spPr>
          <a:xfrm>
            <a:off x="3620976" y="44046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먹골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E23E8897-2AC3-4D1E-B668-D0F2F3B216DC}"/>
              </a:ext>
            </a:extLst>
          </p:cNvPr>
          <p:cNvSpPr txBox="1"/>
          <p:nvPr/>
        </p:nvSpPr>
        <p:spPr>
          <a:xfrm>
            <a:off x="3355699" y="4722525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중화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9A61A84-4FF1-4C9A-9B7C-A46B4C16A50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16</a:t>
            </a:fld>
            <a:r>
              <a:rPr lang="en-US" altLang="ko-KR"/>
              <a:t> p</a:t>
            </a:r>
            <a:endParaRPr lang="ko-KR" altLang="en-US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99AE570B-EE30-47A2-B101-1FB196AC6DE5}"/>
              </a:ext>
            </a:extLst>
          </p:cNvPr>
          <p:cNvSpPr txBox="1"/>
          <p:nvPr/>
        </p:nvSpPr>
        <p:spPr>
          <a:xfrm>
            <a:off x="8081525" y="4479203"/>
            <a:ext cx="4635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구의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99324905-9D6E-4B6C-9612-63B7D6F46F48}"/>
              </a:ext>
            </a:extLst>
          </p:cNvPr>
          <p:cNvSpPr txBox="1"/>
          <p:nvPr/>
        </p:nvSpPr>
        <p:spPr>
          <a:xfrm>
            <a:off x="8545113" y="3784701"/>
            <a:ext cx="6801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잠실나루</a:t>
            </a:r>
          </a:p>
        </p:txBody>
      </p:sp>
    </p:spTree>
    <p:extLst>
      <p:ext uri="{BB962C8B-B14F-4D97-AF65-F5344CB8AC3E}">
        <p14:creationId xmlns:p14="http://schemas.microsoft.com/office/powerpoint/2010/main" val="562759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별: 꼭짓점 16개 230">
            <a:extLst>
              <a:ext uri="{FF2B5EF4-FFF2-40B4-BE49-F238E27FC236}">
                <a16:creationId xmlns:a16="http://schemas.microsoft.com/office/drawing/2014/main" id="{D282EFC3-7993-439D-B789-54786EFD80D1}"/>
              </a:ext>
            </a:extLst>
          </p:cNvPr>
          <p:cNvSpPr/>
          <p:nvPr/>
        </p:nvSpPr>
        <p:spPr bwMode="auto">
          <a:xfrm>
            <a:off x="8065262" y="3899049"/>
            <a:ext cx="524058" cy="524058"/>
          </a:xfrm>
          <a:prstGeom prst="star16">
            <a:avLst/>
          </a:prstGeom>
          <a:solidFill>
            <a:srgbClr val="FF5050"/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32" name="별: 꼭짓점 16개 231">
            <a:extLst>
              <a:ext uri="{FF2B5EF4-FFF2-40B4-BE49-F238E27FC236}">
                <a16:creationId xmlns:a16="http://schemas.microsoft.com/office/drawing/2014/main" id="{1A316C1E-F65D-460E-95F2-A807BFDC5ECD}"/>
              </a:ext>
            </a:extLst>
          </p:cNvPr>
          <p:cNvSpPr/>
          <p:nvPr/>
        </p:nvSpPr>
        <p:spPr bwMode="auto">
          <a:xfrm>
            <a:off x="2398776" y="3879073"/>
            <a:ext cx="524058" cy="524058"/>
          </a:xfrm>
          <a:prstGeom prst="star16">
            <a:avLst/>
          </a:prstGeom>
          <a:solidFill>
            <a:srgbClr val="FF5050"/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37" name="Line 48">
            <a:extLst>
              <a:ext uri="{FF2B5EF4-FFF2-40B4-BE49-F238E27FC236}">
                <a16:creationId xmlns:a16="http://schemas.microsoft.com/office/drawing/2014/main" id="{B92B24FC-D44F-4757-B4B5-28C15101A214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3229554" y="4160787"/>
            <a:ext cx="644415" cy="900581"/>
          </a:xfrm>
          <a:prstGeom prst="line">
            <a:avLst/>
          </a:prstGeom>
          <a:noFill/>
          <a:ln w="28575">
            <a:solidFill>
              <a:schemeClr val="accent5">
                <a:lumMod val="50000"/>
              </a:schemeClr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841" y="909635"/>
            <a:ext cx="2472959" cy="420959"/>
          </a:xfrm>
        </p:spPr>
        <p:txBody>
          <a:bodyPr>
            <a:normAutofit fontScale="92500"/>
          </a:bodyPr>
          <a:lstStyle/>
          <a:p>
            <a:pPr algn="r"/>
            <a:r>
              <a:rPr lang="en-US" altLang="ko-KR" sz="2000" dirty="0"/>
              <a:t>Case#1, 2 - Middle</a:t>
            </a:r>
            <a:endParaRPr lang="ko-KR" altLang="en-US" sz="20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9C73FF3-5824-4D46-8BF3-FA8CD328AF3B}"/>
              </a:ext>
            </a:extLst>
          </p:cNvPr>
          <p:cNvGrpSpPr/>
          <p:nvPr/>
        </p:nvGrpSpPr>
        <p:grpSpPr>
          <a:xfrm>
            <a:off x="461837" y="2012171"/>
            <a:ext cx="1137356" cy="485148"/>
            <a:chOff x="1734620" y="1721485"/>
            <a:chExt cx="895640" cy="358565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6EB0528C-9BF6-4AF0-A46A-386A0ACE5848}"/>
                </a:ext>
              </a:extLst>
            </p:cNvPr>
            <p:cNvSpPr/>
            <p:nvPr/>
          </p:nvSpPr>
          <p:spPr>
            <a:xfrm>
              <a:off x="1748287" y="1721485"/>
              <a:ext cx="881973" cy="358565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240FAF-8F87-41A1-B880-6B3830D95175}"/>
                </a:ext>
              </a:extLst>
            </p:cNvPr>
            <p:cNvSpPr txBox="1"/>
            <p:nvPr/>
          </p:nvSpPr>
          <p:spPr>
            <a:xfrm>
              <a:off x="1734620" y="1729070"/>
              <a:ext cx="864936" cy="299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Case 1</a:t>
              </a:r>
              <a:endParaRPr lang="ko-KR" altLang="en-US" sz="24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3DF5A07D-54F4-47DC-B793-0A683C7C700B}"/>
              </a:ext>
            </a:extLst>
          </p:cNvPr>
          <p:cNvGrpSpPr/>
          <p:nvPr/>
        </p:nvGrpSpPr>
        <p:grpSpPr>
          <a:xfrm>
            <a:off x="406876" y="2609572"/>
            <a:ext cx="5423761" cy="2921161"/>
            <a:chOff x="120590" y="2783956"/>
            <a:chExt cx="5423761" cy="2921161"/>
          </a:xfrm>
        </p:grpSpPr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78C6DFED-C18F-4015-923D-EFCF0849F61F}"/>
                </a:ext>
              </a:extLst>
            </p:cNvPr>
            <p:cNvSpPr/>
            <p:nvPr/>
          </p:nvSpPr>
          <p:spPr bwMode="auto">
            <a:xfrm>
              <a:off x="3133838" y="4862870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6D439717-1D1D-4779-943D-F903E3BEF3D0}"/>
                </a:ext>
              </a:extLst>
            </p:cNvPr>
            <p:cNvSpPr/>
            <p:nvPr/>
          </p:nvSpPr>
          <p:spPr bwMode="auto">
            <a:xfrm>
              <a:off x="3371974" y="4540444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63DCF344-996B-41D2-BB50-75F897ACA0BA}"/>
                </a:ext>
              </a:extLst>
            </p:cNvPr>
            <p:cNvGrpSpPr/>
            <p:nvPr/>
          </p:nvGrpSpPr>
          <p:grpSpPr>
            <a:xfrm>
              <a:off x="558798" y="3428999"/>
              <a:ext cx="4276705" cy="1813560"/>
              <a:chOff x="1849118" y="4003034"/>
              <a:chExt cx="4276705" cy="1239526"/>
            </a:xfrm>
          </p:grpSpPr>
          <p:sp>
            <p:nvSpPr>
              <p:cNvPr id="160" name="Line 48">
                <a:extLst>
                  <a:ext uri="{FF2B5EF4-FFF2-40B4-BE49-F238E27FC236}">
                    <a16:creationId xmlns:a16="http://schemas.microsoft.com/office/drawing/2014/main" id="{8F6FD122-786B-4D67-AA73-65AD68A5B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1849119" y="4003040"/>
                <a:ext cx="568305" cy="61976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1" name="Line 48">
                <a:extLst>
                  <a:ext uri="{FF2B5EF4-FFF2-40B4-BE49-F238E27FC236}">
                    <a16:creationId xmlns:a16="http://schemas.microsoft.com/office/drawing/2014/main" id="{1A06EB60-BAAD-45AF-AD89-A28F25E4AD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2985729" y="4622704"/>
                <a:ext cx="684951" cy="619856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2" name="Line 48">
                <a:extLst>
                  <a:ext uri="{FF2B5EF4-FFF2-40B4-BE49-F238E27FC236}">
                    <a16:creationId xmlns:a16="http://schemas.microsoft.com/office/drawing/2014/main" id="{EEB7FC28-E79C-4D0C-9EA2-6019D5364C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1849118" y="4003037"/>
                <a:ext cx="1229365" cy="1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3" name="Line 48">
                <a:extLst>
                  <a:ext uri="{FF2B5EF4-FFF2-40B4-BE49-F238E27FC236}">
                    <a16:creationId xmlns:a16="http://schemas.microsoft.com/office/drawing/2014/main" id="{E5D3A01B-7C17-4848-8E06-DF0E93B0A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417420" y="4617888"/>
                <a:ext cx="1243405" cy="4909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4" name="Line 48">
                <a:extLst>
                  <a:ext uri="{FF2B5EF4-FFF2-40B4-BE49-F238E27FC236}">
                    <a16:creationId xmlns:a16="http://schemas.microsoft.com/office/drawing/2014/main" id="{6CC10217-985A-4928-A7FD-CCB41302B3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3660827" y="4620883"/>
                <a:ext cx="1215321" cy="1916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5" name="Line 48">
                <a:extLst>
                  <a:ext uri="{FF2B5EF4-FFF2-40B4-BE49-F238E27FC236}">
                    <a16:creationId xmlns:a16="http://schemas.microsoft.com/office/drawing/2014/main" id="{9BE329C5-650F-4955-AD2B-2A75A7E62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3078481" y="4003037"/>
                <a:ext cx="1229365" cy="1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6" name="Line 48">
                <a:extLst>
                  <a:ext uri="{FF2B5EF4-FFF2-40B4-BE49-F238E27FC236}">
                    <a16:creationId xmlns:a16="http://schemas.microsoft.com/office/drawing/2014/main" id="{59BDB61E-1BD8-4E51-955B-751F6585E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4876149" y="4622799"/>
                <a:ext cx="1249362" cy="4816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7" name="Line 48">
                <a:extLst>
                  <a:ext uri="{FF2B5EF4-FFF2-40B4-BE49-F238E27FC236}">
                    <a16:creationId xmlns:a16="http://schemas.microsoft.com/office/drawing/2014/main" id="{8B71664C-D63D-4FFA-80B0-3C14C290A4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2995885" y="5242560"/>
                <a:ext cx="1229364" cy="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8" name="Line 48">
                <a:extLst>
                  <a:ext uri="{FF2B5EF4-FFF2-40B4-BE49-F238E27FC236}">
                    <a16:creationId xmlns:a16="http://schemas.microsoft.com/office/drawing/2014/main" id="{BFDA5583-49AC-4861-A1FB-4727C683F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235403" y="5240549"/>
                <a:ext cx="1249361" cy="201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9" name="Line 48">
                <a:extLst>
                  <a:ext uri="{FF2B5EF4-FFF2-40B4-BE49-F238E27FC236}">
                    <a16:creationId xmlns:a16="http://schemas.microsoft.com/office/drawing/2014/main" id="{2EBF36B4-BAAF-4B1B-922A-86D2F0891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5490831" y="4622799"/>
                <a:ext cx="634992" cy="61976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0" name="Line 48">
                <a:extLst>
                  <a:ext uri="{FF2B5EF4-FFF2-40B4-BE49-F238E27FC236}">
                    <a16:creationId xmlns:a16="http://schemas.microsoft.com/office/drawing/2014/main" id="{5B96AB0A-0153-42A3-ABA4-884383CDDF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4307844" y="4003034"/>
                <a:ext cx="568303" cy="61967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5CF9642-5442-4BBF-AB4B-4F40C9D2886F}"/>
                </a:ext>
              </a:extLst>
            </p:cNvPr>
            <p:cNvSpPr txBox="1"/>
            <p:nvPr/>
          </p:nvSpPr>
          <p:spPr>
            <a:xfrm>
              <a:off x="2079418" y="3961057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latin typeface="+mj-ea"/>
                  <a:ea typeface="+mj-ea"/>
                </a:rPr>
                <a:t>석계</a:t>
              </a:r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C062140-C18C-4063-AE81-5BEA1099539E}"/>
                </a:ext>
              </a:extLst>
            </p:cNvPr>
            <p:cNvSpPr txBox="1"/>
            <p:nvPr/>
          </p:nvSpPr>
          <p:spPr>
            <a:xfrm>
              <a:off x="3200761" y="4332797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태릉입구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591F5123-805E-4E40-A949-B14877237F92}"/>
                </a:ext>
              </a:extLst>
            </p:cNvPr>
            <p:cNvSpPr txBox="1"/>
            <p:nvPr/>
          </p:nvSpPr>
          <p:spPr>
            <a:xfrm>
              <a:off x="3913353" y="533578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망우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D409C9D2-064A-4580-92CE-579F321F7765}"/>
                </a:ext>
              </a:extLst>
            </p:cNvPr>
            <p:cNvSpPr txBox="1"/>
            <p:nvPr/>
          </p:nvSpPr>
          <p:spPr>
            <a:xfrm>
              <a:off x="2642756" y="533578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상봉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1B86C0B-3EB9-4166-9FBA-5C5CD81903DB}"/>
                </a:ext>
              </a:extLst>
            </p:cNvPr>
            <p:cNvSpPr txBox="1"/>
            <p:nvPr/>
          </p:nvSpPr>
          <p:spPr>
            <a:xfrm>
              <a:off x="1298240" y="533578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회기</a:t>
              </a:r>
              <a:endParaRPr lang="en-US" altLang="ko-KR" dirty="0">
                <a:latin typeface="+mj-ea"/>
                <a:ea typeface="+mj-ea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089E59E-74DA-449C-8281-F37C21623741}"/>
                </a:ext>
              </a:extLst>
            </p:cNvPr>
            <p:cNvSpPr txBox="1"/>
            <p:nvPr/>
          </p:nvSpPr>
          <p:spPr>
            <a:xfrm>
              <a:off x="298412" y="4252196"/>
              <a:ext cx="8146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광운대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97BB450-0308-49A0-8992-E2B1CA2E8D20}"/>
                </a:ext>
              </a:extLst>
            </p:cNvPr>
            <p:cNvSpPr txBox="1"/>
            <p:nvPr/>
          </p:nvSpPr>
          <p:spPr>
            <a:xfrm>
              <a:off x="2715194" y="3057876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하계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E0842C0-F8A8-41CE-B31A-606C4DECE941}"/>
                </a:ext>
              </a:extLst>
            </p:cNvPr>
            <p:cNvSpPr txBox="1"/>
            <p:nvPr/>
          </p:nvSpPr>
          <p:spPr>
            <a:xfrm>
              <a:off x="1439455" y="3034081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노원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2C7CC65-88FF-4A5D-BF98-60944B80FA6F}"/>
                </a:ext>
              </a:extLst>
            </p:cNvPr>
            <p:cNvSpPr txBox="1"/>
            <p:nvPr/>
          </p:nvSpPr>
          <p:spPr>
            <a:xfrm>
              <a:off x="161360" y="3034081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창동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B3E5664-673A-4F4D-8E68-FF1A33E2AD3E}"/>
                </a:ext>
              </a:extLst>
            </p:cNvPr>
            <p:cNvSpPr txBox="1"/>
            <p:nvPr/>
          </p:nvSpPr>
          <p:spPr>
            <a:xfrm>
              <a:off x="4881885" y="4130658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신내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5C07BEE-A2F4-4518-BB6D-CBEC3B4D74FF}"/>
                </a:ext>
              </a:extLst>
            </p:cNvPr>
            <p:cNvSpPr txBox="1"/>
            <p:nvPr/>
          </p:nvSpPr>
          <p:spPr>
            <a:xfrm>
              <a:off x="2742558" y="405345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F6DD9FD-973C-433C-AD87-F67480B080D7}"/>
                </a:ext>
              </a:extLst>
            </p:cNvPr>
            <p:cNvSpPr txBox="1"/>
            <p:nvPr/>
          </p:nvSpPr>
          <p:spPr>
            <a:xfrm>
              <a:off x="1501820" y="4036284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492225C-8EAB-466C-8403-120813717187}"/>
                </a:ext>
              </a:extLst>
            </p:cNvPr>
            <p:cNvSpPr txBox="1"/>
            <p:nvPr/>
          </p:nvSpPr>
          <p:spPr>
            <a:xfrm>
              <a:off x="3996223" y="3822924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9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2397FC95-6470-4C79-B565-DF18C96D1170}"/>
                </a:ext>
              </a:extLst>
            </p:cNvPr>
            <p:cNvSpPr txBox="1"/>
            <p:nvPr/>
          </p:nvSpPr>
          <p:spPr>
            <a:xfrm>
              <a:off x="3285772" y="3657104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75E21E4-5AE1-49CA-ACCB-C73DD87E115B}"/>
                </a:ext>
              </a:extLst>
            </p:cNvPr>
            <p:cNvSpPr txBox="1"/>
            <p:nvPr/>
          </p:nvSpPr>
          <p:spPr>
            <a:xfrm>
              <a:off x="2230661" y="3095636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3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5BF642F-0C31-435E-94FA-028C3E51531F}"/>
                </a:ext>
              </a:extLst>
            </p:cNvPr>
            <p:cNvSpPr txBox="1"/>
            <p:nvPr/>
          </p:nvSpPr>
          <p:spPr>
            <a:xfrm>
              <a:off x="857286" y="371463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7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81B5245-1F87-4E15-BF10-595D6E9BB128}"/>
                </a:ext>
              </a:extLst>
            </p:cNvPr>
            <p:cNvSpPr txBox="1"/>
            <p:nvPr/>
          </p:nvSpPr>
          <p:spPr>
            <a:xfrm>
              <a:off x="924843" y="3115956"/>
              <a:ext cx="457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086EE08-1771-4FEF-BB6B-FBEF5A272D6B}"/>
                </a:ext>
              </a:extLst>
            </p:cNvPr>
            <p:cNvSpPr txBox="1"/>
            <p:nvPr/>
          </p:nvSpPr>
          <p:spPr>
            <a:xfrm>
              <a:off x="4453399" y="4775245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6AF0190-DC3B-487C-B041-0FAB0B17528E}"/>
                </a:ext>
              </a:extLst>
            </p:cNvPr>
            <p:cNvSpPr txBox="1"/>
            <p:nvPr/>
          </p:nvSpPr>
          <p:spPr>
            <a:xfrm>
              <a:off x="2112470" y="526140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EA498A4-392F-45C3-9667-D1126023229C}"/>
                </a:ext>
              </a:extLst>
            </p:cNvPr>
            <p:cNvSpPr txBox="1"/>
            <p:nvPr/>
          </p:nvSpPr>
          <p:spPr>
            <a:xfrm>
              <a:off x="3362154" y="5242422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B58E8488-DA3C-44E3-A010-455D091D1A53}"/>
                </a:ext>
              </a:extLst>
            </p:cNvPr>
            <p:cNvSpPr txBox="1"/>
            <p:nvPr/>
          </p:nvSpPr>
          <p:spPr>
            <a:xfrm>
              <a:off x="1614917" y="455392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0F769A8-B632-4585-98D0-34C144B064FC}"/>
                </a:ext>
              </a:extLst>
            </p:cNvPr>
            <p:cNvSpPr txBox="1"/>
            <p:nvPr/>
          </p:nvSpPr>
          <p:spPr>
            <a:xfrm>
              <a:off x="120590" y="2783956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800080"/>
                  </a:highlight>
                  <a:latin typeface="+mj-ea"/>
                  <a:ea typeface="+mj-ea"/>
                </a:rPr>
                <a:t>출발역</a:t>
              </a:r>
              <a:endParaRPr lang="ko-KR" altLang="en-US" sz="1500" dirty="0">
                <a:solidFill>
                  <a:schemeClr val="bg1"/>
                </a:solidFill>
                <a:highlight>
                  <a:srgbClr val="800080"/>
                </a:highlight>
                <a:latin typeface="+mj-ea"/>
                <a:ea typeface="+mj-ea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F7806F8-786F-4E3C-B2F3-F8F4D9B8AE10}"/>
                </a:ext>
              </a:extLst>
            </p:cNvPr>
            <p:cNvSpPr txBox="1"/>
            <p:nvPr/>
          </p:nvSpPr>
          <p:spPr>
            <a:xfrm>
              <a:off x="4835503" y="3921876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000080"/>
                  </a:highlight>
                  <a:latin typeface="+mj-ea"/>
                  <a:ea typeface="+mj-ea"/>
                </a:rPr>
                <a:t>도착역</a:t>
              </a:r>
              <a:endParaRPr lang="ko-KR" altLang="en-US" sz="1500" dirty="0">
                <a:solidFill>
                  <a:schemeClr val="bg1"/>
                </a:solidFill>
                <a:highlight>
                  <a:srgbClr val="000080"/>
                </a:highlight>
                <a:latin typeface="+mj-ea"/>
                <a:ea typeface="+mj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0D9FBA21-FD4D-47D3-8B82-C4EB19AA5BE9}"/>
                </a:ext>
              </a:extLst>
            </p:cNvPr>
            <p:cNvSpPr txBox="1"/>
            <p:nvPr/>
          </p:nvSpPr>
          <p:spPr>
            <a:xfrm>
              <a:off x="4214444" y="4099603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봉화산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9A8BCD03-584A-4FDC-A7C8-13B4B3000DA9}"/>
                </a:ext>
              </a:extLst>
            </p:cNvPr>
            <p:cNvSpPr/>
            <p:nvPr/>
          </p:nvSpPr>
          <p:spPr bwMode="auto">
            <a:xfrm>
              <a:off x="2428523" y="339685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A097D395-2D11-43C9-966B-21BDDBD91FAB}"/>
                </a:ext>
              </a:extLst>
            </p:cNvPr>
            <p:cNvSpPr/>
            <p:nvPr/>
          </p:nvSpPr>
          <p:spPr bwMode="auto">
            <a:xfrm>
              <a:off x="3261643" y="382357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F7FCCC23-4AB7-4874-A993-B64E0BA71E6D}"/>
                </a:ext>
              </a:extLst>
            </p:cNvPr>
            <p:cNvSpPr/>
            <p:nvPr/>
          </p:nvSpPr>
          <p:spPr bwMode="auto">
            <a:xfrm>
              <a:off x="731803" y="372197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5554C98B-A4D9-48AD-8A04-D4D67C850081}"/>
                </a:ext>
              </a:extLst>
            </p:cNvPr>
            <p:cNvSpPr/>
            <p:nvPr/>
          </p:nvSpPr>
          <p:spPr bwMode="auto">
            <a:xfrm>
              <a:off x="924843" y="403693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865FE614-B220-4984-900A-22913FD5DF04}"/>
                </a:ext>
              </a:extLst>
            </p:cNvPr>
            <p:cNvSpPr/>
            <p:nvPr/>
          </p:nvSpPr>
          <p:spPr bwMode="auto">
            <a:xfrm>
              <a:off x="3983003" y="430109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2463CF0E-6E26-48E2-A32F-33EABCC77184}"/>
                </a:ext>
              </a:extLst>
            </p:cNvPr>
            <p:cNvSpPr/>
            <p:nvPr/>
          </p:nvSpPr>
          <p:spPr bwMode="auto">
            <a:xfrm>
              <a:off x="4430043" y="4302288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39A1D716-D0E4-4BAD-A791-82C9082805D9}"/>
                </a:ext>
              </a:extLst>
            </p:cNvPr>
            <p:cNvSpPr/>
            <p:nvPr/>
          </p:nvSpPr>
          <p:spPr bwMode="auto">
            <a:xfrm>
              <a:off x="2133926" y="4563923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96DEFDFE-3255-40B4-A956-AFCEE1BDFE6F}"/>
                </a:ext>
              </a:extLst>
            </p:cNvPr>
            <p:cNvSpPr/>
            <p:nvPr/>
          </p:nvSpPr>
          <p:spPr bwMode="auto">
            <a:xfrm>
              <a:off x="1900246" y="4889043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A7D2BE84-4F47-45A7-B71B-FFBCB455FA3F}"/>
                </a:ext>
              </a:extLst>
            </p:cNvPr>
            <p:cNvSpPr/>
            <p:nvPr/>
          </p:nvSpPr>
          <p:spPr bwMode="auto">
            <a:xfrm>
              <a:off x="2245686" y="5204003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3C18A4B-7CE7-4E89-8CE3-992E8FB88A0F}"/>
                </a:ext>
              </a:extLst>
            </p:cNvPr>
            <p:cNvSpPr txBox="1"/>
            <p:nvPr/>
          </p:nvSpPr>
          <p:spPr>
            <a:xfrm>
              <a:off x="3719413" y="4099603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화랑대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A2BEC0FE-AB06-47B7-A0DF-C816E8098813}"/>
                </a:ext>
              </a:extLst>
            </p:cNvPr>
            <p:cNvSpPr txBox="1"/>
            <p:nvPr/>
          </p:nvSpPr>
          <p:spPr>
            <a:xfrm>
              <a:off x="2081384" y="5000203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중랑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E21DE5C-0159-4941-AA69-D3CEADA5ADCD}"/>
                </a:ext>
              </a:extLst>
            </p:cNvPr>
            <p:cNvSpPr txBox="1"/>
            <p:nvPr/>
          </p:nvSpPr>
          <p:spPr>
            <a:xfrm>
              <a:off x="1907133" y="4823320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외대앞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9FB1C31-43F1-4628-9557-63F4FD89D500}"/>
                </a:ext>
              </a:extLst>
            </p:cNvPr>
            <p:cNvSpPr txBox="1"/>
            <p:nvPr/>
          </p:nvSpPr>
          <p:spPr>
            <a:xfrm>
              <a:off x="2144899" y="4507165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신이문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379FE39-1DFF-4736-854D-4EA7EE2406BC}"/>
                </a:ext>
              </a:extLst>
            </p:cNvPr>
            <p:cNvSpPr txBox="1"/>
            <p:nvPr/>
          </p:nvSpPr>
          <p:spPr>
            <a:xfrm>
              <a:off x="2899503" y="3760183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공릉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E962821-C1C7-4773-A557-86CBDF5C0791}"/>
                </a:ext>
              </a:extLst>
            </p:cNvPr>
            <p:cNvSpPr txBox="1"/>
            <p:nvPr/>
          </p:nvSpPr>
          <p:spPr>
            <a:xfrm>
              <a:off x="573381" y="3973715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월계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2D98601-DE2F-4DD9-8506-26A187FB08C3}"/>
                </a:ext>
              </a:extLst>
            </p:cNvPr>
            <p:cNvSpPr txBox="1"/>
            <p:nvPr/>
          </p:nvSpPr>
          <p:spPr>
            <a:xfrm>
              <a:off x="377879" y="3658792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녹천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C181B67-0294-4703-9E90-BF5A5B8741B0}"/>
                </a:ext>
              </a:extLst>
            </p:cNvPr>
            <p:cNvSpPr txBox="1"/>
            <p:nvPr/>
          </p:nvSpPr>
          <p:spPr>
            <a:xfrm>
              <a:off x="2261592" y="3471400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중계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BB4161D4-4D47-48CF-B43C-CD5325C8E44E}"/>
                </a:ext>
              </a:extLst>
            </p:cNvPr>
            <p:cNvSpPr txBox="1"/>
            <p:nvPr/>
          </p:nvSpPr>
          <p:spPr>
            <a:xfrm>
              <a:off x="2888056" y="4524173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6C5F6A96-442F-421A-A5B4-2D6323167C03}"/>
              </a:ext>
            </a:extLst>
          </p:cNvPr>
          <p:cNvGrpSpPr/>
          <p:nvPr/>
        </p:nvGrpSpPr>
        <p:grpSpPr>
          <a:xfrm>
            <a:off x="6252234" y="2901131"/>
            <a:ext cx="5788079" cy="2534628"/>
            <a:chOff x="5606397" y="3601802"/>
            <a:chExt cx="5788079" cy="2534628"/>
          </a:xfrm>
        </p:grpSpPr>
        <p:sp>
          <p:nvSpPr>
            <p:cNvPr id="172" name="Line 48">
              <a:extLst>
                <a:ext uri="{FF2B5EF4-FFF2-40B4-BE49-F238E27FC236}">
                  <a16:creationId xmlns:a16="http://schemas.microsoft.com/office/drawing/2014/main" id="{BD1D5C06-F829-440A-82E6-C08855B7AD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7156733" y="3993894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3" name="Line 48">
              <a:extLst>
                <a:ext uri="{FF2B5EF4-FFF2-40B4-BE49-F238E27FC236}">
                  <a16:creationId xmlns:a16="http://schemas.microsoft.com/office/drawing/2014/main" id="{B831A878-3B47-4A48-9223-4FD46A544B8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7162799" y="5729207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" name="Line 48">
              <a:extLst>
                <a:ext uri="{FF2B5EF4-FFF2-40B4-BE49-F238E27FC236}">
                  <a16:creationId xmlns:a16="http://schemas.microsoft.com/office/drawing/2014/main" id="{E2DB59D0-47C6-4DCD-8434-2A4E3738DC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8241070" y="5729205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5" name="Line 48">
              <a:extLst>
                <a:ext uri="{FF2B5EF4-FFF2-40B4-BE49-F238E27FC236}">
                  <a16:creationId xmlns:a16="http://schemas.microsoft.com/office/drawing/2014/main" id="{AAC281D7-3202-45C8-B21D-F07403F614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8235004" y="3993892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6" name="Line 48">
              <a:extLst>
                <a:ext uri="{FF2B5EF4-FFF2-40B4-BE49-F238E27FC236}">
                  <a16:creationId xmlns:a16="http://schemas.microsoft.com/office/drawing/2014/main" id="{E925F8B5-816F-4009-AD07-C2642917D7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6334426" y="3993915"/>
              <a:ext cx="822307" cy="867635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7" name="Line 48">
              <a:extLst>
                <a:ext uri="{FF2B5EF4-FFF2-40B4-BE49-F238E27FC236}">
                  <a16:creationId xmlns:a16="http://schemas.microsoft.com/office/drawing/2014/main" id="{1E7929EB-A3D1-4BE2-895E-126C34C0B8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6334426" y="4861552"/>
              <a:ext cx="822308" cy="867633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8" name="Line 48">
              <a:extLst>
                <a:ext uri="{FF2B5EF4-FFF2-40B4-BE49-F238E27FC236}">
                  <a16:creationId xmlns:a16="http://schemas.microsoft.com/office/drawing/2014/main" id="{8E4C6D1C-47FE-4768-A5B6-4103058C9E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9325406" y="4861525"/>
              <a:ext cx="822307" cy="867635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9" name="Line 48">
              <a:extLst>
                <a:ext uri="{FF2B5EF4-FFF2-40B4-BE49-F238E27FC236}">
                  <a16:creationId xmlns:a16="http://schemas.microsoft.com/office/drawing/2014/main" id="{0BCBBFE6-3E11-499D-BED2-9A6907F7A3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9313275" y="3993891"/>
              <a:ext cx="822308" cy="867633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0" name="Line 48">
              <a:extLst>
                <a:ext uri="{FF2B5EF4-FFF2-40B4-BE49-F238E27FC236}">
                  <a16:creationId xmlns:a16="http://schemas.microsoft.com/office/drawing/2014/main" id="{1F29207F-37EA-488A-9A08-3902CFAFD5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156733" y="4876803"/>
              <a:ext cx="527658" cy="852358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1" name="Line 48">
              <a:extLst>
                <a:ext uri="{FF2B5EF4-FFF2-40B4-BE49-F238E27FC236}">
                  <a16:creationId xmlns:a16="http://schemas.microsoft.com/office/drawing/2014/main" id="{B71BEB18-71A7-4DCF-B68A-76D9DE9110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684391" y="3993684"/>
              <a:ext cx="551018" cy="883068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2" name="Line 48">
              <a:extLst>
                <a:ext uri="{FF2B5EF4-FFF2-40B4-BE49-F238E27FC236}">
                  <a16:creationId xmlns:a16="http://schemas.microsoft.com/office/drawing/2014/main" id="{A2522DE4-C60C-4249-9C21-4309838C0C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8228152" y="3993634"/>
              <a:ext cx="1907431" cy="867824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374DC4F6-E5E6-4DAD-A549-D7CDF3963071}"/>
                </a:ext>
              </a:extLst>
            </p:cNvPr>
            <p:cNvSpPr txBox="1"/>
            <p:nvPr/>
          </p:nvSpPr>
          <p:spPr>
            <a:xfrm>
              <a:off x="5658495" y="4676793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군자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2CA1E6D5-E7A2-483C-BF99-22AA9EB2C02B}"/>
                </a:ext>
              </a:extLst>
            </p:cNvPr>
            <p:cNvSpPr txBox="1"/>
            <p:nvPr/>
          </p:nvSpPr>
          <p:spPr>
            <a:xfrm>
              <a:off x="6815909" y="3604100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천호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6D8822D7-0EFA-41CE-9A6D-173A69E21537}"/>
                </a:ext>
              </a:extLst>
            </p:cNvPr>
            <p:cNvSpPr txBox="1"/>
            <p:nvPr/>
          </p:nvSpPr>
          <p:spPr>
            <a:xfrm>
              <a:off x="9023079" y="5767098"/>
              <a:ext cx="8146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선정릉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AE249AF6-1E4B-4CA2-8F8C-1E6D097442C3}"/>
                </a:ext>
              </a:extLst>
            </p:cNvPr>
            <p:cNvSpPr txBox="1"/>
            <p:nvPr/>
          </p:nvSpPr>
          <p:spPr>
            <a:xfrm>
              <a:off x="7750812" y="5767098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강남구청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DA3AFCF7-F86F-4508-AB84-7EEB1CC07FA3}"/>
                </a:ext>
              </a:extLst>
            </p:cNvPr>
            <p:cNvSpPr txBox="1"/>
            <p:nvPr/>
          </p:nvSpPr>
          <p:spPr>
            <a:xfrm>
              <a:off x="10159843" y="4676793"/>
              <a:ext cx="1234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종합운동장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45EDB7F0-A5BA-40A8-A7D6-E59CAF5B2782}"/>
                </a:ext>
              </a:extLst>
            </p:cNvPr>
            <p:cNvSpPr txBox="1"/>
            <p:nvPr/>
          </p:nvSpPr>
          <p:spPr>
            <a:xfrm>
              <a:off x="9023079" y="3601802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석촌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99A722F5-5CB2-4FDB-A34D-2B5290F829F3}"/>
                </a:ext>
              </a:extLst>
            </p:cNvPr>
            <p:cNvSpPr txBox="1"/>
            <p:nvPr/>
          </p:nvSpPr>
          <p:spPr>
            <a:xfrm>
              <a:off x="7959697" y="3601802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>
                  <a:latin typeface="+mj-ea"/>
                  <a:ea typeface="+mj-ea"/>
                </a:rPr>
                <a:t>잠실</a:t>
              </a:r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1BE3B693-9337-47CA-97CB-FAF391085E25}"/>
                </a:ext>
              </a:extLst>
            </p:cNvPr>
            <p:cNvSpPr txBox="1"/>
            <p:nvPr/>
          </p:nvSpPr>
          <p:spPr>
            <a:xfrm>
              <a:off x="7142015" y="4530086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강변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8742CB98-FCA5-4BF9-B936-4E9D4DD1FBA3}"/>
                </a:ext>
              </a:extLst>
            </p:cNvPr>
            <p:cNvSpPr txBox="1"/>
            <p:nvPr/>
          </p:nvSpPr>
          <p:spPr>
            <a:xfrm>
              <a:off x="6602359" y="5767098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건대입구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11F2DE72-E6EE-4567-8C09-735A6E032745}"/>
                </a:ext>
              </a:extLst>
            </p:cNvPr>
            <p:cNvSpPr txBox="1"/>
            <p:nvPr/>
          </p:nvSpPr>
          <p:spPr>
            <a:xfrm>
              <a:off x="5606397" y="4427629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800080"/>
                  </a:highlight>
                  <a:latin typeface="+mj-ea"/>
                  <a:ea typeface="+mj-ea"/>
                </a:rPr>
                <a:t>출발역</a:t>
              </a:r>
              <a:endParaRPr lang="ko-KR" altLang="en-US" sz="1500" dirty="0">
                <a:solidFill>
                  <a:schemeClr val="bg1"/>
                </a:solidFill>
                <a:highlight>
                  <a:srgbClr val="800080"/>
                </a:highlight>
                <a:latin typeface="+mj-ea"/>
                <a:ea typeface="+mj-ea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9F6F9C63-B6FB-44DE-BBCC-0A2E67C44A42}"/>
                </a:ext>
              </a:extLst>
            </p:cNvPr>
            <p:cNvSpPr txBox="1"/>
            <p:nvPr/>
          </p:nvSpPr>
          <p:spPr>
            <a:xfrm>
              <a:off x="10422735" y="4427628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000080"/>
                  </a:highlight>
                  <a:latin typeface="+mj-ea"/>
                  <a:ea typeface="+mj-ea"/>
                </a:rPr>
                <a:t>도착역</a:t>
              </a:r>
              <a:endParaRPr lang="ko-KR" altLang="en-US" sz="1500" dirty="0">
                <a:solidFill>
                  <a:schemeClr val="bg1"/>
                </a:solidFill>
                <a:highlight>
                  <a:srgbClr val="000080"/>
                </a:highlight>
                <a:latin typeface="+mj-ea"/>
                <a:ea typeface="+mj-ea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65010A2-208A-45B3-B065-95EFF5F929DD}"/>
                </a:ext>
              </a:extLst>
            </p:cNvPr>
            <p:cNvSpPr txBox="1"/>
            <p:nvPr/>
          </p:nvSpPr>
          <p:spPr>
            <a:xfrm>
              <a:off x="6352321" y="4134038"/>
              <a:ext cx="4635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7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6B9F534B-B1EA-4A0E-B5AD-9EAF4198D2FF}"/>
                </a:ext>
              </a:extLst>
            </p:cNvPr>
            <p:cNvSpPr txBox="1"/>
            <p:nvPr/>
          </p:nvSpPr>
          <p:spPr>
            <a:xfrm>
              <a:off x="8763097" y="440285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40FC06F8-E4C9-433C-9958-92861E40EF12}"/>
                </a:ext>
              </a:extLst>
            </p:cNvPr>
            <p:cNvSpPr txBox="1"/>
            <p:nvPr/>
          </p:nvSpPr>
          <p:spPr>
            <a:xfrm>
              <a:off x="7491594" y="427365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5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6F1AA7AA-6F69-441A-A947-38DA0E86EC65}"/>
                </a:ext>
              </a:extLst>
            </p:cNvPr>
            <p:cNvSpPr txBox="1"/>
            <p:nvPr/>
          </p:nvSpPr>
          <p:spPr>
            <a:xfrm>
              <a:off x="7017497" y="503132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3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838C306-E32A-4AD9-ABF7-6BE70A2D6BE5}"/>
                </a:ext>
              </a:extLst>
            </p:cNvPr>
            <p:cNvSpPr txBox="1"/>
            <p:nvPr/>
          </p:nvSpPr>
          <p:spPr>
            <a:xfrm>
              <a:off x="9678406" y="414673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6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DA3644DE-09FA-43C8-A3C4-C0AB9352905E}"/>
                </a:ext>
              </a:extLst>
            </p:cNvPr>
            <p:cNvSpPr txBox="1"/>
            <p:nvPr/>
          </p:nvSpPr>
          <p:spPr>
            <a:xfrm>
              <a:off x="8545551" y="3703785"/>
              <a:ext cx="457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C77F23AD-4653-46E4-A394-C9CA0612C5B5}"/>
                </a:ext>
              </a:extLst>
            </p:cNvPr>
            <p:cNvSpPr txBox="1"/>
            <p:nvPr/>
          </p:nvSpPr>
          <p:spPr>
            <a:xfrm>
              <a:off x="7435688" y="3689430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9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509089DF-C8D4-483F-B6AF-7940A5D79E3C}"/>
                </a:ext>
              </a:extLst>
            </p:cNvPr>
            <p:cNvSpPr txBox="1"/>
            <p:nvPr/>
          </p:nvSpPr>
          <p:spPr>
            <a:xfrm>
              <a:off x="6288403" y="522064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6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3E9DCBAE-EB0C-48FB-ABD4-DFBEBF3FD059}"/>
                </a:ext>
              </a:extLst>
            </p:cNvPr>
            <p:cNvSpPr txBox="1"/>
            <p:nvPr/>
          </p:nvSpPr>
          <p:spPr>
            <a:xfrm>
              <a:off x="9696602" y="5264159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13C0BF51-6356-4971-9EF1-0095874BEFED}"/>
                </a:ext>
              </a:extLst>
            </p:cNvPr>
            <p:cNvSpPr txBox="1"/>
            <p:nvPr/>
          </p:nvSpPr>
          <p:spPr>
            <a:xfrm>
              <a:off x="8615220" y="539866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5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C01245B7-F996-46B8-8AEB-EF43664B0FB2}"/>
                </a:ext>
              </a:extLst>
            </p:cNvPr>
            <p:cNvSpPr txBox="1"/>
            <p:nvPr/>
          </p:nvSpPr>
          <p:spPr>
            <a:xfrm>
              <a:off x="7531284" y="5321283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7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8E2B30C8-E8E0-4030-8B04-0644CCE77821}"/>
                </a:ext>
              </a:extLst>
            </p:cNvPr>
            <p:cNvSpPr/>
            <p:nvPr/>
          </p:nvSpPr>
          <p:spPr bwMode="auto">
            <a:xfrm>
              <a:off x="6580215" y="4514325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1F6BA5D2-4C20-4411-AFF3-B567F600D376}"/>
                </a:ext>
              </a:extLst>
            </p:cNvPr>
            <p:cNvSpPr/>
            <p:nvPr/>
          </p:nvSpPr>
          <p:spPr bwMode="auto">
            <a:xfrm>
              <a:off x="6876735" y="4209527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DE915A22-C947-48B7-ADED-CEFD239F8B05}"/>
                </a:ext>
              </a:extLst>
            </p:cNvPr>
            <p:cNvSpPr/>
            <p:nvPr/>
          </p:nvSpPr>
          <p:spPr bwMode="auto">
            <a:xfrm>
              <a:off x="7466469" y="3944489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4479BE74-33BE-46B7-B543-78C54AC628CC}"/>
                </a:ext>
              </a:extLst>
            </p:cNvPr>
            <p:cNvSpPr/>
            <p:nvPr/>
          </p:nvSpPr>
          <p:spPr bwMode="auto">
            <a:xfrm>
              <a:off x="7822625" y="3952769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DC9CD047-B1AC-4922-A9E9-1E2B74A2ED52}"/>
                </a:ext>
              </a:extLst>
            </p:cNvPr>
            <p:cNvSpPr/>
            <p:nvPr/>
          </p:nvSpPr>
          <p:spPr bwMode="auto">
            <a:xfrm>
              <a:off x="9510632" y="4194626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0" name="타원 209">
              <a:extLst>
                <a:ext uri="{FF2B5EF4-FFF2-40B4-BE49-F238E27FC236}">
                  <a16:creationId xmlns:a16="http://schemas.microsoft.com/office/drawing/2014/main" id="{84826A17-EC8E-4699-898F-0B3D43C08B25}"/>
                </a:ext>
              </a:extLst>
            </p:cNvPr>
            <p:cNvSpPr/>
            <p:nvPr/>
          </p:nvSpPr>
          <p:spPr bwMode="auto">
            <a:xfrm>
              <a:off x="9772365" y="446629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1" name="타원 210">
              <a:extLst>
                <a:ext uri="{FF2B5EF4-FFF2-40B4-BE49-F238E27FC236}">
                  <a16:creationId xmlns:a16="http://schemas.microsoft.com/office/drawing/2014/main" id="{B4F093A9-D0EE-41BB-BB8A-E82AAB1FC6C1}"/>
                </a:ext>
              </a:extLst>
            </p:cNvPr>
            <p:cNvSpPr/>
            <p:nvPr/>
          </p:nvSpPr>
          <p:spPr bwMode="auto">
            <a:xfrm>
              <a:off x="9099816" y="4365249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2" name="타원 211">
              <a:extLst>
                <a:ext uri="{FF2B5EF4-FFF2-40B4-BE49-F238E27FC236}">
                  <a16:creationId xmlns:a16="http://schemas.microsoft.com/office/drawing/2014/main" id="{36C96F42-9ADA-42ED-B671-D3E0B0747F38}"/>
                </a:ext>
              </a:extLst>
            </p:cNvPr>
            <p:cNvSpPr/>
            <p:nvPr/>
          </p:nvSpPr>
          <p:spPr bwMode="auto">
            <a:xfrm>
              <a:off x="9888315" y="5059340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2869BF25-E10F-40DD-93B9-4D5AB65683AC}"/>
                </a:ext>
              </a:extLst>
            </p:cNvPr>
            <p:cNvSpPr/>
            <p:nvPr/>
          </p:nvSpPr>
          <p:spPr bwMode="auto">
            <a:xfrm>
              <a:off x="9603391" y="535585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4" name="타원 213">
              <a:extLst>
                <a:ext uri="{FF2B5EF4-FFF2-40B4-BE49-F238E27FC236}">
                  <a16:creationId xmlns:a16="http://schemas.microsoft.com/office/drawing/2014/main" id="{E11AAF85-D052-4078-BC00-6928BBBA9C06}"/>
                </a:ext>
              </a:extLst>
            </p:cNvPr>
            <p:cNvSpPr/>
            <p:nvPr/>
          </p:nvSpPr>
          <p:spPr bwMode="auto">
            <a:xfrm>
              <a:off x="7835865" y="5690481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9A94EAEB-DFF4-43E5-808C-8F0DE63ED697}"/>
                </a:ext>
              </a:extLst>
            </p:cNvPr>
            <p:cNvSpPr/>
            <p:nvPr/>
          </p:nvSpPr>
          <p:spPr bwMode="auto">
            <a:xfrm>
              <a:off x="7491304" y="568881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731CE1DB-3D7C-4CA1-B8AA-84AA0DAC2132}"/>
                </a:ext>
              </a:extLst>
            </p:cNvPr>
            <p:cNvSpPr/>
            <p:nvPr/>
          </p:nvSpPr>
          <p:spPr bwMode="auto">
            <a:xfrm>
              <a:off x="6676298" y="5226654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1AB640A4-5E49-41D5-BE33-6F5C891A2290}"/>
                </a:ext>
              </a:extLst>
            </p:cNvPr>
            <p:cNvSpPr/>
            <p:nvPr/>
          </p:nvSpPr>
          <p:spPr bwMode="auto">
            <a:xfrm>
              <a:off x="7918685" y="4381822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8" name="타원 217">
              <a:extLst>
                <a:ext uri="{FF2B5EF4-FFF2-40B4-BE49-F238E27FC236}">
                  <a16:creationId xmlns:a16="http://schemas.microsoft.com/office/drawing/2014/main" id="{9C573F54-0B22-4B49-9F98-8BE44C85EDC6}"/>
                </a:ext>
              </a:extLst>
            </p:cNvPr>
            <p:cNvSpPr/>
            <p:nvPr/>
          </p:nvSpPr>
          <p:spPr bwMode="auto">
            <a:xfrm>
              <a:off x="7381968" y="524156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A9F976A-C3B1-4F10-A480-F35D0ADF37EC}"/>
                </a:ext>
              </a:extLst>
            </p:cNvPr>
            <p:cNvSpPr txBox="1"/>
            <p:nvPr/>
          </p:nvSpPr>
          <p:spPr>
            <a:xfrm>
              <a:off x="7678963" y="3999702"/>
              <a:ext cx="370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몽촌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토성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A36995DE-50C0-4824-B133-240208C4A35A}"/>
                </a:ext>
              </a:extLst>
            </p:cNvPr>
            <p:cNvSpPr txBox="1"/>
            <p:nvPr/>
          </p:nvSpPr>
          <p:spPr>
            <a:xfrm>
              <a:off x="7316371" y="4000208"/>
              <a:ext cx="370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강동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구청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90D4ECE6-2E45-4251-8F39-35D03DE250DF}"/>
                </a:ext>
              </a:extLst>
            </p:cNvPr>
            <p:cNvSpPr txBox="1"/>
            <p:nvPr/>
          </p:nvSpPr>
          <p:spPr>
            <a:xfrm>
              <a:off x="6880514" y="4182782"/>
              <a:ext cx="4635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광나루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38C829D1-27C5-4DF8-A23C-E56197F26EB6}"/>
                </a:ext>
              </a:extLst>
            </p:cNvPr>
            <p:cNvSpPr txBox="1"/>
            <p:nvPr/>
          </p:nvSpPr>
          <p:spPr>
            <a:xfrm>
              <a:off x="6558751" y="4514472"/>
              <a:ext cx="4635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아차산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10DC3F31-26F4-4CD4-BDF0-43E0930EE58A}"/>
                </a:ext>
              </a:extLst>
            </p:cNvPr>
            <p:cNvSpPr txBox="1"/>
            <p:nvPr/>
          </p:nvSpPr>
          <p:spPr>
            <a:xfrm>
              <a:off x="6628594" y="4954437"/>
              <a:ext cx="463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어린이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대공원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B85F5739-231F-4235-B6CC-38629BCE2580}"/>
                </a:ext>
              </a:extLst>
            </p:cNvPr>
            <p:cNvSpPr txBox="1"/>
            <p:nvPr/>
          </p:nvSpPr>
          <p:spPr>
            <a:xfrm>
              <a:off x="9095727" y="4132630"/>
              <a:ext cx="370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잠실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새내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C1F31224-4318-477A-BFC8-BF356A253EF1}"/>
                </a:ext>
              </a:extLst>
            </p:cNvPr>
            <p:cNvSpPr txBox="1"/>
            <p:nvPr/>
          </p:nvSpPr>
          <p:spPr>
            <a:xfrm>
              <a:off x="9140039" y="5233588"/>
              <a:ext cx="55656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삼성중앙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1B9CF7AF-43AC-4AF6-8DF6-BAFC49B4D1B9}"/>
                </a:ext>
              </a:extLst>
            </p:cNvPr>
            <p:cNvSpPr txBox="1"/>
            <p:nvPr/>
          </p:nvSpPr>
          <p:spPr>
            <a:xfrm>
              <a:off x="7312068" y="5396310"/>
              <a:ext cx="463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뚝섬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유원지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E5BF0F24-76BF-4522-9F9C-45C0A0D90FE4}"/>
                </a:ext>
              </a:extLst>
            </p:cNvPr>
            <p:cNvSpPr txBox="1"/>
            <p:nvPr/>
          </p:nvSpPr>
          <p:spPr>
            <a:xfrm>
              <a:off x="9521095" y="4926994"/>
              <a:ext cx="4635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봉은사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9444387C-4F8A-43FE-AF06-91780AF156AB}"/>
                </a:ext>
              </a:extLst>
            </p:cNvPr>
            <p:cNvSpPr txBox="1"/>
            <p:nvPr/>
          </p:nvSpPr>
          <p:spPr>
            <a:xfrm>
              <a:off x="9787115" y="4384683"/>
              <a:ext cx="3706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삼전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89DF299C-361A-4216-8019-509D8D4F1F13}"/>
                </a:ext>
              </a:extLst>
            </p:cNvPr>
            <p:cNvSpPr txBox="1"/>
            <p:nvPr/>
          </p:nvSpPr>
          <p:spPr>
            <a:xfrm>
              <a:off x="9441376" y="4034175"/>
              <a:ext cx="55656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석촌고분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433CA029-BC0F-495D-856B-81B336CE6735}"/>
                </a:ext>
              </a:extLst>
            </p:cNvPr>
            <p:cNvSpPr txBox="1"/>
            <p:nvPr/>
          </p:nvSpPr>
          <p:spPr>
            <a:xfrm>
              <a:off x="7689009" y="5513717"/>
              <a:ext cx="3706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청담</a:t>
              </a:r>
            </a:p>
          </p:txBody>
        </p: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A1E78B87-7002-43F1-A448-DB50808CD05A}"/>
              </a:ext>
            </a:extLst>
          </p:cNvPr>
          <p:cNvGrpSpPr/>
          <p:nvPr/>
        </p:nvGrpSpPr>
        <p:grpSpPr>
          <a:xfrm>
            <a:off x="6303837" y="2012171"/>
            <a:ext cx="1164229" cy="485148"/>
            <a:chOff x="1734620" y="1721485"/>
            <a:chExt cx="916802" cy="358565"/>
          </a:xfrm>
        </p:grpSpPr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6B6EA1F3-601E-47D8-9547-0C71C5739530}"/>
                </a:ext>
              </a:extLst>
            </p:cNvPr>
            <p:cNvSpPr/>
            <p:nvPr/>
          </p:nvSpPr>
          <p:spPr>
            <a:xfrm>
              <a:off x="1748287" y="1721485"/>
              <a:ext cx="881973" cy="358565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5F61DD26-E722-4706-8E8C-B30020E8BE49}"/>
                </a:ext>
              </a:extLst>
            </p:cNvPr>
            <p:cNvSpPr txBox="1"/>
            <p:nvPr/>
          </p:nvSpPr>
          <p:spPr>
            <a:xfrm>
              <a:off x="1734620" y="1729070"/>
              <a:ext cx="916802" cy="341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Case 2</a:t>
              </a:r>
              <a:endParaRPr lang="ko-KR" altLang="en-US" sz="24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242" name="TextBox 241">
            <a:extLst>
              <a:ext uri="{FF2B5EF4-FFF2-40B4-BE49-F238E27FC236}">
                <a16:creationId xmlns:a16="http://schemas.microsoft.com/office/drawing/2014/main" id="{83C13711-6AB1-4ACF-954D-B8D22C464C8B}"/>
              </a:ext>
            </a:extLst>
          </p:cNvPr>
          <p:cNvSpPr txBox="1"/>
          <p:nvPr/>
        </p:nvSpPr>
        <p:spPr>
          <a:xfrm>
            <a:off x="3620976" y="44046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먹골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E23E8897-2AC3-4D1E-B668-D0F2F3B216DC}"/>
              </a:ext>
            </a:extLst>
          </p:cNvPr>
          <p:cNvSpPr txBox="1"/>
          <p:nvPr/>
        </p:nvSpPr>
        <p:spPr>
          <a:xfrm>
            <a:off x="3355699" y="4722525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중화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3339AB0-5830-4B3E-A4B7-1FA8987254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17</a:t>
            </a:fld>
            <a:r>
              <a:rPr lang="en-US" altLang="ko-KR"/>
              <a:t> p</a:t>
            </a:r>
            <a:endParaRPr lang="ko-KR" altLang="en-US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46444C3-490B-4C32-892F-6F74BB332C18}"/>
              </a:ext>
            </a:extLst>
          </p:cNvPr>
          <p:cNvSpPr txBox="1"/>
          <p:nvPr/>
        </p:nvSpPr>
        <p:spPr>
          <a:xfrm>
            <a:off x="8081525" y="4479203"/>
            <a:ext cx="4635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구의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0F693214-7AC7-400E-AE19-2A93AD4949CD}"/>
              </a:ext>
            </a:extLst>
          </p:cNvPr>
          <p:cNvSpPr txBox="1"/>
          <p:nvPr/>
        </p:nvSpPr>
        <p:spPr>
          <a:xfrm>
            <a:off x="8545113" y="3784701"/>
            <a:ext cx="6801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잠실나루</a:t>
            </a:r>
          </a:p>
        </p:txBody>
      </p:sp>
    </p:spTree>
    <p:extLst>
      <p:ext uri="{BB962C8B-B14F-4D97-AF65-F5344CB8AC3E}">
        <p14:creationId xmlns:p14="http://schemas.microsoft.com/office/powerpoint/2010/main" val="3023317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별: 꼭짓점 16개 231">
            <a:extLst>
              <a:ext uri="{FF2B5EF4-FFF2-40B4-BE49-F238E27FC236}">
                <a16:creationId xmlns:a16="http://schemas.microsoft.com/office/drawing/2014/main" id="{3D279C09-CE80-4611-B7C7-C7559D239A9D}"/>
              </a:ext>
            </a:extLst>
          </p:cNvPr>
          <p:cNvSpPr/>
          <p:nvPr/>
        </p:nvSpPr>
        <p:spPr bwMode="auto">
          <a:xfrm>
            <a:off x="8610683" y="3040559"/>
            <a:ext cx="524058" cy="524058"/>
          </a:xfrm>
          <a:prstGeom prst="star16">
            <a:avLst/>
          </a:prstGeom>
          <a:solidFill>
            <a:srgbClr val="FF5050"/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31" name="별: 꼭짓점 16개 230">
            <a:extLst>
              <a:ext uri="{FF2B5EF4-FFF2-40B4-BE49-F238E27FC236}">
                <a16:creationId xmlns:a16="http://schemas.microsoft.com/office/drawing/2014/main" id="{0C86DC79-69F5-4601-BA26-FB6CE7DB9042}"/>
              </a:ext>
            </a:extLst>
          </p:cNvPr>
          <p:cNvSpPr/>
          <p:nvPr/>
        </p:nvSpPr>
        <p:spPr bwMode="auto">
          <a:xfrm>
            <a:off x="3593815" y="3911069"/>
            <a:ext cx="524058" cy="524058"/>
          </a:xfrm>
          <a:prstGeom prst="star16">
            <a:avLst/>
          </a:prstGeom>
          <a:solidFill>
            <a:srgbClr val="FF5050"/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37" name="Line 48">
            <a:extLst>
              <a:ext uri="{FF2B5EF4-FFF2-40B4-BE49-F238E27FC236}">
                <a16:creationId xmlns:a16="http://schemas.microsoft.com/office/drawing/2014/main" id="{B92B24FC-D44F-4757-B4B5-28C15101A214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3229554" y="4160787"/>
            <a:ext cx="644415" cy="900581"/>
          </a:xfrm>
          <a:prstGeom prst="line">
            <a:avLst/>
          </a:prstGeom>
          <a:noFill/>
          <a:ln w="28575">
            <a:solidFill>
              <a:schemeClr val="accent5">
                <a:lumMod val="50000"/>
              </a:schemeClr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4-1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841" y="909635"/>
            <a:ext cx="2472959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Case#1, 2 – Later</a:t>
            </a:r>
            <a:endParaRPr lang="ko-KR" altLang="en-US" sz="20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9C73FF3-5824-4D46-8BF3-FA8CD328AF3B}"/>
              </a:ext>
            </a:extLst>
          </p:cNvPr>
          <p:cNvGrpSpPr/>
          <p:nvPr/>
        </p:nvGrpSpPr>
        <p:grpSpPr>
          <a:xfrm>
            <a:off x="461837" y="2012171"/>
            <a:ext cx="1137356" cy="485148"/>
            <a:chOff x="1734620" y="1721485"/>
            <a:chExt cx="895640" cy="358565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6EB0528C-9BF6-4AF0-A46A-386A0ACE5848}"/>
                </a:ext>
              </a:extLst>
            </p:cNvPr>
            <p:cNvSpPr/>
            <p:nvPr/>
          </p:nvSpPr>
          <p:spPr>
            <a:xfrm>
              <a:off x="1748287" y="1721485"/>
              <a:ext cx="881973" cy="358565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240FAF-8F87-41A1-B880-6B3830D95175}"/>
                </a:ext>
              </a:extLst>
            </p:cNvPr>
            <p:cNvSpPr txBox="1"/>
            <p:nvPr/>
          </p:nvSpPr>
          <p:spPr>
            <a:xfrm>
              <a:off x="1734620" y="1729070"/>
              <a:ext cx="864936" cy="299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Case 1</a:t>
              </a:r>
              <a:endParaRPr lang="ko-KR" altLang="en-US" sz="24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3DF5A07D-54F4-47DC-B793-0A683C7C700B}"/>
              </a:ext>
            </a:extLst>
          </p:cNvPr>
          <p:cNvGrpSpPr/>
          <p:nvPr/>
        </p:nvGrpSpPr>
        <p:grpSpPr>
          <a:xfrm>
            <a:off x="406876" y="2609572"/>
            <a:ext cx="5423761" cy="2921161"/>
            <a:chOff x="120590" y="2783956"/>
            <a:chExt cx="5423761" cy="2921161"/>
          </a:xfrm>
        </p:grpSpPr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78C6DFED-C18F-4015-923D-EFCF0849F61F}"/>
                </a:ext>
              </a:extLst>
            </p:cNvPr>
            <p:cNvSpPr/>
            <p:nvPr/>
          </p:nvSpPr>
          <p:spPr bwMode="auto">
            <a:xfrm>
              <a:off x="3133838" y="4862870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6D439717-1D1D-4779-943D-F903E3BEF3D0}"/>
                </a:ext>
              </a:extLst>
            </p:cNvPr>
            <p:cNvSpPr/>
            <p:nvPr/>
          </p:nvSpPr>
          <p:spPr bwMode="auto">
            <a:xfrm>
              <a:off x="3371974" y="4540444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63DCF344-996B-41D2-BB50-75F897ACA0BA}"/>
                </a:ext>
              </a:extLst>
            </p:cNvPr>
            <p:cNvGrpSpPr/>
            <p:nvPr/>
          </p:nvGrpSpPr>
          <p:grpSpPr>
            <a:xfrm>
              <a:off x="558798" y="3428999"/>
              <a:ext cx="4276705" cy="1813560"/>
              <a:chOff x="1849118" y="4003034"/>
              <a:chExt cx="4276705" cy="1239526"/>
            </a:xfrm>
          </p:grpSpPr>
          <p:sp>
            <p:nvSpPr>
              <p:cNvPr id="160" name="Line 48">
                <a:extLst>
                  <a:ext uri="{FF2B5EF4-FFF2-40B4-BE49-F238E27FC236}">
                    <a16:creationId xmlns:a16="http://schemas.microsoft.com/office/drawing/2014/main" id="{8F6FD122-786B-4D67-AA73-65AD68A5B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1849119" y="4003040"/>
                <a:ext cx="568305" cy="61976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1" name="Line 48">
                <a:extLst>
                  <a:ext uri="{FF2B5EF4-FFF2-40B4-BE49-F238E27FC236}">
                    <a16:creationId xmlns:a16="http://schemas.microsoft.com/office/drawing/2014/main" id="{1A06EB60-BAAD-45AF-AD89-A28F25E4AD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2985729" y="4622704"/>
                <a:ext cx="684951" cy="619856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2" name="Line 48">
                <a:extLst>
                  <a:ext uri="{FF2B5EF4-FFF2-40B4-BE49-F238E27FC236}">
                    <a16:creationId xmlns:a16="http://schemas.microsoft.com/office/drawing/2014/main" id="{EEB7FC28-E79C-4D0C-9EA2-6019D5364C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1849118" y="4003037"/>
                <a:ext cx="1229365" cy="1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3" name="Line 48">
                <a:extLst>
                  <a:ext uri="{FF2B5EF4-FFF2-40B4-BE49-F238E27FC236}">
                    <a16:creationId xmlns:a16="http://schemas.microsoft.com/office/drawing/2014/main" id="{E5D3A01B-7C17-4848-8E06-DF0E93B0A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417420" y="4617888"/>
                <a:ext cx="1243405" cy="4909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4" name="Line 48">
                <a:extLst>
                  <a:ext uri="{FF2B5EF4-FFF2-40B4-BE49-F238E27FC236}">
                    <a16:creationId xmlns:a16="http://schemas.microsoft.com/office/drawing/2014/main" id="{6CC10217-985A-4928-A7FD-CCB41302B3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3660827" y="4620883"/>
                <a:ext cx="1215321" cy="1916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5" name="Line 48">
                <a:extLst>
                  <a:ext uri="{FF2B5EF4-FFF2-40B4-BE49-F238E27FC236}">
                    <a16:creationId xmlns:a16="http://schemas.microsoft.com/office/drawing/2014/main" id="{9BE329C5-650F-4955-AD2B-2A75A7E62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3078481" y="4003037"/>
                <a:ext cx="1229365" cy="1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66" name="Line 48">
                <a:extLst>
                  <a:ext uri="{FF2B5EF4-FFF2-40B4-BE49-F238E27FC236}">
                    <a16:creationId xmlns:a16="http://schemas.microsoft.com/office/drawing/2014/main" id="{59BDB61E-1BD8-4E51-955B-751F6585E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4876149" y="4622799"/>
                <a:ext cx="1249362" cy="4816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7" name="Line 48">
                <a:extLst>
                  <a:ext uri="{FF2B5EF4-FFF2-40B4-BE49-F238E27FC236}">
                    <a16:creationId xmlns:a16="http://schemas.microsoft.com/office/drawing/2014/main" id="{8B71664C-D63D-4FFA-80B0-3C14C290A4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2995885" y="5242560"/>
                <a:ext cx="1229364" cy="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8" name="Line 48">
                <a:extLst>
                  <a:ext uri="{FF2B5EF4-FFF2-40B4-BE49-F238E27FC236}">
                    <a16:creationId xmlns:a16="http://schemas.microsoft.com/office/drawing/2014/main" id="{BFDA5583-49AC-4861-A1FB-4727C683F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235403" y="5240549"/>
                <a:ext cx="1249361" cy="201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69" name="Line 48">
                <a:extLst>
                  <a:ext uri="{FF2B5EF4-FFF2-40B4-BE49-F238E27FC236}">
                    <a16:creationId xmlns:a16="http://schemas.microsoft.com/office/drawing/2014/main" id="{2EBF36B4-BAAF-4B1B-922A-86D2F0891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5490831" y="4622799"/>
                <a:ext cx="634992" cy="61976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70" name="Line 48">
                <a:extLst>
                  <a:ext uri="{FF2B5EF4-FFF2-40B4-BE49-F238E27FC236}">
                    <a16:creationId xmlns:a16="http://schemas.microsoft.com/office/drawing/2014/main" id="{5B96AB0A-0153-42A3-ABA4-884383CDDF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 flipV="1">
                <a:off x="4307844" y="4003034"/>
                <a:ext cx="568303" cy="619670"/>
              </a:xfrm>
              <a:prstGeom prst="line">
                <a:avLst/>
              </a:prstGeom>
              <a:noFill/>
              <a:ln w="28575">
                <a:solidFill>
                  <a:schemeClr val="accent5">
                    <a:lumMod val="5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5CF9642-5442-4BBF-AB4B-4F40C9D2886F}"/>
                </a:ext>
              </a:extLst>
            </p:cNvPr>
            <p:cNvSpPr txBox="1"/>
            <p:nvPr/>
          </p:nvSpPr>
          <p:spPr>
            <a:xfrm>
              <a:off x="2079418" y="3961057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err="1">
                  <a:latin typeface="+mj-ea"/>
                  <a:ea typeface="+mj-ea"/>
                </a:rPr>
                <a:t>석계</a:t>
              </a:r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C062140-C18C-4063-AE81-5BEA1099539E}"/>
                </a:ext>
              </a:extLst>
            </p:cNvPr>
            <p:cNvSpPr txBox="1"/>
            <p:nvPr/>
          </p:nvSpPr>
          <p:spPr>
            <a:xfrm>
              <a:off x="3200761" y="4332797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태릉입구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591F5123-805E-4E40-A949-B14877237F92}"/>
                </a:ext>
              </a:extLst>
            </p:cNvPr>
            <p:cNvSpPr txBox="1"/>
            <p:nvPr/>
          </p:nvSpPr>
          <p:spPr>
            <a:xfrm>
              <a:off x="3913353" y="533578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망우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D409C9D2-064A-4580-92CE-579F321F7765}"/>
                </a:ext>
              </a:extLst>
            </p:cNvPr>
            <p:cNvSpPr txBox="1"/>
            <p:nvPr/>
          </p:nvSpPr>
          <p:spPr>
            <a:xfrm>
              <a:off x="2642756" y="533578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상봉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1B86C0B-3EB9-4166-9FBA-5C5CD81903DB}"/>
                </a:ext>
              </a:extLst>
            </p:cNvPr>
            <p:cNvSpPr txBox="1"/>
            <p:nvPr/>
          </p:nvSpPr>
          <p:spPr>
            <a:xfrm>
              <a:off x="1298240" y="5335785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회기</a:t>
              </a:r>
              <a:endParaRPr lang="en-US" altLang="ko-KR" dirty="0">
                <a:latin typeface="+mj-ea"/>
                <a:ea typeface="+mj-ea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2089E59E-74DA-449C-8281-F37C21623741}"/>
                </a:ext>
              </a:extLst>
            </p:cNvPr>
            <p:cNvSpPr txBox="1"/>
            <p:nvPr/>
          </p:nvSpPr>
          <p:spPr>
            <a:xfrm>
              <a:off x="298412" y="4252196"/>
              <a:ext cx="8146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광운대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A97BB450-0308-49A0-8992-E2B1CA2E8D20}"/>
                </a:ext>
              </a:extLst>
            </p:cNvPr>
            <p:cNvSpPr txBox="1"/>
            <p:nvPr/>
          </p:nvSpPr>
          <p:spPr>
            <a:xfrm>
              <a:off x="2715194" y="3057876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하계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E0842C0-F8A8-41CE-B31A-606C4DECE941}"/>
                </a:ext>
              </a:extLst>
            </p:cNvPr>
            <p:cNvSpPr txBox="1"/>
            <p:nvPr/>
          </p:nvSpPr>
          <p:spPr>
            <a:xfrm>
              <a:off x="1439455" y="3034081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노원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22C7CC65-88FF-4A5D-BF98-60944B80FA6F}"/>
                </a:ext>
              </a:extLst>
            </p:cNvPr>
            <p:cNvSpPr txBox="1"/>
            <p:nvPr/>
          </p:nvSpPr>
          <p:spPr>
            <a:xfrm>
              <a:off x="161360" y="3034081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창동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B3E5664-673A-4F4D-8E68-FF1A33E2AD3E}"/>
                </a:ext>
              </a:extLst>
            </p:cNvPr>
            <p:cNvSpPr txBox="1"/>
            <p:nvPr/>
          </p:nvSpPr>
          <p:spPr>
            <a:xfrm>
              <a:off x="4881885" y="4130658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신내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45C07BEE-A2F4-4518-BB6D-CBEC3B4D74FF}"/>
                </a:ext>
              </a:extLst>
            </p:cNvPr>
            <p:cNvSpPr txBox="1"/>
            <p:nvPr/>
          </p:nvSpPr>
          <p:spPr>
            <a:xfrm>
              <a:off x="2742558" y="405345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F6DD9FD-973C-433C-AD87-F67480B080D7}"/>
                </a:ext>
              </a:extLst>
            </p:cNvPr>
            <p:cNvSpPr txBox="1"/>
            <p:nvPr/>
          </p:nvSpPr>
          <p:spPr>
            <a:xfrm>
              <a:off x="1501820" y="4036284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F492225C-8EAB-466C-8403-120813717187}"/>
                </a:ext>
              </a:extLst>
            </p:cNvPr>
            <p:cNvSpPr txBox="1"/>
            <p:nvPr/>
          </p:nvSpPr>
          <p:spPr>
            <a:xfrm>
              <a:off x="3996223" y="3822924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9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2397FC95-6470-4C79-B565-DF18C96D1170}"/>
                </a:ext>
              </a:extLst>
            </p:cNvPr>
            <p:cNvSpPr txBox="1"/>
            <p:nvPr/>
          </p:nvSpPr>
          <p:spPr>
            <a:xfrm>
              <a:off x="3285772" y="3657104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875E21E4-5AE1-49CA-ACCB-C73DD87E115B}"/>
                </a:ext>
              </a:extLst>
            </p:cNvPr>
            <p:cNvSpPr txBox="1"/>
            <p:nvPr/>
          </p:nvSpPr>
          <p:spPr>
            <a:xfrm>
              <a:off x="2230661" y="3095636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3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5BF642F-0C31-435E-94FA-028C3E51531F}"/>
                </a:ext>
              </a:extLst>
            </p:cNvPr>
            <p:cNvSpPr txBox="1"/>
            <p:nvPr/>
          </p:nvSpPr>
          <p:spPr>
            <a:xfrm>
              <a:off x="857286" y="371463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7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C81B5245-1F87-4E15-BF10-595D6E9BB128}"/>
                </a:ext>
              </a:extLst>
            </p:cNvPr>
            <p:cNvSpPr txBox="1"/>
            <p:nvPr/>
          </p:nvSpPr>
          <p:spPr>
            <a:xfrm>
              <a:off x="924843" y="3115956"/>
              <a:ext cx="457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086EE08-1771-4FEF-BB6B-FBEF5A272D6B}"/>
                </a:ext>
              </a:extLst>
            </p:cNvPr>
            <p:cNvSpPr txBox="1"/>
            <p:nvPr/>
          </p:nvSpPr>
          <p:spPr>
            <a:xfrm>
              <a:off x="4453399" y="4775245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D6AF0190-DC3B-487C-B041-0FAB0B17528E}"/>
                </a:ext>
              </a:extLst>
            </p:cNvPr>
            <p:cNvSpPr txBox="1"/>
            <p:nvPr/>
          </p:nvSpPr>
          <p:spPr>
            <a:xfrm>
              <a:off x="2112470" y="526140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EA498A4-392F-45C3-9667-D1126023229C}"/>
                </a:ext>
              </a:extLst>
            </p:cNvPr>
            <p:cNvSpPr txBox="1"/>
            <p:nvPr/>
          </p:nvSpPr>
          <p:spPr>
            <a:xfrm>
              <a:off x="3362154" y="5242422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B58E8488-DA3C-44E3-A010-455D091D1A53}"/>
                </a:ext>
              </a:extLst>
            </p:cNvPr>
            <p:cNvSpPr txBox="1"/>
            <p:nvPr/>
          </p:nvSpPr>
          <p:spPr>
            <a:xfrm>
              <a:off x="1614917" y="455392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10F769A8-B632-4585-98D0-34C144B064FC}"/>
                </a:ext>
              </a:extLst>
            </p:cNvPr>
            <p:cNvSpPr txBox="1"/>
            <p:nvPr/>
          </p:nvSpPr>
          <p:spPr>
            <a:xfrm>
              <a:off x="120590" y="2783956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800080"/>
                  </a:highlight>
                  <a:latin typeface="+mj-ea"/>
                  <a:ea typeface="+mj-ea"/>
                </a:rPr>
                <a:t>출발역</a:t>
              </a:r>
              <a:endParaRPr lang="ko-KR" altLang="en-US" sz="1500" dirty="0">
                <a:solidFill>
                  <a:schemeClr val="bg1"/>
                </a:solidFill>
                <a:highlight>
                  <a:srgbClr val="800080"/>
                </a:highlight>
                <a:latin typeface="+mj-ea"/>
                <a:ea typeface="+mj-ea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F7806F8-786F-4E3C-B2F3-F8F4D9B8AE10}"/>
                </a:ext>
              </a:extLst>
            </p:cNvPr>
            <p:cNvSpPr txBox="1"/>
            <p:nvPr/>
          </p:nvSpPr>
          <p:spPr>
            <a:xfrm>
              <a:off x="4835503" y="3921876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000080"/>
                  </a:highlight>
                  <a:latin typeface="+mj-ea"/>
                  <a:ea typeface="+mj-ea"/>
                </a:rPr>
                <a:t>도착역</a:t>
              </a:r>
              <a:endParaRPr lang="ko-KR" altLang="en-US" sz="1500" dirty="0">
                <a:solidFill>
                  <a:schemeClr val="bg1"/>
                </a:solidFill>
                <a:highlight>
                  <a:srgbClr val="000080"/>
                </a:highlight>
                <a:latin typeface="+mj-ea"/>
                <a:ea typeface="+mj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0D9FBA21-FD4D-47D3-8B82-C4EB19AA5BE9}"/>
                </a:ext>
              </a:extLst>
            </p:cNvPr>
            <p:cNvSpPr txBox="1"/>
            <p:nvPr/>
          </p:nvSpPr>
          <p:spPr>
            <a:xfrm>
              <a:off x="4214444" y="4099603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봉화산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9A8BCD03-584A-4FDC-A7C8-13B4B3000DA9}"/>
                </a:ext>
              </a:extLst>
            </p:cNvPr>
            <p:cNvSpPr/>
            <p:nvPr/>
          </p:nvSpPr>
          <p:spPr bwMode="auto">
            <a:xfrm>
              <a:off x="2428523" y="339685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A097D395-2D11-43C9-966B-21BDDBD91FAB}"/>
                </a:ext>
              </a:extLst>
            </p:cNvPr>
            <p:cNvSpPr/>
            <p:nvPr/>
          </p:nvSpPr>
          <p:spPr bwMode="auto">
            <a:xfrm>
              <a:off x="3261643" y="382357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F7FCCC23-4AB7-4874-A993-B64E0BA71E6D}"/>
                </a:ext>
              </a:extLst>
            </p:cNvPr>
            <p:cNvSpPr/>
            <p:nvPr/>
          </p:nvSpPr>
          <p:spPr bwMode="auto">
            <a:xfrm>
              <a:off x="731803" y="372197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5554C98B-A4D9-48AD-8A04-D4D67C850081}"/>
                </a:ext>
              </a:extLst>
            </p:cNvPr>
            <p:cNvSpPr/>
            <p:nvPr/>
          </p:nvSpPr>
          <p:spPr bwMode="auto">
            <a:xfrm>
              <a:off x="924843" y="403693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865FE614-B220-4984-900A-22913FD5DF04}"/>
                </a:ext>
              </a:extLst>
            </p:cNvPr>
            <p:cNvSpPr/>
            <p:nvPr/>
          </p:nvSpPr>
          <p:spPr bwMode="auto">
            <a:xfrm>
              <a:off x="3983003" y="4301092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2463CF0E-6E26-48E2-A32F-33EABCC77184}"/>
                </a:ext>
              </a:extLst>
            </p:cNvPr>
            <p:cNvSpPr/>
            <p:nvPr/>
          </p:nvSpPr>
          <p:spPr bwMode="auto">
            <a:xfrm>
              <a:off x="4430043" y="4302288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39A1D716-D0E4-4BAD-A791-82C9082805D9}"/>
                </a:ext>
              </a:extLst>
            </p:cNvPr>
            <p:cNvSpPr/>
            <p:nvPr/>
          </p:nvSpPr>
          <p:spPr bwMode="auto">
            <a:xfrm>
              <a:off x="2133926" y="4563923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96DEFDFE-3255-40B4-A956-AFCEE1BDFE6F}"/>
                </a:ext>
              </a:extLst>
            </p:cNvPr>
            <p:cNvSpPr/>
            <p:nvPr/>
          </p:nvSpPr>
          <p:spPr bwMode="auto">
            <a:xfrm>
              <a:off x="1900246" y="4889043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A7D2BE84-4F47-45A7-B71B-FFBCB455FA3F}"/>
                </a:ext>
              </a:extLst>
            </p:cNvPr>
            <p:cNvSpPr/>
            <p:nvPr/>
          </p:nvSpPr>
          <p:spPr bwMode="auto">
            <a:xfrm>
              <a:off x="2245686" y="5204003"/>
              <a:ext cx="84842" cy="84842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C3C18A4B-7CE7-4E89-8CE3-992E8FB88A0F}"/>
                </a:ext>
              </a:extLst>
            </p:cNvPr>
            <p:cNvSpPr txBox="1"/>
            <p:nvPr/>
          </p:nvSpPr>
          <p:spPr>
            <a:xfrm>
              <a:off x="3719413" y="4099603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화랑대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A2BEC0FE-AB06-47B7-A0DF-C816E8098813}"/>
                </a:ext>
              </a:extLst>
            </p:cNvPr>
            <p:cNvSpPr txBox="1"/>
            <p:nvPr/>
          </p:nvSpPr>
          <p:spPr>
            <a:xfrm>
              <a:off x="2081384" y="5000203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중랑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E21DE5C-0159-4941-AA69-D3CEADA5ADCD}"/>
                </a:ext>
              </a:extLst>
            </p:cNvPr>
            <p:cNvSpPr txBox="1"/>
            <p:nvPr/>
          </p:nvSpPr>
          <p:spPr>
            <a:xfrm>
              <a:off x="1907133" y="4823320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외대앞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9FB1C31-43F1-4628-9557-63F4FD89D500}"/>
                </a:ext>
              </a:extLst>
            </p:cNvPr>
            <p:cNvSpPr txBox="1"/>
            <p:nvPr/>
          </p:nvSpPr>
          <p:spPr>
            <a:xfrm>
              <a:off x="2144899" y="4507165"/>
              <a:ext cx="53572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신이문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7379FE39-1DFF-4736-854D-4EA7EE2406BC}"/>
                </a:ext>
              </a:extLst>
            </p:cNvPr>
            <p:cNvSpPr txBox="1"/>
            <p:nvPr/>
          </p:nvSpPr>
          <p:spPr>
            <a:xfrm>
              <a:off x="2899503" y="3760183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공릉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7E962821-C1C7-4773-A557-86CBDF5C0791}"/>
                </a:ext>
              </a:extLst>
            </p:cNvPr>
            <p:cNvSpPr txBox="1"/>
            <p:nvPr/>
          </p:nvSpPr>
          <p:spPr>
            <a:xfrm>
              <a:off x="573381" y="3973715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월계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C2D98601-DE2F-4DD9-8506-26A187FB08C3}"/>
                </a:ext>
              </a:extLst>
            </p:cNvPr>
            <p:cNvSpPr txBox="1"/>
            <p:nvPr/>
          </p:nvSpPr>
          <p:spPr>
            <a:xfrm>
              <a:off x="377879" y="3658792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녹천</a:t>
              </a:r>
              <a:endParaRPr lang="ko-KR" altLang="en-US" sz="10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C181B67-0294-4703-9E90-BF5A5B8741B0}"/>
                </a:ext>
              </a:extLst>
            </p:cNvPr>
            <p:cNvSpPr txBox="1"/>
            <p:nvPr/>
          </p:nvSpPr>
          <p:spPr>
            <a:xfrm>
              <a:off x="2261592" y="3471400"/>
              <a:ext cx="41870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중계</a:t>
              </a: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BB4161D4-4D47-48CF-B43C-CD5325C8E44E}"/>
                </a:ext>
              </a:extLst>
            </p:cNvPr>
            <p:cNvSpPr txBox="1"/>
            <p:nvPr/>
          </p:nvSpPr>
          <p:spPr>
            <a:xfrm>
              <a:off x="2888056" y="4524173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400" dirty="0">
                  <a:solidFill>
                    <a:schemeClr val="accent5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6C5F6A96-442F-421A-A5B4-2D6323167C03}"/>
              </a:ext>
            </a:extLst>
          </p:cNvPr>
          <p:cNvGrpSpPr/>
          <p:nvPr/>
        </p:nvGrpSpPr>
        <p:grpSpPr>
          <a:xfrm>
            <a:off x="6252234" y="2901131"/>
            <a:ext cx="5788079" cy="2534628"/>
            <a:chOff x="5606397" y="3601802"/>
            <a:chExt cx="5788079" cy="2534628"/>
          </a:xfrm>
        </p:grpSpPr>
        <p:sp>
          <p:nvSpPr>
            <p:cNvPr id="172" name="Line 48">
              <a:extLst>
                <a:ext uri="{FF2B5EF4-FFF2-40B4-BE49-F238E27FC236}">
                  <a16:creationId xmlns:a16="http://schemas.microsoft.com/office/drawing/2014/main" id="{BD1D5C06-F829-440A-82E6-C08855B7AD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7156733" y="3993894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3" name="Line 48">
              <a:extLst>
                <a:ext uri="{FF2B5EF4-FFF2-40B4-BE49-F238E27FC236}">
                  <a16:creationId xmlns:a16="http://schemas.microsoft.com/office/drawing/2014/main" id="{B831A878-3B47-4A48-9223-4FD46A544B8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7162799" y="5729207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4" name="Line 48">
              <a:extLst>
                <a:ext uri="{FF2B5EF4-FFF2-40B4-BE49-F238E27FC236}">
                  <a16:creationId xmlns:a16="http://schemas.microsoft.com/office/drawing/2014/main" id="{E2DB59D0-47C6-4DCD-8434-2A4E3738DC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8241070" y="5729205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5" name="Line 48">
              <a:extLst>
                <a:ext uri="{FF2B5EF4-FFF2-40B4-BE49-F238E27FC236}">
                  <a16:creationId xmlns:a16="http://schemas.microsoft.com/office/drawing/2014/main" id="{AAC281D7-3202-45C8-B21D-F07403F614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8235004" y="3993892"/>
              <a:ext cx="1078271" cy="1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6" name="Line 48">
              <a:extLst>
                <a:ext uri="{FF2B5EF4-FFF2-40B4-BE49-F238E27FC236}">
                  <a16:creationId xmlns:a16="http://schemas.microsoft.com/office/drawing/2014/main" id="{E925F8B5-816F-4009-AD07-C2642917D7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6334426" y="3993915"/>
              <a:ext cx="822307" cy="867635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7" name="Line 48">
              <a:extLst>
                <a:ext uri="{FF2B5EF4-FFF2-40B4-BE49-F238E27FC236}">
                  <a16:creationId xmlns:a16="http://schemas.microsoft.com/office/drawing/2014/main" id="{1E7929EB-A3D1-4BE2-895E-126C34C0B8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6334426" y="4861552"/>
              <a:ext cx="822308" cy="867633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8" name="Line 48">
              <a:extLst>
                <a:ext uri="{FF2B5EF4-FFF2-40B4-BE49-F238E27FC236}">
                  <a16:creationId xmlns:a16="http://schemas.microsoft.com/office/drawing/2014/main" id="{8E4C6D1C-47FE-4768-A5B6-4103058C9E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9325406" y="4861525"/>
              <a:ext cx="822307" cy="867635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9" name="Line 48">
              <a:extLst>
                <a:ext uri="{FF2B5EF4-FFF2-40B4-BE49-F238E27FC236}">
                  <a16:creationId xmlns:a16="http://schemas.microsoft.com/office/drawing/2014/main" id="{0BCBBFE6-3E11-499D-BED2-9A6907F7A3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9313275" y="3993891"/>
              <a:ext cx="822308" cy="867633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0" name="Line 48">
              <a:extLst>
                <a:ext uri="{FF2B5EF4-FFF2-40B4-BE49-F238E27FC236}">
                  <a16:creationId xmlns:a16="http://schemas.microsoft.com/office/drawing/2014/main" id="{1F29207F-37EA-488A-9A08-3902CFAFD5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156733" y="4876803"/>
              <a:ext cx="527658" cy="852358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1" name="Line 48">
              <a:extLst>
                <a:ext uri="{FF2B5EF4-FFF2-40B4-BE49-F238E27FC236}">
                  <a16:creationId xmlns:a16="http://schemas.microsoft.com/office/drawing/2014/main" id="{B71BEB18-71A7-4DCF-B68A-76D9DE91106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684391" y="3993684"/>
              <a:ext cx="551018" cy="883068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2" name="Line 48">
              <a:extLst>
                <a:ext uri="{FF2B5EF4-FFF2-40B4-BE49-F238E27FC236}">
                  <a16:creationId xmlns:a16="http://schemas.microsoft.com/office/drawing/2014/main" id="{A2522DE4-C60C-4249-9C21-4309838C0C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8228152" y="3993634"/>
              <a:ext cx="1907431" cy="867824"/>
            </a:xfrm>
            <a:prstGeom prst="line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374DC4F6-E5E6-4DAD-A549-D7CDF3963071}"/>
                </a:ext>
              </a:extLst>
            </p:cNvPr>
            <p:cNvSpPr txBox="1"/>
            <p:nvPr/>
          </p:nvSpPr>
          <p:spPr>
            <a:xfrm>
              <a:off x="5658495" y="4676793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군자</a:t>
              </a:r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2CA1E6D5-E7A2-483C-BF99-22AA9EB2C02B}"/>
                </a:ext>
              </a:extLst>
            </p:cNvPr>
            <p:cNvSpPr txBox="1"/>
            <p:nvPr/>
          </p:nvSpPr>
          <p:spPr>
            <a:xfrm>
              <a:off x="6815909" y="3604100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천호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6D8822D7-0EFA-41CE-9A6D-173A69E21537}"/>
                </a:ext>
              </a:extLst>
            </p:cNvPr>
            <p:cNvSpPr txBox="1"/>
            <p:nvPr/>
          </p:nvSpPr>
          <p:spPr>
            <a:xfrm>
              <a:off x="9023079" y="5767098"/>
              <a:ext cx="8146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선정릉</a:t>
              </a: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AE249AF6-1E4B-4CA2-8F8C-1E6D097442C3}"/>
                </a:ext>
              </a:extLst>
            </p:cNvPr>
            <p:cNvSpPr txBox="1"/>
            <p:nvPr/>
          </p:nvSpPr>
          <p:spPr>
            <a:xfrm>
              <a:off x="7750812" y="5767098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강남구청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DA3AFCF7-F86F-4508-AB84-7EEB1CC07FA3}"/>
                </a:ext>
              </a:extLst>
            </p:cNvPr>
            <p:cNvSpPr txBox="1"/>
            <p:nvPr/>
          </p:nvSpPr>
          <p:spPr>
            <a:xfrm>
              <a:off x="10159843" y="4676793"/>
              <a:ext cx="1234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종합운동장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45EDB7F0-A5BA-40A8-A7D6-E59CAF5B2782}"/>
                </a:ext>
              </a:extLst>
            </p:cNvPr>
            <p:cNvSpPr txBox="1"/>
            <p:nvPr/>
          </p:nvSpPr>
          <p:spPr>
            <a:xfrm>
              <a:off x="9023079" y="3601802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석촌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99A722F5-5CB2-4FDB-A34D-2B5290F829F3}"/>
                </a:ext>
              </a:extLst>
            </p:cNvPr>
            <p:cNvSpPr txBox="1"/>
            <p:nvPr/>
          </p:nvSpPr>
          <p:spPr>
            <a:xfrm>
              <a:off x="7959697" y="3601802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>
                  <a:latin typeface="+mj-ea"/>
                  <a:ea typeface="+mj-ea"/>
                </a:rPr>
                <a:t>잠실</a:t>
              </a:r>
              <a:endParaRPr lang="ko-KR" altLang="en-US" dirty="0">
                <a:latin typeface="+mj-ea"/>
                <a:ea typeface="+mj-ea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1BE3B693-9337-47CA-97CB-FAF391085E25}"/>
                </a:ext>
              </a:extLst>
            </p:cNvPr>
            <p:cNvSpPr txBox="1"/>
            <p:nvPr/>
          </p:nvSpPr>
          <p:spPr>
            <a:xfrm>
              <a:off x="7142015" y="4530086"/>
              <a:ext cx="604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강변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8742CB98-FCA5-4BF9-B936-4E9D4DD1FBA3}"/>
                </a:ext>
              </a:extLst>
            </p:cNvPr>
            <p:cNvSpPr txBox="1"/>
            <p:nvPr/>
          </p:nvSpPr>
          <p:spPr>
            <a:xfrm>
              <a:off x="6602359" y="5767098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+mj-ea"/>
                  <a:ea typeface="+mj-ea"/>
                </a:rPr>
                <a:t>건대입구</a:t>
              </a: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11F2DE72-E6EE-4567-8C09-735A6E032745}"/>
                </a:ext>
              </a:extLst>
            </p:cNvPr>
            <p:cNvSpPr txBox="1"/>
            <p:nvPr/>
          </p:nvSpPr>
          <p:spPr>
            <a:xfrm>
              <a:off x="5606397" y="4427629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800080"/>
                  </a:highlight>
                  <a:latin typeface="+mj-ea"/>
                  <a:ea typeface="+mj-ea"/>
                </a:rPr>
                <a:t>출발역</a:t>
              </a:r>
              <a:endParaRPr lang="ko-KR" altLang="en-US" sz="1500" dirty="0">
                <a:solidFill>
                  <a:schemeClr val="bg1"/>
                </a:solidFill>
                <a:highlight>
                  <a:srgbClr val="800080"/>
                </a:highlight>
                <a:latin typeface="+mj-ea"/>
                <a:ea typeface="+mj-ea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9F6F9C63-B6FB-44DE-BBCC-0A2E67C44A42}"/>
                </a:ext>
              </a:extLst>
            </p:cNvPr>
            <p:cNvSpPr txBox="1"/>
            <p:nvPr/>
          </p:nvSpPr>
          <p:spPr>
            <a:xfrm>
              <a:off x="10422735" y="4427628"/>
              <a:ext cx="70884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500" dirty="0" err="1">
                  <a:solidFill>
                    <a:schemeClr val="bg1"/>
                  </a:solidFill>
                  <a:highlight>
                    <a:srgbClr val="000080"/>
                  </a:highlight>
                  <a:latin typeface="+mj-ea"/>
                  <a:ea typeface="+mj-ea"/>
                </a:rPr>
                <a:t>도착역</a:t>
              </a:r>
              <a:endParaRPr lang="ko-KR" altLang="en-US" sz="1500" dirty="0">
                <a:solidFill>
                  <a:schemeClr val="bg1"/>
                </a:solidFill>
                <a:highlight>
                  <a:srgbClr val="000080"/>
                </a:highlight>
                <a:latin typeface="+mj-ea"/>
                <a:ea typeface="+mj-ea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65010A2-208A-45B3-B065-95EFF5F929DD}"/>
                </a:ext>
              </a:extLst>
            </p:cNvPr>
            <p:cNvSpPr txBox="1"/>
            <p:nvPr/>
          </p:nvSpPr>
          <p:spPr>
            <a:xfrm>
              <a:off x="6352321" y="4134038"/>
              <a:ext cx="4635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7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6B9F534B-B1EA-4A0E-B5AD-9EAF4198D2FF}"/>
                </a:ext>
              </a:extLst>
            </p:cNvPr>
            <p:cNvSpPr txBox="1"/>
            <p:nvPr/>
          </p:nvSpPr>
          <p:spPr>
            <a:xfrm>
              <a:off x="8763097" y="440285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40FC06F8-E4C9-433C-9958-92861E40EF12}"/>
                </a:ext>
              </a:extLst>
            </p:cNvPr>
            <p:cNvSpPr txBox="1"/>
            <p:nvPr/>
          </p:nvSpPr>
          <p:spPr>
            <a:xfrm>
              <a:off x="7491594" y="427365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5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6F1AA7AA-6F69-441A-A947-38DA0E86EC65}"/>
                </a:ext>
              </a:extLst>
            </p:cNvPr>
            <p:cNvSpPr txBox="1"/>
            <p:nvPr/>
          </p:nvSpPr>
          <p:spPr>
            <a:xfrm>
              <a:off x="7017497" y="503132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3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838C306-E32A-4AD9-ABF7-6BE70A2D6BE5}"/>
                </a:ext>
              </a:extLst>
            </p:cNvPr>
            <p:cNvSpPr txBox="1"/>
            <p:nvPr/>
          </p:nvSpPr>
          <p:spPr>
            <a:xfrm>
              <a:off x="9678406" y="414673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6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DA3644DE-09FA-43C8-A3C4-C0AB9352905E}"/>
                </a:ext>
              </a:extLst>
            </p:cNvPr>
            <p:cNvSpPr txBox="1"/>
            <p:nvPr/>
          </p:nvSpPr>
          <p:spPr>
            <a:xfrm>
              <a:off x="8545551" y="3703785"/>
              <a:ext cx="457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2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C77F23AD-4653-46E4-A394-C9CA0612C5B5}"/>
                </a:ext>
              </a:extLst>
            </p:cNvPr>
            <p:cNvSpPr txBox="1"/>
            <p:nvPr/>
          </p:nvSpPr>
          <p:spPr>
            <a:xfrm>
              <a:off x="7435688" y="3689430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9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509089DF-C8D4-483F-B6AF-7940A5D79E3C}"/>
                </a:ext>
              </a:extLst>
            </p:cNvPr>
            <p:cNvSpPr txBox="1"/>
            <p:nvPr/>
          </p:nvSpPr>
          <p:spPr>
            <a:xfrm>
              <a:off x="6288403" y="5220641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6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3E9DCBAE-EB0C-48FB-ABD4-DFBEBF3FD059}"/>
                </a:ext>
              </a:extLst>
            </p:cNvPr>
            <p:cNvSpPr txBox="1"/>
            <p:nvPr/>
          </p:nvSpPr>
          <p:spPr>
            <a:xfrm>
              <a:off x="9696602" y="5264159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4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13C0BF51-6356-4971-9EF1-0095874BEFED}"/>
                </a:ext>
              </a:extLst>
            </p:cNvPr>
            <p:cNvSpPr txBox="1"/>
            <p:nvPr/>
          </p:nvSpPr>
          <p:spPr>
            <a:xfrm>
              <a:off x="8615220" y="5398667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5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C01245B7-F996-46B8-8AEB-EF43664B0FB2}"/>
                </a:ext>
              </a:extLst>
            </p:cNvPr>
            <p:cNvSpPr txBox="1"/>
            <p:nvPr/>
          </p:nvSpPr>
          <p:spPr>
            <a:xfrm>
              <a:off x="7531284" y="5321283"/>
              <a:ext cx="4571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7</a:t>
              </a:r>
              <a:r>
                <a:rPr lang="ko-KR" altLang="en-US" sz="1400" dirty="0">
                  <a:solidFill>
                    <a:schemeClr val="accent6">
                      <a:lumMod val="75000"/>
                    </a:schemeClr>
                  </a:solidFill>
                  <a:latin typeface="+mj-ea"/>
                  <a:ea typeface="+mj-ea"/>
                </a:rPr>
                <a:t>분</a:t>
              </a:r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8E2B30C8-E8E0-4030-8B04-0644CCE77821}"/>
                </a:ext>
              </a:extLst>
            </p:cNvPr>
            <p:cNvSpPr/>
            <p:nvPr/>
          </p:nvSpPr>
          <p:spPr bwMode="auto">
            <a:xfrm>
              <a:off x="6580215" y="4514325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1F6BA5D2-4C20-4411-AFF3-B567F600D376}"/>
                </a:ext>
              </a:extLst>
            </p:cNvPr>
            <p:cNvSpPr/>
            <p:nvPr/>
          </p:nvSpPr>
          <p:spPr bwMode="auto">
            <a:xfrm>
              <a:off x="6876735" y="4209527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DE915A22-C947-48B7-ADED-CEFD239F8B05}"/>
                </a:ext>
              </a:extLst>
            </p:cNvPr>
            <p:cNvSpPr/>
            <p:nvPr/>
          </p:nvSpPr>
          <p:spPr bwMode="auto">
            <a:xfrm>
              <a:off x="7466469" y="3944489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4479BE74-33BE-46B7-B543-78C54AC628CC}"/>
                </a:ext>
              </a:extLst>
            </p:cNvPr>
            <p:cNvSpPr/>
            <p:nvPr/>
          </p:nvSpPr>
          <p:spPr bwMode="auto">
            <a:xfrm>
              <a:off x="7822625" y="3952769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DC9CD047-B1AC-4922-A9E9-1E2B74A2ED52}"/>
                </a:ext>
              </a:extLst>
            </p:cNvPr>
            <p:cNvSpPr/>
            <p:nvPr/>
          </p:nvSpPr>
          <p:spPr bwMode="auto">
            <a:xfrm>
              <a:off x="9510632" y="4194626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0" name="타원 209">
              <a:extLst>
                <a:ext uri="{FF2B5EF4-FFF2-40B4-BE49-F238E27FC236}">
                  <a16:creationId xmlns:a16="http://schemas.microsoft.com/office/drawing/2014/main" id="{84826A17-EC8E-4699-898F-0B3D43C08B25}"/>
                </a:ext>
              </a:extLst>
            </p:cNvPr>
            <p:cNvSpPr/>
            <p:nvPr/>
          </p:nvSpPr>
          <p:spPr bwMode="auto">
            <a:xfrm>
              <a:off x="9772365" y="446629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1" name="타원 210">
              <a:extLst>
                <a:ext uri="{FF2B5EF4-FFF2-40B4-BE49-F238E27FC236}">
                  <a16:creationId xmlns:a16="http://schemas.microsoft.com/office/drawing/2014/main" id="{B4F093A9-D0EE-41BB-BB8A-E82AAB1FC6C1}"/>
                </a:ext>
              </a:extLst>
            </p:cNvPr>
            <p:cNvSpPr/>
            <p:nvPr/>
          </p:nvSpPr>
          <p:spPr bwMode="auto">
            <a:xfrm>
              <a:off x="9099816" y="4365249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2" name="타원 211">
              <a:extLst>
                <a:ext uri="{FF2B5EF4-FFF2-40B4-BE49-F238E27FC236}">
                  <a16:creationId xmlns:a16="http://schemas.microsoft.com/office/drawing/2014/main" id="{36C96F42-9ADA-42ED-B671-D3E0B0747F38}"/>
                </a:ext>
              </a:extLst>
            </p:cNvPr>
            <p:cNvSpPr/>
            <p:nvPr/>
          </p:nvSpPr>
          <p:spPr bwMode="auto">
            <a:xfrm>
              <a:off x="9888315" y="5059340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2869BF25-E10F-40DD-93B9-4D5AB65683AC}"/>
                </a:ext>
              </a:extLst>
            </p:cNvPr>
            <p:cNvSpPr/>
            <p:nvPr/>
          </p:nvSpPr>
          <p:spPr bwMode="auto">
            <a:xfrm>
              <a:off x="9603391" y="535585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4" name="타원 213">
              <a:extLst>
                <a:ext uri="{FF2B5EF4-FFF2-40B4-BE49-F238E27FC236}">
                  <a16:creationId xmlns:a16="http://schemas.microsoft.com/office/drawing/2014/main" id="{E11AAF85-D052-4078-BC00-6928BBBA9C06}"/>
                </a:ext>
              </a:extLst>
            </p:cNvPr>
            <p:cNvSpPr/>
            <p:nvPr/>
          </p:nvSpPr>
          <p:spPr bwMode="auto">
            <a:xfrm>
              <a:off x="7835865" y="5690481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9A94EAEB-DFF4-43E5-808C-8F0DE63ED697}"/>
                </a:ext>
              </a:extLst>
            </p:cNvPr>
            <p:cNvSpPr/>
            <p:nvPr/>
          </p:nvSpPr>
          <p:spPr bwMode="auto">
            <a:xfrm>
              <a:off x="7491304" y="568881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6" name="타원 215">
              <a:extLst>
                <a:ext uri="{FF2B5EF4-FFF2-40B4-BE49-F238E27FC236}">
                  <a16:creationId xmlns:a16="http://schemas.microsoft.com/office/drawing/2014/main" id="{731CE1DB-3D7C-4CA1-B8AA-84AA0DAC2132}"/>
                </a:ext>
              </a:extLst>
            </p:cNvPr>
            <p:cNvSpPr/>
            <p:nvPr/>
          </p:nvSpPr>
          <p:spPr bwMode="auto">
            <a:xfrm>
              <a:off x="6676298" y="5226654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7" name="타원 216">
              <a:extLst>
                <a:ext uri="{FF2B5EF4-FFF2-40B4-BE49-F238E27FC236}">
                  <a16:creationId xmlns:a16="http://schemas.microsoft.com/office/drawing/2014/main" id="{1AB640A4-5E49-41D5-BE33-6F5C891A2290}"/>
                </a:ext>
              </a:extLst>
            </p:cNvPr>
            <p:cNvSpPr/>
            <p:nvPr/>
          </p:nvSpPr>
          <p:spPr bwMode="auto">
            <a:xfrm>
              <a:off x="7918685" y="4381822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8" name="타원 217">
              <a:extLst>
                <a:ext uri="{FF2B5EF4-FFF2-40B4-BE49-F238E27FC236}">
                  <a16:creationId xmlns:a16="http://schemas.microsoft.com/office/drawing/2014/main" id="{9C573F54-0B22-4B49-9F98-8BE44C85EDC6}"/>
                </a:ext>
              </a:extLst>
            </p:cNvPr>
            <p:cNvSpPr/>
            <p:nvPr/>
          </p:nvSpPr>
          <p:spPr bwMode="auto">
            <a:xfrm>
              <a:off x="7381968" y="5241568"/>
              <a:ext cx="84842" cy="84842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4A9F976A-C3B1-4F10-A480-F35D0ADF37EC}"/>
                </a:ext>
              </a:extLst>
            </p:cNvPr>
            <p:cNvSpPr txBox="1"/>
            <p:nvPr/>
          </p:nvSpPr>
          <p:spPr>
            <a:xfrm>
              <a:off x="7678963" y="3999702"/>
              <a:ext cx="370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몽촌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토성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A36995DE-50C0-4824-B133-240208C4A35A}"/>
                </a:ext>
              </a:extLst>
            </p:cNvPr>
            <p:cNvSpPr txBox="1"/>
            <p:nvPr/>
          </p:nvSpPr>
          <p:spPr>
            <a:xfrm>
              <a:off x="7316371" y="4000208"/>
              <a:ext cx="370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강동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구청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90D4ECE6-2E45-4251-8F39-35D03DE250DF}"/>
                </a:ext>
              </a:extLst>
            </p:cNvPr>
            <p:cNvSpPr txBox="1"/>
            <p:nvPr/>
          </p:nvSpPr>
          <p:spPr>
            <a:xfrm>
              <a:off x="6880514" y="4182782"/>
              <a:ext cx="4635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광나루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38C829D1-27C5-4DF8-A23C-E56197F26EB6}"/>
                </a:ext>
              </a:extLst>
            </p:cNvPr>
            <p:cNvSpPr txBox="1"/>
            <p:nvPr/>
          </p:nvSpPr>
          <p:spPr>
            <a:xfrm>
              <a:off x="6558751" y="4514472"/>
              <a:ext cx="4635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아차산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10DC3F31-26F4-4CD4-BDF0-43E0930EE58A}"/>
                </a:ext>
              </a:extLst>
            </p:cNvPr>
            <p:cNvSpPr txBox="1"/>
            <p:nvPr/>
          </p:nvSpPr>
          <p:spPr>
            <a:xfrm>
              <a:off x="6628594" y="4954437"/>
              <a:ext cx="463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어린이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대공원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B85F5739-231F-4235-B6CC-38629BCE2580}"/>
                </a:ext>
              </a:extLst>
            </p:cNvPr>
            <p:cNvSpPr txBox="1"/>
            <p:nvPr/>
          </p:nvSpPr>
          <p:spPr>
            <a:xfrm>
              <a:off x="9095727" y="4132630"/>
              <a:ext cx="3706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잠실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새내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C1F31224-4318-477A-BFC8-BF356A253EF1}"/>
                </a:ext>
              </a:extLst>
            </p:cNvPr>
            <p:cNvSpPr txBox="1"/>
            <p:nvPr/>
          </p:nvSpPr>
          <p:spPr>
            <a:xfrm>
              <a:off x="9140039" y="5233588"/>
              <a:ext cx="55656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삼성중앙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1B9CF7AF-43AC-4AF6-8DF6-BAFC49B4D1B9}"/>
                </a:ext>
              </a:extLst>
            </p:cNvPr>
            <p:cNvSpPr txBox="1"/>
            <p:nvPr/>
          </p:nvSpPr>
          <p:spPr>
            <a:xfrm>
              <a:off x="7312068" y="5396310"/>
              <a:ext cx="463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뚝섬</a:t>
              </a:r>
              <a:endParaRPr lang="en-US" altLang="ko-KR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  <a:p>
              <a:pPr algn="ctr"/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유원지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E5BF0F24-76BF-4522-9F9C-45C0A0D90FE4}"/>
                </a:ext>
              </a:extLst>
            </p:cNvPr>
            <p:cNvSpPr txBox="1"/>
            <p:nvPr/>
          </p:nvSpPr>
          <p:spPr>
            <a:xfrm>
              <a:off x="9521095" y="4926994"/>
              <a:ext cx="46358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봉은사</a:t>
              </a: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9444387C-4F8A-43FE-AF06-91780AF156AB}"/>
                </a:ext>
              </a:extLst>
            </p:cNvPr>
            <p:cNvSpPr txBox="1"/>
            <p:nvPr/>
          </p:nvSpPr>
          <p:spPr>
            <a:xfrm>
              <a:off x="9787115" y="4384683"/>
              <a:ext cx="3706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삼전</a:t>
              </a: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89DF299C-361A-4216-8019-509D8D4F1F13}"/>
                </a:ext>
              </a:extLst>
            </p:cNvPr>
            <p:cNvSpPr txBox="1"/>
            <p:nvPr/>
          </p:nvSpPr>
          <p:spPr>
            <a:xfrm>
              <a:off x="9441376" y="4034175"/>
              <a:ext cx="55656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석촌고분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433CA029-BC0F-495D-856B-81B336CE6735}"/>
                </a:ext>
              </a:extLst>
            </p:cNvPr>
            <p:cNvSpPr txBox="1"/>
            <p:nvPr/>
          </p:nvSpPr>
          <p:spPr>
            <a:xfrm>
              <a:off x="7689009" y="5513717"/>
              <a:ext cx="3706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  <a:latin typeface="+mj-ea"/>
                  <a:ea typeface="+mj-ea"/>
                </a:rPr>
                <a:t>청담</a:t>
              </a:r>
            </a:p>
          </p:txBody>
        </p: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A1E78B87-7002-43F1-A448-DB50808CD05A}"/>
              </a:ext>
            </a:extLst>
          </p:cNvPr>
          <p:cNvGrpSpPr/>
          <p:nvPr/>
        </p:nvGrpSpPr>
        <p:grpSpPr>
          <a:xfrm>
            <a:off x="6303837" y="2012171"/>
            <a:ext cx="1164229" cy="485148"/>
            <a:chOff x="1734620" y="1721485"/>
            <a:chExt cx="916802" cy="358565"/>
          </a:xfrm>
        </p:grpSpPr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6B6EA1F3-601E-47D8-9547-0C71C5739530}"/>
                </a:ext>
              </a:extLst>
            </p:cNvPr>
            <p:cNvSpPr/>
            <p:nvPr/>
          </p:nvSpPr>
          <p:spPr>
            <a:xfrm>
              <a:off x="1748287" y="1721485"/>
              <a:ext cx="881973" cy="358565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5F61DD26-E722-4706-8E8C-B30020E8BE49}"/>
                </a:ext>
              </a:extLst>
            </p:cNvPr>
            <p:cNvSpPr txBox="1"/>
            <p:nvPr/>
          </p:nvSpPr>
          <p:spPr>
            <a:xfrm>
              <a:off x="1734620" y="1729070"/>
              <a:ext cx="916802" cy="341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Case 2</a:t>
              </a:r>
              <a:endParaRPr lang="ko-KR" altLang="en-US" sz="24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242" name="TextBox 241">
            <a:extLst>
              <a:ext uri="{FF2B5EF4-FFF2-40B4-BE49-F238E27FC236}">
                <a16:creationId xmlns:a16="http://schemas.microsoft.com/office/drawing/2014/main" id="{83C13711-6AB1-4ACF-954D-B8D22C464C8B}"/>
              </a:ext>
            </a:extLst>
          </p:cNvPr>
          <p:cNvSpPr txBox="1"/>
          <p:nvPr/>
        </p:nvSpPr>
        <p:spPr>
          <a:xfrm>
            <a:off x="3620976" y="4404624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먹골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E23E8897-2AC3-4D1E-B668-D0F2F3B216DC}"/>
              </a:ext>
            </a:extLst>
          </p:cNvPr>
          <p:cNvSpPr txBox="1"/>
          <p:nvPr/>
        </p:nvSpPr>
        <p:spPr>
          <a:xfrm>
            <a:off x="3355699" y="4722525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중화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208E05A-FFF6-409B-A3AE-E554267EFE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18</a:t>
            </a:fld>
            <a:r>
              <a:rPr lang="en-US" altLang="ko-KR"/>
              <a:t> p</a:t>
            </a:r>
            <a:endParaRPr lang="ko-KR" altLang="en-US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7CC5E2B-BEC7-4C2C-A672-5D665797C02B}"/>
              </a:ext>
            </a:extLst>
          </p:cNvPr>
          <p:cNvSpPr txBox="1"/>
          <p:nvPr/>
        </p:nvSpPr>
        <p:spPr>
          <a:xfrm>
            <a:off x="8081525" y="4479203"/>
            <a:ext cx="4635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구의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9B884345-50A2-4B7F-A5D4-E6D084BAEE20}"/>
              </a:ext>
            </a:extLst>
          </p:cNvPr>
          <p:cNvSpPr txBox="1"/>
          <p:nvPr/>
        </p:nvSpPr>
        <p:spPr>
          <a:xfrm>
            <a:off x="8545113" y="3784701"/>
            <a:ext cx="6801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  <a:t>잠실나루</a:t>
            </a:r>
          </a:p>
        </p:txBody>
      </p:sp>
    </p:spTree>
    <p:extLst>
      <p:ext uri="{BB962C8B-B14F-4D97-AF65-F5344CB8AC3E}">
        <p14:creationId xmlns:p14="http://schemas.microsoft.com/office/powerpoint/2010/main" val="4038512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Early</a:t>
            </a:r>
            <a:endParaRPr lang="ko-KR" altLang="en-US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86D200E-7010-494D-9072-502508DA05B8}"/>
              </a:ext>
            </a:extLst>
          </p:cNvPr>
          <p:cNvGrpSpPr/>
          <p:nvPr/>
        </p:nvGrpSpPr>
        <p:grpSpPr>
          <a:xfrm>
            <a:off x="70677" y="2047199"/>
            <a:ext cx="5692853" cy="3368081"/>
            <a:chOff x="70677" y="2047199"/>
            <a:chExt cx="5692853" cy="3368081"/>
          </a:xfrm>
        </p:grpSpPr>
        <p:sp>
          <p:nvSpPr>
            <p:cNvPr id="103" name="별: 꼭짓점 16개 102">
              <a:extLst>
                <a:ext uri="{FF2B5EF4-FFF2-40B4-BE49-F238E27FC236}">
                  <a16:creationId xmlns:a16="http://schemas.microsoft.com/office/drawing/2014/main" id="{B8991764-2411-49A6-BFAF-69723CCEB9A9}"/>
                </a:ext>
              </a:extLst>
            </p:cNvPr>
            <p:cNvSpPr/>
            <p:nvPr/>
          </p:nvSpPr>
          <p:spPr bwMode="auto">
            <a:xfrm>
              <a:off x="925694" y="3444642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73D788F3-F9B1-4946-A355-2CF5CABE6792}"/>
                </a:ext>
              </a:extLst>
            </p:cNvPr>
            <p:cNvGrpSpPr/>
            <p:nvPr/>
          </p:nvGrpSpPr>
          <p:grpSpPr>
            <a:xfrm>
              <a:off x="70677" y="2047199"/>
              <a:ext cx="5692853" cy="3368081"/>
              <a:chOff x="608315" y="1386752"/>
              <a:chExt cx="4419117" cy="2614498"/>
            </a:xfrm>
          </p:grpSpPr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83B7A166-E708-4944-B076-20A090095C97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51" name="그룹 150">
                  <a:extLst>
                    <a:ext uri="{FF2B5EF4-FFF2-40B4-BE49-F238E27FC236}">
                      <a16:creationId xmlns:a16="http://schemas.microsoft.com/office/drawing/2014/main" id="{9760E1CD-2F1D-4491-BA29-D1FE2C61A2D0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20217"/>
                  <a:chOff x="1849118" y="4003034"/>
                  <a:chExt cx="4276705" cy="1244076"/>
                </a:xfrm>
              </p:grpSpPr>
              <p:sp>
                <p:nvSpPr>
                  <p:cNvPr id="175" name="Line 48">
                    <a:extLst>
                      <a:ext uri="{FF2B5EF4-FFF2-40B4-BE49-F238E27FC236}">
                        <a16:creationId xmlns:a16="http://schemas.microsoft.com/office/drawing/2014/main" id="{03D574BD-0290-40F4-B4F6-BE2B82C862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76" name="Line 48">
                    <a:extLst>
                      <a:ext uri="{FF2B5EF4-FFF2-40B4-BE49-F238E27FC236}">
                        <a16:creationId xmlns:a16="http://schemas.microsoft.com/office/drawing/2014/main" id="{36271D4C-4B81-4EED-BBB6-54FD159A13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7" name="Line 48">
                    <a:extLst>
                      <a:ext uri="{FF2B5EF4-FFF2-40B4-BE49-F238E27FC236}">
                        <a16:creationId xmlns:a16="http://schemas.microsoft.com/office/drawing/2014/main" id="{9DF30372-3D44-42A7-B242-90EC0A69C8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8" name="Line 48">
                    <a:extLst>
                      <a:ext uri="{FF2B5EF4-FFF2-40B4-BE49-F238E27FC236}">
                        <a16:creationId xmlns:a16="http://schemas.microsoft.com/office/drawing/2014/main" id="{BB9AB1D8-1876-4CE7-8520-4F0B55BA54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9" name="Line 48">
                    <a:extLst>
                      <a:ext uri="{FF2B5EF4-FFF2-40B4-BE49-F238E27FC236}">
                        <a16:creationId xmlns:a16="http://schemas.microsoft.com/office/drawing/2014/main" id="{0D74060C-96F5-4D9B-A9CF-6692E08AEB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0" name="Line 48">
                    <a:extLst>
                      <a:ext uri="{FF2B5EF4-FFF2-40B4-BE49-F238E27FC236}">
                        <a16:creationId xmlns:a16="http://schemas.microsoft.com/office/drawing/2014/main" id="{77714945-EDDC-4660-ACDF-14CC229433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1" name="Line 48">
                    <a:extLst>
                      <a:ext uri="{FF2B5EF4-FFF2-40B4-BE49-F238E27FC236}">
                        <a16:creationId xmlns:a16="http://schemas.microsoft.com/office/drawing/2014/main" id="{7B713A61-A8DA-40D2-BBDE-DED2FC757B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2" name="Line 48">
                    <a:extLst>
                      <a:ext uri="{FF2B5EF4-FFF2-40B4-BE49-F238E27FC236}">
                        <a16:creationId xmlns:a16="http://schemas.microsoft.com/office/drawing/2014/main" id="{7EE89F97-BD5F-47C5-8DE5-FD0AD39172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3" name="Line 48">
                    <a:extLst>
                      <a:ext uri="{FF2B5EF4-FFF2-40B4-BE49-F238E27FC236}">
                        <a16:creationId xmlns:a16="http://schemas.microsoft.com/office/drawing/2014/main" id="{18C62817-6C9E-40B6-A6AC-E87EBED45C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4" name="Line 48">
                    <a:extLst>
                      <a:ext uri="{FF2B5EF4-FFF2-40B4-BE49-F238E27FC236}">
                        <a16:creationId xmlns:a16="http://schemas.microsoft.com/office/drawing/2014/main" id="{764E5061-E89C-49B1-97B9-9979FE03D0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5" name="Line 48">
                    <a:extLst>
                      <a:ext uri="{FF2B5EF4-FFF2-40B4-BE49-F238E27FC236}">
                        <a16:creationId xmlns:a16="http://schemas.microsoft.com/office/drawing/2014/main" id="{949BE222-9D33-4E68-AF14-98E372B19E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6" name="Line 48">
                    <a:extLst>
                      <a:ext uri="{FF2B5EF4-FFF2-40B4-BE49-F238E27FC236}">
                        <a16:creationId xmlns:a16="http://schemas.microsoft.com/office/drawing/2014/main" id="{4A68532C-00ED-4E7E-8C91-7940F5C5EF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390" y="461824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E0AC51E7-712B-4F47-8764-8927BC2C83DC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4E89B3CA-E35C-4E2E-980E-65B9D7BF809B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9503E33D-C5C2-4BEB-ADC0-189C3EE143E6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21787A1F-FD2A-4C97-9FC4-63393E35502D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BA0FA139-BD95-4D80-9852-98E8181CB9EC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ADED245C-8403-4B61-8D73-5A35A1E50B83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894D1F04-B597-48FD-B590-F50BA5C0C088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FE72BE2E-CC30-4378-AD8C-7A5B2BB5777E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5C9F351A-DB85-48F7-8896-A582BCCA3F8D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FBDBA3EB-11E4-41D8-AA04-6122B9209D6A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D665B01E-D7A0-4C63-83D2-679A9D62F1C7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1A115DC8-8716-4837-B96C-0F2B23F2D2EF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CD363217-C80E-40C9-B633-83AA5D0F85AF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88ADB543-2B2B-4011-9697-D8658E9BD76B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20DC30DB-FB50-4279-88ED-0B0ACB880861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D73621F2-050F-4161-80D0-B9BF3574733E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92931F67-8CA0-4A7B-8DFA-664A705F68B0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48FAD1D5-88E2-4C89-B859-C0964FEC3BDE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2EDD6CAA-6EC0-4A86-A8E0-7CF4D546BF8B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C7279152-DF77-40B9-A38C-D7F695DD1D91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1B221C1B-0425-434B-A89E-00445CF779DD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B77657E5-58AA-4C72-B28D-FE10B9ED840E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204CC282-61D2-4484-A0B0-A7E936463BB7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955" name="TextBox 954">
                  <a:extLst>
                    <a:ext uri="{FF2B5EF4-FFF2-40B4-BE49-F238E27FC236}">
                      <a16:creationId xmlns:a16="http://schemas.microsoft.com/office/drawing/2014/main" id="{6798BB29-6BB0-4BE7-A93F-263969DA9707}"/>
                    </a:ext>
                  </a:extLst>
                </p:cNvPr>
                <p:cNvSpPr txBox="1"/>
                <p:nvPr/>
              </p:nvSpPr>
              <p:spPr>
                <a:xfrm>
                  <a:off x="4111143" y="463528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511" name="Text Box 58">
                <a:extLst>
                  <a:ext uri="{FF2B5EF4-FFF2-40B4-BE49-F238E27FC236}">
                    <a16:creationId xmlns:a16="http://schemas.microsoft.com/office/drawing/2014/main" id="{5DDCF455-9DD2-497B-8FE5-C2A8E05CC0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4814" y="1424514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2" name="Text Box 58">
                <a:extLst>
                  <a:ext uri="{FF2B5EF4-FFF2-40B4-BE49-F238E27FC236}">
                    <a16:creationId xmlns:a16="http://schemas.microsoft.com/office/drawing/2014/main" id="{2FF68A7D-AE77-4769-922C-7C01C33E96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569" y="1429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3" name="Text Box 58">
                <a:extLst>
                  <a:ext uri="{FF2B5EF4-FFF2-40B4-BE49-F238E27FC236}">
                    <a16:creationId xmlns:a16="http://schemas.microsoft.com/office/drawing/2014/main" id="{83DF111F-43A9-409D-8332-45FC96C95C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9518" y="2321544"/>
                <a:ext cx="533400" cy="358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4" name="Text Box 58">
                <a:extLst>
                  <a:ext uri="{FF2B5EF4-FFF2-40B4-BE49-F238E27FC236}">
                    <a16:creationId xmlns:a16="http://schemas.microsoft.com/office/drawing/2014/main" id="{C0A0CBE4-6AF4-4A54-9BAE-AB1669DE1A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3126" y="2842744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5" name="Text Box 58">
                <a:extLst>
                  <a:ext uri="{FF2B5EF4-FFF2-40B4-BE49-F238E27FC236}">
                    <a16:creationId xmlns:a16="http://schemas.microsoft.com/office/drawing/2014/main" id="{0976B024-F181-4BE3-B807-2FD0DE59C1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2275" y="2833057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6" name="Text Box 58">
                <a:extLst>
                  <a:ext uri="{FF2B5EF4-FFF2-40B4-BE49-F238E27FC236}">
                    <a16:creationId xmlns:a16="http://schemas.microsoft.com/office/drawing/2014/main" id="{DD8CA92A-1FC7-4D0D-AD54-BEDDE44D9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7" name="Text Box 58">
                <a:extLst>
                  <a:ext uri="{FF2B5EF4-FFF2-40B4-BE49-F238E27FC236}">
                    <a16:creationId xmlns:a16="http://schemas.microsoft.com/office/drawing/2014/main" id="{6AC8B920-BF8A-4DD0-8AAA-FB898062C2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578" y="3523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8" name="Text Box 58">
                <a:extLst>
                  <a:ext uri="{FF2B5EF4-FFF2-40B4-BE49-F238E27FC236}">
                    <a16:creationId xmlns:a16="http://schemas.microsoft.com/office/drawing/2014/main" id="{2C015F26-D919-4B5D-8460-9A7E4BE2CA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5439" y="35440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9" name="Text Box 58">
                <a:extLst>
                  <a:ext uri="{FF2B5EF4-FFF2-40B4-BE49-F238E27FC236}">
                    <a16:creationId xmlns:a16="http://schemas.microsoft.com/office/drawing/2014/main" id="{615DE27C-7BF6-4F19-825B-0CAEE30D34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20" name="Text Box 58">
                <a:extLst>
                  <a:ext uri="{FF2B5EF4-FFF2-40B4-BE49-F238E27FC236}">
                    <a16:creationId xmlns:a16="http://schemas.microsoft.com/office/drawing/2014/main" id="{47B68E2B-6059-43E3-B14A-633C5D061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5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8754125-8735-4D86-8E0B-C14A6D334009}"/>
              </a:ext>
            </a:extLst>
          </p:cNvPr>
          <p:cNvGrpSpPr/>
          <p:nvPr/>
        </p:nvGrpSpPr>
        <p:grpSpPr>
          <a:xfrm>
            <a:off x="6345356" y="2047199"/>
            <a:ext cx="5692850" cy="3368081"/>
            <a:chOff x="6345356" y="2047199"/>
            <a:chExt cx="5692850" cy="3368081"/>
          </a:xfrm>
        </p:grpSpPr>
        <p:sp>
          <p:nvSpPr>
            <p:cNvPr id="106" name="별: 꼭짓점 16개 105">
              <a:extLst>
                <a:ext uri="{FF2B5EF4-FFF2-40B4-BE49-F238E27FC236}">
                  <a16:creationId xmlns:a16="http://schemas.microsoft.com/office/drawing/2014/main" id="{CF4874A1-72F2-486D-BB03-301285F58E47}"/>
                </a:ext>
              </a:extLst>
            </p:cNvPr>
            <p:cNvSpPr/>
            <p:nvPr/>
          </p:nvSpPr>
          <p:spPr bwMode="auto">
            <a:xfrm>
              <a:off x="7208826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855" name="그룹 854">
              <a:extLst>
                <a:ext uri="{FF2B5EF4-FFF2-40B4-BE49-F238E27FC236}">
                  <a16:creationId xmlns:a16="http://schemas.microsoft.com/office/drawing/2014/main" id="{71DEED37-32D6-4E7D-A906-3F03BFA8ABB6}"/>
                </a:ext>
              </a:extLst>
            </p:cNvPr>
            <p:cNvGrpSpPr/>
            <p:nvPr/>
          </p:nvGrpSpPr>
          <p:grpSpPr>
            <a:xfrm>
              <a:off x="6345356" y="2047199"/>
              <a:ext cx="5692850" cy="3368081"/>
              <a:chOff x="608317" y="1386752"/>
              <a:chExt cx="4419115" cy="2614498"/>
            </a:xfrm>
          </p:grpSpPr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223E1B4B-C338-4E34-B02A-7F92FFE881B7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867" name="그룹 866">
                  <a:extLst>
                    <a:ext uri="{FF2B5EF4-FFF2-40B4-BE49-F238E27FC236}">
                      <a16:creationId xmlns:a16="http://schemas.microsoft.com/office/drawing/2014/main" id="{82C0ED9C-F58B-49FF-B9FD-6A28B1C946DA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891" name="Line 48">
                    <a:extLst>
                      <a:ext uri="{FF2B5EF4-FFF2-40B4-BE49-F238E27FC236}">
                        <a16:creationId xmlns:a16="http://schemas.microsoft.com/office/drawing/2014/main" id="{D0AD1350-3516-4938-B5B7-D2BCF42A12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olid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92" name="Line 48">
                    <a:extLst>
                      <a:ext uri="{FF2B5EF4-FFF2-40B4-BE49-F238E27FC236}">
                        <a16:creationId xmlns:a16="http://schemas.microsoft.com/office/drawing/2014/main" id="{346B3C0D-F1B3-424F-B34F-2041863C40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93" name="Line 48">
                    <a:extLst>
                      <a:ext uri="{FF2B5EF4-FFF2-40B4-BE49-F238E27FC236}">
                        <a16:creationId xmlns:a16="http://schemas.microsoft.com/office/drawing/2014/main" id="{4252EBA5-09F5-416A-B9A9-A3BCFD82D7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4" name="Line 48">
                    <a:extLst>
                      <a:ext uri="{FF2B5EF4-FFF2-40B4-BE49-F238E27FC236}">
                        <a16:creationId xmlns:a16="http://schemas.microsoft.com/office/drawing/2014/main" id="{A010F855-D1EB-4A97-B7F9-4A9F0B3D63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5" name="Line 48">
                    <a:extLst>
                      <a:ext uri="{FF2B5EF4-FFF2-40B4-BE49-F238E27FC236}">
                        <a16:creationId xmlns:a16="http://schemas.microsoft.com/office/drawing/2014/main" id="{1AC76FCB-7D80-46E4-814F-FD894FA495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6" name="Line 48">
                    <a:extLst>
                      <a:ext uri="{FF2B5EF4-FFF2-40B4-BE49-F238E27FC236}">
                        <a16:creationId xmlns:a16="http://schemas.microsoft.com/office/drawing/2014/main" id="{3BF49B62-DC87-4C51-A053-9CE7B66BDF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7" name="Line 48">
                    <a:extLst>
                      <a:ext uri="{FF2B5EF4-FFF2-40B4-BE49-F238E27FC236}">
                        <a16:creationId xmlns:a16="http://schemas.microsoft.com/office/drawing/2014/main" id="{6C39A3DF-F5E1-4C9E-A8AF-7148FAF412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8" name="Line 48">
                    <a:extLst>
                      <a:ext uri="{FF2B5EF4-FFF2-40B4-BE49-F238E27FC236}">
                        <a16:creationId xmlns:a16="http://schemas.microsoft.com/office/drawing/2014/main" id="{82809201-1417-48D3-AD8E-FA92F191EF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9" name="Line 48">
                    <a:extLst>
                      <a:ext uri="{FF2B5EF4-FFF2-40B4-BE49-F238E27FC236}">
                        <a16:creationId xmlns:a16="http://schemas.microsoft.com/office/drawing/2014/main" id="{4A7FE09B-9EEF-4969-B22F-02ED257357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0" name="Line 48">
                    <a:extLst>
                      <a:ext uri="{FF2B5EF4-FFF2-40B4-BE49-F238E27FC236}">
                        <a16:creationId xmlns:a16="http://schemas.microsoft.com/office/drawing/2014/main" id="{8E1ACDCD-A257-4F82-9F14-35D5D9D696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1" name="Line 48">
                    <a:extLst>
                      <a:ext uri="{FF2B5EF4-FFF2-40B4-BE49-F238E27FC236}">
                        <a16:creationId xmlns:a16="http://schemas.microsoft.com/office/drawing/2014/main" id="{B4D8350A-C5DC-4E00-BF11-94C0F6F4A0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54" name="Line 48">
                    <a:extLst>
                      <a:ext uri="{FF2B5EF4-FFF2-40B4-BE49-F238E27FC236}">
                        <a16:creationId xmlns:a16="http://schemas.microsoft.com/office/drawing/2014/main" id="{0C25E24E-176D-4846-AC59-D5A80BA5E8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B029B053-87A1-42A1-BD97-E30F895A79DC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69" name="TextBox 868">
                  <a:extLst>
                    <a:ext uri="{FF2B5EF4-FFF2-40B4-BE49-F238E27FC236}">
                      <a16:creationId xmlns:a16="http://schemas.microsoft.com/office/drawing/2014/main" id="{7A0F2882-C9E1-403E-9AE5-F9EAEC5131E2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3FDB2280-D58D-4809-8850-8FAD5CC99AA0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871" name="TextBox 870">
                  <a:extLst>
                    <a:ext uri="{FF2B5EF4-FFF2-40B4-BE49-F238E27FC236}">
                      <a16:creationId xmlns:a16="http://schemas.microsoft.com/office/drawing/2014/main" id="{2062EC46-D6ED-4169-87F1-8C702A1927DF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FB324803-E728-4FF5-99C5-96363FC0DA1B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873" name="TextBox 872">
                  <a:extLst>
                    <a:ext uri="{FF2B5EF4-FFF2-40B4-BE49-F238E27FC236}">
                      <a16:creationId xmlns:a16="http://schemas.microsoft.com/office/drawing/2014/main" id="{7EC681BF-D2A9-4699-8CC0-958AF36B05C3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834A61BD-2FD7-4342-8074-C33D9B472230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875" name="TextBox 874">
                  <a:extLst>
                    <a:ext uri="{FF2B5EF4-FFF2-40B4-BE49-F238E27FC236}">
                      <a16:creationId xmlns:a16="http://schemas.microsoft.com/office/drawing/2014/main" id="{1A9CFB49-E2CB-40A5-B62A-23A254ABF1CC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7766ED57-F9AC-4F6D-85FE-0D2243271F4A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877" name="TextBox 876">
                  <a:extLst>
                    <a:ext uri="{FF2B5EF4-FFF2-40B4-BE49-F238E27FC236}">
                      <a16:creationId xmlns:a16="http://schemas.microsoft.com/office/drawing/2014/main" id="{B9AAB53E-4C93-49FA-B480-F40A3C68939F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878" name="TextBox 877">
                  <a:extLst>
                    <a:ext uri="{FF2B5EF4-FFF2-40B4-BE49-F238E27FC236}">
                      <a16:creationId xmlns:a16="http://schemas.microsoft.com/office/drawing/2014/main" id="{49D37F6C-A5CB-4A2D-987A-A7318A046C6F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79" name="TextBox 878">
                  <a:extLst>
                    <a:ext uri="{FF2B5EF4-FFF2-40B4-BE49-F238E27FC236}">
                      <a16:creationId xmlns:a16="http://schemas.microsoft.com/office/drawing/2014/main" id="{A813CDC0-EF1D-4024-8E7C-BB721E8BECB8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0" name="TextBox 879">
                  <a:extLst>
                    <a:ext uri="{FF2B5EF4-FFF2-40B4-BE49-F238E27FC236}">
                      <a16:creationId xmlns:a16="http://schemas.microsoft.com/office/drawing/2014/main" id="{01359773-1A91-47AC-8B1E-31844C77BEC5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1" name="TextBox 880">
                  <a:extLst>
                    <a:ext uri="{FF2B5EF4-FFF2-40B4-BE49-F238E27FC236}">
                      <a16:creationId xmlns:a16="http://schemas.microsoft.com/office/drawing/2014/main" id="{EB667875-E04D-488F-B5CA-0A85E1F4A8C7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2" name="TextBox 881">
                  <a:extLst>
                    <a:ext uri="{FF2B5EF4-FFF2-40B4-BE49-F238E27FC236}">
                      <a16:creationId xmlns:a16="http://schemas.microsoft.com/office/drawing/2014/main" id="{7C09576B-E97F-4199-B5C9-E9ED5A9A337D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3" name="TextBox 882">
                  <a:extLst>
                    <a:ext uri="{FF2B5EF4-FFF2-40B4-BE49-F238E27FC236}">
                      <a16:creationId xmlns:a16="http://schemas.microsoft.com/office/drawing/2014/main" id="{A71A0E4F-4AB4-4FDB-AF23-975F1A1072FF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4" name="TextBox 883">
                  <a:extLst>
                    <a:ext uri="{FF2B5EF4-FFF2-40B4-BE49-F238E27FC236}">
                      <a16:creationId xmlns:a16="http://schemas.microsoft.com/office/drawing/2014/main" id="{5919C4DA-7D93-4B71-A6FC-806A72C92936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5" name="TextBox 884">
                  <a:extLst>
                    <a:ext uri="{FF2B5EF4-FFF2-40B4-BE49-F238E27FC236}">
                      <a16:creationId xmlns:a16="http://schemas.microsoft.com/office/drawing/2014/main" id="{8EA5B482-4000-4121-BD63-B4214AAE870F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6" name="TextBox 885">
                  <a:extLst>
                    <a:ext uri="{FF2B5EF4-FFF2-40B4-BE49-F238E27FC236}">
                      <a16:creationId xmlns:a16="http://schemas.microsoft.com/office/drawing/2014/main" id="{0DB57A21-D6A4-4E70-8471-8FE5EB6CAD55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7" name="TextBox 886">
                  <a:extLst>
                    <a:ext uri="{FF2B5EF4-FFF2-40B4-BE49-F238E27FC236}">
                      <a16:creationId xmlns:a16="http://schemas.microsoft.com/office/drawing/2014/main" id="{B23F8690-B096-447A-9A22-3D67FAA4A557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8" name="TextBox 887">
                  <a:extLst>
                    <a:ext uri="{FF2B5EF4-FFF2-40B4-BE49-F238E27FC236}">
                      <a16:creationId xmlns:a16="http://schemas.microsoft.com/office/drawing/2014/main" id="{D7D2F969-194A-4645-B8E6-4BFF27A4B8D5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9" name="TextBox 888">
                  <a:extLst>
                    <a:ext uri="{FF2B5EF4-FFF2-40B4-BE49-F238E27FC236}">
                      <a16:creationId xmlns:a16="http://schemas.microsoft.com/office/drawing/2014/main" id="{47113117-48E8-4C23-8D52-8CD74F76AE5C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890" name="TextBox 889">
                  <a:extLst>
                    <a:ext uri="{FF2B5EF4-FFF2-40B4-BE49-F238E27FC236}">
                      <a16:creationId xmlns:a16="http://schemas.microsoft.com/office/drawing/2014/main" id="{081D89C4-D2CE-4310-9B12-634CA3E27BB3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956" name="TextBox 955">
                  <a:extLst>
                    <a:ext uri="{FF2B5EF4-FFF2-40B4-BE49-F238E27FC236}">
                      <a16:creationId xmlns:a16="http://schemas.microsoft.com/office/drawing/2014/main" id="{954B67F2-FCE3-491C-A216-178AE3F78466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858" name="Text Box 58">
                <a:extLst>
                  <a:ext uri="{FF2B5EF4-FFF2-40B4-BE49-F238E27FC236}">
                    <a16:creationId xmlns:a16="http://schemas.microsoft.com/office/drawing/2014/main" id="{99F11F2D-29D6-4E86-8E74-5B10B7B271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569" y="1429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0" name="Text Box 58">
                <a:extLst>
                  <a:ext uri="{FF2B5EF4-FFF2-40B4-BE49-F238E27FC236}">
                    <a16:creationId xmlns:a16="http://schemas.microsoft.com/office/drawing/2014/main" id="{033ACA47-8C4F-427A-9CEE-851EC3F684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3126" y="2842744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1" name="Text Box 58">
                <a:extLst>
                  <a:ext uri="{FF2B5EF4-FFF2-40B4-BE49-F238E27FC236}">
                    <a16:creationId xmlns:a16="http://schemas.microsoft.com/office/drawing/2014/main" id="{B4FF6C7D-8576-42E3-B39E-21364CBC8B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2275" y="2833057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2" name="Text Box 58">
                <a:extLst>
                  <a:ext uri="{FF2B5EF4-FFF2-40B4-BE49-F238E27FC236}">
                    <a16:creationId xmlns:a16="http://schemas.microsoft.com/office/drawing/2014/main" id="{2EE1648A-FE37-476A-A61A-DCCDC0EEAF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3" name="Text Box 58">
                <a:extLst>
                  <a:ext uri="{FF2B5EF4-FFF2-40B4-BE49-F238E27FC236}">
                    <a16:creationId xmlns:a16="http://schemas.microsoft.com/office/drawing/2014/main" id="{753E81CD-FD72-4EBF-ACA7-DB25F416C7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578" y="3523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4" name="Text Box 58">
                <a:extLst>
                  <a:ext uri="{FF2B5EF4-FFF2-40B4-BE49-F238E27FC236}">
                    <a16:creationId xmlns:a16="http://schemas.microsoft.com/office/drawing/2014/main" id="{1F2768F6-8829-469F-ADD0-D588AE81B3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5439" y="35440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5" name="Text Box 58">
                <a:extLst>
                  <a:ext uri="{FF2B5EF4-FFF2-40B4-BE49-F238E27FC236}">
                    <a16:creationId xmlns:a16="http://schemas.microsoft.com/office/drawing/2014/main" id="{A1942185-8CC2-4CD1-B2BE-631CC5303F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6" name="Text Box 58">
                <a:extLst>
                  <a:ext uri="{FF2B5EF4-FFF2-40B4-BE49-F238E27FC236}">
                    <a16:creationId xmlns:a16="http://schemas.microsoft.com/office/drawing/2014/main" id="{7E345770-6169-43AE-9F15-D18B774A4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02" name="Text Box 58">
              <a:extLst>
                <a:ext uri="{FF2B5EF4-FFF2-40B4-BE49-F238E27FC236}">
                  <a16:creationId xmlns:a16="http://schemas.microsoft.com/office/drawing/2014/main" id="{ADF43ED9-BCF5-4F49-8679-00477A81B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3279" y="2103011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903" name="Text Box 58">
              <a:extLst>
                <a:ext uri="{FF2B5EF4-FFF2-40B4-BE49-F238E27FC236}">
                  <a16:creationId xmlns:a16="http://schemas.microsoft.com/office/drawing/2014/main" id="{FC4A4A98-242A-4A28-BDB8-2C43F20FC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124" y="3282959"/>
              <a:ext cx="40812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904" name="타원 903">
              <a:extLst>
                <a:ext uri="{FF2B5EF4-FFF2-40B4-BE49-F238E27FC236}">
                  <a16:creationId xmlns:a16="http://schemas.microsoft.com/office/drawing/2014/main" id="{AC500BE0-29C2-4456-9997-442A7BADF790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26EBB-95CA-4EF5-B9A3-9C4DA14D36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19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4109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Early</a:t>
            </a:r>
            <a:endParaRPr lang="ko-KR" altLang="en-US" sz="20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8754125-8735-4D86-8E0B-C14A6D334009}"/>
              </a:ext>
            </a:extLst>
          </p:cNvPr>
          <p:cNvGrpSpPr/>
          <p:nvPr/>
        </p:nvGrpSpPr>
        <p:grpSpPr>
          <a:xfrm>
            <a:off x="60200" y="1955869"/>
            <a:ext cx="5692850" cy="3459411"/>
            <a:chOff x="6345356" y="1955869"/>
            <a:chExt cx="5692850" cy="3459411"/>
          </a:xfrm>
        </p:grpSpPr>
        <p:sp>
          <p:nvSpPr>
            <p:cNvPr id="106" name="별: 꼭짓점 16개 105">
              <a:extLst>
                <a:ext uri="{FF2B5EF4-FFF2-40B4-BE49-F238E27FC236}">
                  <a16:creationId xmlns:a16="http://schemas.microsoft.com/office/drawing/2014/main" id="{CF4874A1-72F2-486D-BB03-301285F58E47}"/>
                </a:ext>
              </a:extLst>
            </p:cNvPr>
            <p:cNvSpPr/>
            <p:nvPr/>
          </p:nvSpPr>
          <p:spPr bwMode="auto">
            <a:xfrm>
              <a:off x="7208826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855" name="그룹 854">
              <a:extLst>
                <a:ext uri="{FF2B5EF4-FFF2-40B4-BE49-F238E27FC236}">
                  <a16:creationId xmlns:a16="http://schemas.microsoft.com/office/drawing/2014/main" id="{71DEED37-32D6-4E7D-A906-3F03BFA8ABB6}"/>
                </a:ext>
              </a:extLst>
            </p:cNvPr>
            <p:cNvGrpSpPr/>
            <p:nvPr/>
          </p:nvGrpSpPr>
          <p:grpSpPr>
            <a:xfrm>
              <a:off x="6345356" y="2047199"/>
              <a:ext cx="5692850" cy="3368081"/>
              <a:chOff x="608317" y="1386752"/>
              <a:chExt cx="4419115" cy="2614498"/>
            </a:xfrm>
          </p:grpSpPr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223E1B4B-C338-4E34-B02A-7F92FFE881B7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867" name="그룹 866">
                  <a:extLst>
                    <a:ext uri="{FF2B5EF4-FFF2-40B4-BE49-F238E27FC236}">
                      <a16:creationId xmlns:a16="http://schemas.microsoft.com/office/drawing/2014/main" id="{82C0ED9C-F58B-49FF-B9FD-6A28B1C946DA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891" name="Line 48">
                    <a:extLst>
                      <a:ext uri="{FF2B5EF4-FFF2-40B4-BE49-F238E27FC236}">
                        <a16:creationId xmlns:a16="http://schemas.microsoft.com/office/drawing/2014/main" id="{D0AD1350-3516-4938-B5B7-D2BCF42A12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92" name="Line 48">
                    <a:extLst>
                      <a:ext uri="{FF2B5EF4-FFF2-40B4-BE49-F238E27FC236}">
                        <a16:creationId xmlns:a16="http://schemas.microsoft.com/office/drawing/2014/main" id="{346B3C0D-F1B3-424F-B34F-2041863C40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93" name="Line 48">
                    <a:extLst>
                      <a:ext uri="{FF2B5EF4-FFF2-40B4-BE49-F238E27FC236}">
                        <a16:creationId xmlns:a16="http://schemas.microsoft.com/office/drawing/2014/main" id="{4252EBA5-09F5-416A-B9A9-A3BCFD82D7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4" name="Line 48">
                    <a:extLst>
                      <a:ext uri="{FF2B5EF4-FFF2-40B4-BE49-F238E27FC236}">
                        <a16:creationId xmlns:a16="http://schemas.microsoft.com/office/drawing/2014/main" id="{A010F855-D1EB-4A97-B7F9-4A9F0B3D63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5" name="Line 48">
                    <a:extLst>
                      <a:ext uri="{FF2B5EF4-FFF2-40B4-BE49-F238E27FC236}">
                        <a16:creationId xmlns:a16="http://schemas.microsoft.com/office/drawing/2014/main" id="{1AC76FCB-7D80-46E4-814F-FD894FA495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6" name="Line 48">
                    <a:extLst>
                      <a:ext uri="{FF2B5EF4-FFF2-40B4-BE49-F238E27FC236}">
                        <a16:creationId xmlns:a16="http://schemas.microsoft.com/office/drawing/2014/main" id="{3BF49B62-DC87-4C51-A053-9CE7B66BDF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97" name="Line 48">
                    <a:extLst>
                      <a:ext uri="{FF2B5EF4-FFF2-40B4-BE49-F238E27FC236}">
                        <a16:creationId xmlns:a16="http://schemas.microsoft.com/office/drawing/2014/main" id="{6C39A3DF-F5E1-4C9E-A8AF-7148FAF412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8" name="Line 48">
                    <a:extLst>
                      <a:ext uri="{FF2B5EF4-FFF2-40B4-BE49-F238E27FC236}">
                        <a16:creationId xmlns:a16="http://schemas.microsoft.com/office/drawing/2014/main" id="{82809201-1417-48D3-AD8E-FA92F191EF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9" name="Line 48">
                    <a:extLst>
                      <a:ext uri="{FF2B5EF4-FFF2-40B4-BE49-F238E27FC236}">
                        <a16:creationId xmlns:a16="http://schemas.microsoft.com/office/drawing/2014/main" id="{4A7FE09B-9EEF-4969-B22F-02ED257357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0" name="Line 48">
                    <a:extLst>
                      <a:ext uri="{FF2B5EF4-FFF2-40B4-BE49-F238E27FC236}">
                        <a16:creationId xmlns:a16="http://schemas.microsoft.com/office/drawing/2014/main" id="{8E1ACDCD-A257-4F82-9F14-35D5D9D696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1" name="Line 48">
                    <a:extLst>
                      <a:ext uri="{FF2B5EF4-FFF2-40B4-BE49-F238E27FC236}">
                        <a16:creationId xmlns:a16="http://schemas.microsoft.com/office/drawing/2014/main" id="{B4D8350A-C5DC-4E00-BF11-94C0F6F4A0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54" name="Line 48">
                    <a:extLst>
                      <a:ext uri="{FF2B5EF4-FFF2-40B4-BE49-F238E27FC236}">
                        <a16:creationId xmlns:a16="http://schemas.microsoft.com/office/drawing/2014/main" id="{0C25E24E-176D-4846-AC59-D5A80BA5E8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B029B053-87A1-42A1-BD97-E30F895A79DC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69" name="TextBox 868">
                  <a:extLst>
                    <a:ext uri="{FF2B5EF4-FFF2-40B4-BE49-F238E27FC236}">
                      <a16:creationId xmlns:a16="http://schemas.microsoft.com/office/drawing/2014/main" id="{7A0F2882-C9E1-403E-9AE5-F9EAEC5131E2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3FDB2280-D58D-4809-8850-8FAD5CC99AA0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871" name="TextBox 870">
                  <a:extLst>
                    <a:ext uri="{FF2B5EF4-FFF2-40B4-BE49-F238E27FC236}">
                      <a16:creationId xmlns:a16="http://schemas.microsoft.com/office/drawing/2014/main" id="{2062EC46-D6ED-4169-87F1-8C702A1927DF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FB324803-E728-4FF5-99C5-96363FC0DA1B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873" name="TextBox 872">
                  <a:extLst>
                    <a:ext uri="{FF2B5EF4-FFF2-40B4-BE49-F238E27FC236}">
                      <a16:creationId xmlns:a16="http://schemas.microsoft.com/office/drawing/2014/main" id="{7EC681BF-D2A9-4699-8CC0-958AF36B05C3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834A61BD-2FD7-4342-8074-C33D9B472230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875" name="TextBox 874">
                  <a:extLst>
                    <a:ext uri="{FF2B5EF4-FFF2-40B4-BE49-F238E27FC236}">
                      <a16:creationId xmlns:a16="http://schemas.microsoft.com/office/drawing/2014/main" id="{1A9CFB49-E2CB-40A5-B62A-23A254ABF1CC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7766ED57-F9AC-4F6D-85FE-0D2243271F4A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877" name="TextBox 876">
                  <a:extLst>
                    <a:ext uri="{FF2B5EF4-FFF2-40B4-BE49-F238E27FC236}">
                      <a16:creationId xmlns:a16="http://schemas.microsoft.com/office/drawing/2014/main" id="{B9AAB53E-4C93-49FA-B480-F40A3C68939F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878" name="TextBox 877">
                  <a:extLst>
                    <a:ext uri="{FF2B5EF4-FFF2-40B4-BE49-F238E27FC236}">
                      <a16:creationId xmlns:a16="http://schemas.microsoft.com/office/drawing/2014/main" id="{49D37F6C-A5CB-4A2D-987A-A7318A046C6F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79" name="TextBox 878">
                  <a:extLst>
                    <a:ext uri="{FF2B5EF4-FFF2-40B4-BE49-F238E27FC236}">
                      <a16:creationId xmlns:a16="http://schemas.microsoft.com/office/drawing/2014/main" id="{A813CDC0-EF1D-4024-8E7C-BB721E8BECB8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0" name="TextBox 879">
                  <a:extLst>
                    <a:ext uri="{FF2B5EF4-FFF2-40B4-BE49-F238E27FC236}">
                      <a16:creationId xmlns:a16="http://schemas.microsoft.com/office/drawing/2014/main" id="{01359773-1A91-47AC-8B1E-31844C77BEC5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1" name="TextBox 880">
                  <a:extLst>
                    <a:ext uri="{FF2B5EF4-FFF2-40B4-BE49-F238E27FC236}">
                      <a16:creationId xmlns:a16="http://schemas.microsoft.com/office/drawing/2014/main" id="{EB667875-E04D-488F-B5CA-0A85E1F4A8C7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2" name="TextBox 881">
                  <a:extLst>
                    <a:ext uri="{FF2B5EF4-FFF2-40B4-BE49-F238E27FC236}">
                      <a16:creationId xmlns:a16="http://schemas.microsoft.com/office/drawing/2014/main" id="{7C09576B-E97F-4199-B5C9-E9ED5A9A337D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3" name="TextBox 882">
                  <a:extLst>
                    <a:ext uri="{FF2B5EF4-FFF2-40B4-BE49-F238E27FC236}">
                      <a16:creationId xmlns:a16="http://schemas.microsoft.com/office/drawing/2014/main" id="{A71A0E4F-4AB4-4FDB-AF23-975F1A1072FF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4" name="TextBox 883">
                  <a:extLst>
                    <a:ext uri="{FF2B5EF4-FFF2-40B4-BE49-F238E27FC236}">
                      <a16:creationId xmlns:a16="http://schemas.microsoft.com/office/drawing/2014/main" id="{5919C4DA-7D93-4B71-A6FC-806A72C92936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5" name="TextBox 884">
                  <a:extLst>
                    <a:ext uri="{FF2B5EF4-FFF2-40B4-BE49-F238E27FC236}">
                      <a16:creationId xmlns:a16="http://schemas.microsoft.com/office/drawing/2014/main" id="{8EA5B482-4000-4121-BD63-B4214AAE870F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6" name="TextBox 885">
                  <a:extLst>
                    <a:ext uri="{FF2B5EF4-FFF2-40B4-BE49-F238E27FC236}">
                      <a16:creationId xmlns:a16="http://schemas.microsoft.com/office/drawing/2014/main" id="{0DB57A21-D6A4-4E70-8471-8FE5EB6CAD55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7" name="TextBox 886">
                  <a:extLst>
                    <a:ext uri="{FF2B5EF4-FFF2-40B4-BE49-F238E27FC236}">
                      <a16:creationId xmlns:a16="http://schemas.microsoft.com/office/drawing/2014/main" id="{B23F8690-B096-447A-9A22-3D67FAA4A557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8" name="TextBox 887">
                  <a:extLst>
                    <a:ext uri="{FF2B5EF4-FFF2-40B4-BE49-F238E27FC236}">
                      <a16:creationId xmlns:a16="http://schemas.microsoft.com/office/drawing/2014/main" id="{D7D2F969-194A-4645-B8E6-4BFF27A4B8D5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9" name="TextBox 888">
                  <a:extLst>
                    <a:ext uri="{FF2B5EF4-FFF2-40B4-BE49-F238E27FC236}">
                      <a16:creationId xmlns:a16="http://schemas.microsoft.com/office/drawing/2014/main" id="{47113117-48E8-4C23-8D52-8CD74F76AE5C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890" name="TextBox 889">
                  <a:extLst>
                    <a:ext uri="{FF2B5EF4-FFF2-40B4-BE49-F238E27FC236}">
                      <a16:creationId xmlns:a16="http://schemas.microsoft.com/office/drawing/2014/main" id="{081D89C4-D2CE-4310-9B12-634CA3E27BB3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956" name="TextBox 955">
                  <a:extLst>
                    <a:ext uri="{FF2B5EF4-FFF2-40B4-BE49-F238E27FC236}">
                      <a16:creationId xmlns:a16="http://schemas.microsoft.com/office/drawing/2014/main" id="{954B67F2-FCE3-491C-A216-178AE3F78466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860" name="Text Box 58">
                <a:extLst>
                  <a:ext uri="{FF2B5EF4-FFF2-40B4-BE49-F238E27FC236}">
                    <a16:creationId xmlns:a16="http://schemas.microsoft.com/office/drawing/2014/main" id="{033ACA47-8C4F-427A-9CEE-851EC3F684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3126" y="2842744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1" name="Text Box 58">
                <a:extLst>
                  <a:ext uri="{FF2B5EF4-FFF2-40B4-BE49-F238E27FC236}">
                    <a16:creationId xmlns:a16="http://schemas.microsoft.com/office/drawing/2014/main" id="{B4FF6C7D-8576-42E3-B39E-21364CBC8B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2275" y="2833057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2" name="Text Box 58">
                <a:extLst>
                  <a:ext uri="{FF2B5EF4-FFF2-40B4-BE49-F238E27FC236}">
                    <a16:creationId xmlns:a16="http://schemas.microsoft.com/office/drawing/2014/main" id="{2EE1648A-FE37-476A-A61A-DCCDC0EEAF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3" name="Text Box 58">
                <a:extLst>
                  <a:ext uri="{FF2B5EF4-FFF2-40B4-BE49-F238E27FC236}">
                    <a16:creationId xmlns:a16="http://schemas.microsoft.com/office/drawing/2014/main" id="{753E81CD-FD72-4EBF-ACA7-DB25F416C7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578" y="3523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4" name="Text Box 58">
                <a:extLst>
                  <a:ext uri="{FF2B5EF4-FFF2-40B4-BE49-F238E27FC236}">
                    <a16:creationId xmlns:a16="http://schemas.microsoft.com/office/drawing/2014/main" id="{1F2768F6-8829-469F-ADD0-D588AE81B3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5439" y="35440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5" name="Text Box 58">
                <a:extLst>
                  <a:ext uri="{FF2B5EF4-FFF2-40B4-BE49-F238E27FC236}">
                    <a16:creationId xmlns:a16="http://schemas.microsoft.com/office/drawing/2014/main" id="{A1942185-8CC2-4CD1-B2BE-631CC5303F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6" name="Text Box 58">
                <a:extLst>
                  <a:ext uri="{FF2B5EF4-FFF2-40B4-BE49-F238E27FC236}">
                    <a16:creationId xmlns:a16="http://schemas.microsoft.com/office/drawing/2014/main" id="{7E345770-6169-43AE-9F15-D18B774A4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02" name="Text Box 58">
              <a:extLst>
                <a:ext uri="{FF2B5EF4-FFF2-40B4-BE49-F238E27FC236}">
                  <a16:creationId xmlns:a16="http://schemas.microsoft.com/office/drawing/2014/main" id="{ADF43ED9-BCF5-4F49-8679-00477A81B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871" y="195586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903" name="Text Box 58">
              <a:extLst>
                <a:ext uri="{FF2B5EF4-FFF2-40B4-BE49-F238E27FC236}">
                  <a16:creationId xmlns:a16="http://schemas.microsoft.com/office/drawing/2014/main" id="{FC4A4A98-242A-4A28-BDB8-2C43F20FC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124" y="3282959"/>
              <a:ext cx="40812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904" name="타원 903">
              <a:extLst>
                <a:ext uri="{FF2B5EF4-FFF2-40B4-BE49-F238E27FC236}">
                  <a16:creationId xmlns:a16="http://schemas.microsoft.com/office/drawing/2014/main" id="{AC500BE0-29C2-4456-9997-442A7BADF790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525D5A6B-6C1B-4CAF-A0AD-10DA834077A5}"/>
                </a:ext>
              </a:extLst>
            </p:cNvPr>
            <p:cNvSpPr/>
            <p:nvPr/>
          </p:nvSpPr>
          <p:spPr bwMode="auto">
            <a:xfrm>
              <a:off x="7807807" y="2255015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11" name="Text Box 58">
              <a:extLst>
                <a:ext uri="{FF2B5EF4-FFF2-40B4-BE49-F238E27FC236}">
                  <a16:creationId xmlns:a16="http://schemas.microsoft.com/office/drawing/2014/main" id="{B83836EE-2E38-46BB-85F1-10A73F3ADF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6343" y="2124237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6458AF83-C7A1-4E8D-B6C5-447DD49BA94D}"/>
              </a:ext>
            </a:extLst>
          </p:cNvPr>
          <p:cNvGrpSpPr/>
          <p:nvPr/>
        </p:nvGrpSpPr>
        <p:grpSpPr>
          <a:xfrm>
            <a:off x="6096000" y="1955869"/>
            <a:ext cx="5692850" cy="3459411"/>
            <a:chOff x="6345356" y="1955869"/>
            <a:chExt cx="5692850" cy="3459411"/>
          </a:xfrm>
        </p:grpSpPr>
        <p:sp>
          <p:nvSpPr>
            <p:cNvPr id="113" name="별: 꼭짓점 16개 112">
              <a:extLst>
                <a:ext uri="{FF2B5EF4-FFF2-40B4-BE49-F238E27FC236}">
                  <a16:creationId xmlns:a16="http://schemas.microsoft.com/office/drawing/2014/main" id="{360C14A1-1799-4A21-A583-ED94C67257E5}"/>
                </a:ext>
              </a:extLst>
            </p:cNvPr>
            <p:cNvSpPr/>
            <p:nvPr/>
          </p:nvSpPr>
          <p:spPr bwMode="auto">
            <a:xfrm>
              <a:off x="7208826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29DB4FE-55DF-431A-BDE4-3CE6CFA04C2F}"/>
                </a:ext>
              </a:extLst>
            </p:cNvPr>
            <p:cNvGrpSpPr/>
            <p:nvPr/>
          </p:nvGrpSpPr>
          <p:grpSpPr>
            <a:xfrm>
              <a:off x="6345356" y="2047199"/>
              <a:ext cx="5692850" cy="3368081"/>
              <a:chOff x="608317" y="1386752"/>
              <a:chExt cx="4419115" cy="2614498"/>
            </a:xfrm>
          </p:grpSpPr>
          <p:grpSp>
            <p:nvGrpSpPr>
              <p:cNvPr id="120" name="그룹 119">
                <a:extLst>
                  <a:ext uri="{FF2B5EF4-FFF2-40B4-BE49-F238E27FC236}">
                    <a16:creationId xmlns:a16="http://schemas.microsoft.com/office/drawing/2014/main" id="{260F0FBA-E291-4EFF-8747-3E298F5B99B3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28" name="그룹 127">
                  <a:extLst>
                    <a:ext uri="{FF2B5EF4-FFF2-40B4-BE49-F238E27FC236}">
                      <a16:creationId xmlns:a16="http://schemas.microsoft.com/office/drawing/2014/main" id="{4A643876-6F05-499A-A9FE-C712E3C183C1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189" name="Line 48">
                    <a:extLst>
                      <a:ext uri="{FF2B5EF4-FFF2-40B4-BE49-F238E27FC236}">
                        <a16:creationId xmlns:a16="http://schemas.microsoft.com/office/drawing/2014/main" id="{6F210BBC-FAC7-4B33-898A-7AC64B8530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90" name="Line 48">
                    <a:extLst>
                      <a:ext uri="{FF2B5EF4-FFF2-40B4-BE49-F238E27FC236}">
                        <a16:creationId xmlns:a16="http://schemas.microsoft.com/office/drawing/2014/main" id="{0BD6142B-2A08-46BC-9612-928BE2EE49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91" name="Line 48">
                    <a:extLst>
                      <a:ext uri="{FF2B5EF4-FFF2-40B4-BE49-F238E27FC236}">
                        <a16:creationId xmlns:a16="http://schemas.microsoft.com/office/drawing/2014/main" id="{1F50AC2A-F97F-4D2B-9D3C-0518ECBB23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2" name="Line 48">
                    <a:extLst>
                      <a:ext uri="{FF2B5EF4-FFF2-40B4-BE49-F238E27FC236}">
                        <a16:creationId xmlns:a16="http://schemas.microsoft.com/office/drawing/2014/main" id="{9A0FD1BC-F8C3-41F4-84B7-B9C19DDFB0C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3" name="Line 48">
                    <a:extLst>
                      <a:ext uri="{FF2B5EF4-FFF2-40B4-BE49-F238E27FC236}">
                        <a16:creationId xmlns:a16="http://schemas.microsoft.com/office/drawing/2014/main" id="{5B09DFBD-626B-4543-A841-8C84C58734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4" name="Line 48">
                    <a:extLst>
                      <a:ext uri="{FF2B5EF4-FFF2-40B4-BE49-F238E27FC236}">
                        <a16:creationId xmlns:a16="http://schemas.microsoft.com/office/drawing/2014/main" id="{4FC7ACCB-4C30-48B8-93DB-796D5CB058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5" name="Line 48">
                    <a:extLst>
                      <a:ext uri="{FF2B5EF4-FFF2-40B4-BE49-F238E27FC236}">
                        <a16:creationId xmlns:a16="http://schemas.microsoft.com/office/drawing/2014/main" id="{19770788-8ED5-40A6-9DED-A82F958A14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6" name="Line 48">
                    <a:extLst>
                      <a:ext uri="{FF2B5EF4-FFF2-40B4-BE49-F238E27FC236}">
                        <a16:creationId xmlns:a16="http://schemas.microsoft.com/office/drawing/2014/main" id="{AA95F372-8EAE-4B50-BCC8-3048536BE44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7" name="Line 48">
                    <a:extLst>
                      <a:ext uri="{FF2B5EF4-FFF2-40B4-BE49-F238E27FC236}">
                        <a16:creationId xmlns:a16="http://schemas.microsoft.com/office/drawing/2014/main" id="{8223E630-DF6C-44C2-ADBB-008C3384F6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8" name="Line 48">
                    <a:extLst>
                      <a:ext uri="{FF2B5EF4-FFF2-40B4-BE49-F238E27FC236}">
                        <a16:creationId xmlns:a16="http://schemas.microsoft.com/office/drawing/2014/main" id="{A159C228-7D81-43F2-88A9-824DB956B3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9" name="Line 48">
                    <a:extLst>
                      <a:ext uri="{FF2B5EF4-FFF2-40B4-BE49-F238E27FC236}">
                        <a16:creationId xmlns:a16="http://schemas.microsoft.com/office/drawing/2014/main" id="{A515351B-9836-427A-BC62-E09D8C1FE97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0" name="Line 48">
                    <a:extLst>
                      <a:ext uri="{FF2B5EF4-FFF2-40B4-BE49-F238E27FC236}">
                        <a16:creationId xmlns:a16="http://schemas.microsoft.com/office/drawing/2014/main" id="{3AE22AFB-BBBB-4DF3-976A-2DEB8404D66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BE0B312A-4657-490A-9106-F854192B7A5E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0A58C5B-489F-47B2-A26B-4CA1C9EE38CB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7F3623C6-7C53-4B8F-87A8-24D498EBE0CC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5036788-CA77-4268-A649-6E606727583A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05536788-8B3A-4DCE-BAF3-1A70567251BB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9980705D-2414-44C1-B5F8-84AB14271470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56A11395-7B23-4224-AECA-0E0F631A582B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7A336379-DE27-4316-8B11-26622622FB36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FD84D006-74B7-4B1A-A9E6-72FC836ADD8F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573FF486-C141-4623-8B56-EADCA7BE2935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86453724-F866-4A7B-A48E-78DFDE74F4AD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45162874-4C0B-4D74-A805-8FB9505858B0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4EA116D7-7AEC-4C7B-80BB-5CA85DF9E134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596BCDCE-9539-4101-8893-A11EBF15ABEB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AF3E116B-7CD1-4F6B-B6D0-3D12525E19FD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D6EFA7C7-A3BE-43FE-8163-F3D90E33BEE7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1956D476-CB3B-4285-BA08-589655923B13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4662801E-A318-4A08-8CF5-8843D52269CC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290DB847-2586-4945-AAB2-FC56B4301901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71073CF-9717-4ADE-B725-A22FF94E6DB6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926EF2B-8774-4323-822E-14154772FE37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1EBB2301-4214-44C3-A4C9-7EA95E5D6166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DE91E163-D779-42DC-8B50-6242CFBE0907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2E74875-B9BE-4F0C-BCE4-07C1EB666443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21" name="Text Box 58">
                <a:extLst>
                  <a:ext uri="{FF2B5EF4-FFF2-40B4-BE49-F238E27FC236}">
                    <a16:creationId xmlns:a16="http://schemas.microsoft.com/office/drawing/2014/main" id="{829FD970-6D86-45DD-AE7E-C4A5BE6D88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3126" y="2842744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3" name="Text Box 58">
                <a:extLst>
                  <a:ext uri="{FF2B5EF4-FFF2-40B4-BE49-F238E27FC236}">
                    <a16:creationId xmlns:a16="http://schemas.microsoft.com/office/drawing/2014/main" id="{07590FF1-B7B4-4E3E-A050-49D94A7E74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4" name="Text Box 58">
                <a:extLst>
                  <a:ext uri="{FF2B5EF4-FFF2-40B4-BE49-F238E27FC236}">
                    <a16:creationId xmlns:a16="http://schemas.microsoft.com/office/drawing/2014/main" id="{152B9847-9492-43E5-B81F-D02435D3D4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578" y="3523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5" name="Text Box 58">
                <a:extLst>
                  <a:ext uri="{FF2B5EF4-FFF2-40B4-BE49-F238E27FC236}">
                    <a16:creationId xmlns:a16="http://schemas.microsoft.com/office/drawing/2014/main" id="{1B379D56-DE8E-4B6B-BA71-F67BCECA6E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5439" y="35440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6" name="Text Box 58">
                <a:extLst>
                  <a:ext uri="{FF2B5EF4-FFF2-40B4-BE49-F238E27FC236}">
                    <a16:creationId xmlns:a16="http://schemas.microsoft.com/office/drawing/2014/main" id="{F27769AB-74D2-4369-8C7F-8A228C8FE6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7" name="Text Box 58">
                <a:extLst>
                  <a:ext uri="{FF2B5EF4-FFF2-40B4-BE49-F238E27FC236}">
                    <a16:creationId xmlns:a16="http://schemas.microsoft.com/office/drawing/2014/main" id="{CB61E6C3-677F-4C17-B58C-CAA8B13497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5" name="Text Box 58">
              <a:extLst>
                <a:ext uri="{FF2B5EF4-FFF2-40B4-BE49-F238E27FC236}">
                  <a16:creationId xmlns:a16="http://schemas.microsoft.com/office/drawing/2014/main" id="{C6ABE7EF-D558-4787-AB6A-0F2EEB5256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871" y="195586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6" name="Text Box 58">
              <a:extLst>
                <a:ext uri="{FF2B5EF4-FFF2-40B4-BE49-F238E27FC236}">
                  <a16:creationId xmlns:a16="http://schemas.microsoft.com/office/drawing/2014/main" id="{AE14E55C-5F7D-4667-8D5B-CA13E9543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124" y="3282959"/>
              <a:ext cx="40812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94CE7087-1D2D-470F-BA49-1C66DAE26DAB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E2EAEFED-1D7A-4106-B19E-22FF18065FBA}"/>
                </a:ext>
              </a:extLst>
            </p:cNvPr>
            <p:cNvSpPr/>
            <p:nvPr/>
          </p:nvSpPr>
          <p:spPr bwMode="auto">
            <a:xfrm>
              <a:off x="7807807" y="2255015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19" name="Text Box 58">
              <a:extLst>
                <a:ext uri="{FF2B5EF4-FFF2-40B4-BE49-F238E27FC236}">
                  <a16:creationId xmlns:a16="http://schemas.microsoft.com/office/drawing/2014/main" id="{6FFB840A-9AE8-422C-B7F4-0E59687E1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5039" y="1987628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4468B413-E02C-4D71-B30D-1D79B1F061B5}"/>
                </a:ext>
              </a:extLst>
            </p:cNvPr>
            <p:cNvSpPr/>
            <p:nvPr/>
          </p:nvSpPr>
          <p:spPr bwMode="auto">
            <a:xfrm>
              <a:off x="9079098" y="22890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2" name="Text Box 58">
              <a:extLst>
                <a:ext uri="{FF2B5EF4-FFF2-40B4-BE49-F238E27FC236}">
                  <a16:creationId xmlns:a16="http://schemas.microsoft.com/office/drawing/2014/main" id="{373C618A-5A6B-4A8E-A47F-579CD1693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095" y="3975919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F124B41-57EA-4CE3-B630-5F2D3173AE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20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0428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Early</a:t>
            </a:r>
            <a:endParaRPr lang="ko-KR" altLang="en-US" sz="2000" dirty="0"/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6458AF83-C7A1-4E8D-B6C5-447DD49BA94D}"/>
              </a:ext>
            </a:extLst>
          </p:cNvPr>
          <p:cNvGrpSpPr/>
          <p:nvPr/>
        </p:nvGrpSpPr>
        <p:grpSpPr>
          <a:xfrm>
            <a:off x="73596" y="1955869"/>
            <a:ext cx="6094736" cy="3537375"/>
            <a:chOff x="6345356" y="1955869"/>
            <a:chExt cx="6094736" cy="3537375"/>
          </a:xfrm>
        </p:grpSpPr>
        <p:sp>
          <p:nvSpPr>
            <p:cNvPr id="113" name="별: 꼭짓점 16개 112">
              <a:extLst>
                <a:ext uri="{FF2B5EF4-FFF2-40B4-BE49-F238E27FC236}">
                  <a16:creationId xmlns:a16="http://schemas.microsoft.com/office/drawing/2014/main" id="{360C14A1-1799-4A21-A583-ED94C67257E5}"/>
                </a:ext>
              </a:extLst>
            </p:cNvPr>
            <p:cNvSpPr/>
            <p:nvPr/>
          </p:nvSpPr>
          <p:spPr bwMode="auto">
            <a:xfrm>
              <a:off x="7208826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29DB4FE-55DF-431A-BDE4-3CE6CFA04C2F}"/>
                </a:ext>
              </a:extLst>
            </p:cNvPr>
            <p:cNvGrpSpPr/>
            <p:nvPr/>
          </p:nvGrpSpPr>
          <p:grpSpPr>
            <a:xfrm>
              <a:off x="6345356" y="2047199"/>
              <a:ext cx="5558731" cy="3360308"/>
              <a:chOff x="608317" y="1386752"/>
              <a:chExt cx="4315004" cy="2608464"/>
            </a:xfrm>
          </p:grpSpPr>
          <p:grpSp>
            <p:nvGrpSpPr>
              <p:cNvPr id="120" name="그룹 119">
                <a:extLst>
                  <a:ext uri="{FF2B5EF4-FFF2-40B4-BE49-F238E27FC236}">
                    <a16:creationId xmlns:a16="http://schemas.microsoft.com/office/drawing/2014/main" id="{260F0FBA-E291-4EFF-8747-3E298F5B99B3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28" name="그룹 127">
                  <a:extLst>
                    <a:ext uri="{FF2B5EF4-FFF2-40B4-BE49-F238E27FC236}">
                      <a16:creationId xmlns:a16="http://schemas.microsoft.com/office/drawing/2014/main" id="{4A643876-6F05-499A-A9FE-C712E3C183C1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189" name="Line 48">
                    <a:extLst>
                      <a:ext uri="{FF2B5EF4-FFF2-40B4-BE49-F238E27FC236}">
                        <a16:creationId xmlns:a16="http://schemas.microsoft.com/office/drawing/2014/main" id="{6F210BBC-FAC7-4B33-898A-7AC64B8530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90" name="Line 48">
                    <a:extLst>
                      <a:ext uri="{FF2B5EF4-FFF2-40B4-BE49-F238E27FC236}">
                        <a16:creationId xmlns:a16="http://schemas.microsoft.com/office/drawing/2014/main" id="{0BD6142B-2A08-46BC-9612-928BE2EE49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91" name="Line 48">
                    <a:extLst>
                      <a:ext uri="{FF2B5EF4-FFF2-40B4-BE49-F238E27FC236}">
                        <a16:creationId xmlns:a16="http://schemas.microsoft.com/office/drawing/2014/main" id="{1F50AC2A-F97F-4D2B-9D3C-0518ECBB23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2" name="Line 48">
                    <a:extLst>
                      <a:ext uri="{FF2B5EF4-FFF2-40B4-BE49-F238E27FC236}">
                        <a16:creationId xmlns:a16="http://schemas.microsoft.com/office/drawing/2014/main" id="{9A0FD1BC-F8C3-41F4-84B7-B9C19DDFB0C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3" name="Line 48">
                    <a:extLst>
                      <a:ext uri="{FF2B5EF4-FFF2-40B4-BE49-F238E27FC236}">
                        <a16:creationId xmlns:a16="http://schemas.microsoft.com/office/drawing/2014/main" id="{5B09DFBD-626B-4543-A841-8C84C58734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4" name="Line 48">
                    <a:extLst>
                      <a:ext uri="{FF2B5EF4-FFF2-40B4-BE49-F238E27FC236}">
                        <a16:creationId xmlns:a16="http://schemas.microsoft.com/office/drawing/2014/main" id="{4FC7ACCB-4C30-48B8-93DB-796D5CB058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5" name="Line 48">
                    <a:extLst>
                      <a:ext uri="{FF2B5EF4-FFF2-40B4-BE49-F238E27FC236}">
                        <a16:creationId xmlns:a16="http://schemas.microsoft.com/office/drawing/2014/main" id="{19770788-8ED5-40A6-9DED-A82F958A14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6" name="Line 48">
                    <a:extLst>
                      <a:ext uri="{FF2B5EF4-FFF2-40B4-BE49-F238E27FC236}">
                        <a16:creationId xmlns:a16="http://schemas.microsoft.com/office/drawing/2014/main" id="{AA95F372-8EAE-4B50-BCC8-3048536BE44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7" name="Line 48">
                    <a:extLst>
                      <a:ext uri="{FF2B5EF4-FFF2-40B4-BE49-F238E27FC236}">
                        <a16:creationId xmlns:a16="http://schemas.microsoft.com/office/drawing/2014/main" id="{8223E630-DF6C-44C2-ADBB-008C3384F6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8" name="Line 48">
                    <a:extLst>
                      <a:ext uri="{FF2B5EF4-FFF2-40B4-BE49-F238E27FC236}">
                        <a16:creationId xmlns:a16="http://schemas.microsoft.com/office/drawing/2014/main" id="{A159C228-7D81-43F2-88A9-824DB956B3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9" name="Line 48">
                    <a:extLst>
                      <a:ext uri="{FF2B5EF4-FFF2-40B4-BE49-F238E27FC236}">
                        <a16:creationId xmlns:a16="http://schemas.microsoft.com/office/drawing/2014/main" id="{A515351B-9836-427A-BC62-E09D8C1FE97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0" name="Line 48">
                    <a:extLst>
                      <a:ext uri="{FF2B5EF4-FFF2-40B4-BE49-F238E27FC236}">
                        <a16:creationId xmlns:a16="http://schemas.microsoft.com/office/drawing/2014/main" id="{3AE22AFB-BBBB-4DF3-976A-2DEB8404D66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BE0B312A-4657-490A-9106-F854192B7A5E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40A58C5B-489F-47B2-A26B-4CA1C9EE38CB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7F3623C6-7C53-4B8F-87A8-24D498EBE0CC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5036788-CA77-4268-A649-6E606727583A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05536788-8B3A-4DCE-BAF3-1A70567251BB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9980705D-2414-44C1-B5F8-84AB14271470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56A11395-7B23-4224-AECA-0E0F631A582B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7A336379-DE27-4316-8B11-26622622FB36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FD84D006-74B7-4B1A-A9E6-72FC836ADD8F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573FF486-C141-4623-8B56-EADCA7BE2935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86453724-F866-4A7B-A48E-78DFDE74F4AD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45162874-4C0B-4D74-A805-8FB9505858B0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4EA116D7-7AEC-4C7B-80BB-5CA85DF9E134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596BCDCE-9539-4101-8893-A11EBF15ABEB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AF3E116B-7CD1-4F6B-B6D0-3D12525E19FD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D6EFA7C7-A3BE-43FE-8163-F3D90E33BEE7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1956D476-CB3B-4285-BA08-589655923B13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4662801E-A318-4A08-8CF5-8843D52269CC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290DB847-2586-4945-AAB2-FC56B4301901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B71073CF-9717-4ADE-B725-A22FF94E6DB6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926EF2B-8774-4323-822E-14154772FE37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1EBB2301-4214-44C3-A4C9-7EA95E5D6166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DE91E163-D779-42DC-8B50-6242CFBE0907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E2E74875-B9BE-4F0C-BCE4-07C1EB666443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24" name="Text Box 58">
                <a:extLst>
                  <a:ext uri="{FF2B5EF4-FFF2-40B4-BE49-F238E27FC236}">
                    <a16:creationId xmlns:a16="http://schemas.microsoft.com/office/drawing/2014/main" id="{152B9847-9492-43E5-B81F-D02435D3D4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578" y="3523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6" name="Text Box 58">
                <a:extLst>
                  <a:ext uri="{FF2B5EF4-FFF2-40B4-BE49-F238E27FC236}">
                    <a16:creationId xmlns:a16="http://schemas.microsoft.com/office/drawing/2014/main" id="{F27769AB-74D2-4369-8C7F-8A228C8FE6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7" name="Text Box 58">
                <a:extLst>
                  <a:ext uri="{FF2B5EF4-FFF2-40B4-BE49-F238E27FC236}">
                    <a16:creationId xmlns:a16="http://schemas.microsoft.com/office/drawing/2014/main" id="{CB61E6C3-677F-4C17-B58C-CAA8B13497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5" name="Text Box 58">
              <a:extLst>
                <a:ext uri="{FF2B5EF4-FFF2-40B4-BE49-F238E27FC236}">
                  <a16:creationId xmlns:a16="http://schemas.microsoft.com/office/drawing/2014/main" id="{C6ABE7EF-D558-4787-AB6A-0F2EEB5256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871" y="195586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6" name="Text Box 58">
              <a:extLst>
                <a:ext uri="{FF2B5EF4-FFF2-40B4-BE49-F238E27FC236}">
                  <a16:creationId xmlns:a16="http://schemas.microsoft.com/office/drawing/2014/main" id="{AE14E55C-5F7D-4667-8D5B-CA13E9543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124" y="3282959"/>
              <a:ext cx="40812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94CE7087-1D2D-470F-BA49-1C66DAE26DAB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E2EAEFED-1D7A-4106-B19E-22FF18065FBA}"/>
                </a:ext>
              </a:extLst>
            </p:cNvPr>
            <p:cNvSpPr/>
            <p:nvPr/>
          </p:nvSpPr>
          <p:spPr bwMode="auto">
            <a:xfrm>
              <a:off x="7807807" y="2255015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19" name="Text Box 58">
              <a:extLst>
                <a:ext uri="{FF2B5EF4-FFF2-40B4-BE49-F238E27FC236}">
                  <a16:creationId xmlns:a16="http://schemas.microsoft.com/office/drawing/2014/main" id="{6FFB840A-9AE8-422C-B7F4-0E59687E1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5039" y="1987628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4468B413-E02C-4D71-B30D-1D79B1F061B5}"/>
                </a:ext>
              </a:extLst>
            </p:cNvPr>
            <p:cNvSpPr/>
            <p:nvPr/>
          </p:nvSpPr>
          <p:spPr bwMode="auto">
            <a:xfrm>
              <a:off x="9079098" y="22890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2" name="Text Box 58">
              <a:extLst>
                <a:ext uri="{FF2B5EF4-FFF2-40B4-BE49-F238E27FC236}">
                  <a16:creationId xmlns:a16="http://schemas.microsoft.com/office/drawing/2014/main" id="{373C618A-5A6B-4A8E-A47F-579CD1693D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095" y="3975919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C70A4D96-0460-4912-AE25-A907720D194D}"/>
                </a:ext>
              </a:extLst>
            </p:cNvPr>
            <p:cNvSpPr/>
            <p:nvPr/>
          </p:nvSpPr>
          <p:spPr bwMode="auto">
            <a:xfrm>
              <a:off x="9638223" y="3570900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0" name="Text Box 58">
              <a:extLst>
                <a:ext uri="{FF2B5EF4-FFF2-40B4-BE49-F238E27FC236}">
                  <a16:creationId xmlns:a16="http://schemas.microsoft.com/office/drawing/2014/main" id="{497EEFDA-A95E-4F22-8436-5E37BDA10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1064" y="3983338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52" name="Text Box 58">
              <a:extLst>
                <a:ext uri="{FF2B5EF4-FFF2-40B4-BE49-F238E27FC236}">
                  <a16:creationId xmlns:a16="http://schemas.microsoft.com/office/drawing/2014/main" id="{BA4A0034-1945-4903-B3AD-7BD1389267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9674" y="4939246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53" name="Text Box 58">
              <a:extLst>
                <a:ext uri="{FF2B5EF4-FFF2-40B4-BE49-F238E27FC236}">
                  <a16:creationId xmlns:a16="http://schemas.microsoft.com/office/drawing/2014/main" id="{905243F4-BF01-4612-ADBC-D9D33C4159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5697" y="2717258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24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6CAE8CC8-10D4-407F-A27B-1015CBE7E2B8}"/>
              </a:ext>
            </a:extLst>
          </p:cNvPr>
          <p:cNvGrpSpPr/>
          <p:nvPr/>
        </p:nvGrpSpPr>
        <p:grpSpPr>
          <a:xfrm>
            <a:off x="6108257" y="1955869"/>
            <a:ext cx="6094736" cy="3711127"/>
            <a:chOff x="6345356" y="1955869"/>
            <a:chExt cx="6094736" cy="3711127"/>
          </a:xfrm>
        </p:grpSpPr>
        <p:sp>
          <p:nvSpPr>
            <p:cNvPr id="155" name="별: 꼭짓점 16개 154">
              <a:extLst>
                <a:ext uri="{FF2B5EF4-FFF2-40B4-BE49-F238E27FC236}">
                  <a16:creationId xmlns:a16="http://schemas.microsoft.com/office/drawing/2014/main" id="{C49788C9-81B3-40FE-9C42-188EC299F97F}"/>
                </a:ext>
              </a:extLst>
            </p:cNvPr>
            <p:cNvSpPr/>
            <p:nvPr/>
          </p:nvSpPr>
          <p:spPr bwMode="auto">
            <a:xfrm>
              <a:off x="7208826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56" name="그룹 155">
              <a:extLst>
                <a:ext uri="{FF2B5EF4-FFF2-40B4-BE49-F238E27FC236}">
                  <a16:creationId xmlns:a16="http://schemas.microsoft.com/office/drawing/2014/main" id="{24A1E723-DD1F-4B52-A7C9-77A89180C7B0}"/>
                </a:ext>
              </a:extLst>
            </p:cNvPr>
            <p:cNvGrpSpPr/>
            <p:nvPr/>
          </p:nvGrpSpPr>
          <p:grpSpPr>
            <a:xfrm>
              <a:off x="6345356" y="2047199"/>
              <a:ext cx="5558731" cy="3360308"/>
              <a:chOff x="608317" y="1386752"/>
              <a:chExt cx="4315004" cy="2608464"/>
            </a:xfrm>
          </p:grpSpPr>
          <p:grpSp>
            <p:nvGrpSpPr>
              <p:cNvPr id="168" name="그룹 167">
                <a:extLst>
                  <a:ext uri="{FF2B5EF4-FFF2-40B4-BE49-F238E27FC236}">
                    <a16:creationId xmlns:a16="http://schemas.microsoft.com/office/drawing/2014/main" id="{52F6BAB0-BEA6-40F6-AE39-0C7B38E79761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72" name="그룹 171">
                  <a:extLst>
                    <a:ext uri="{FF2B5EF4-FFF2-40B4-BE49-F238E27FC236}">
                      <a16:creationId xmlns:a16="http://schemas.microsoft.com/office/drawing/2014/main" id="{B9990357-0D71-4465-B8DC-B4FBCA0928E0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214" name="Line 48">
                    <a:extLst>
                      <a:ext uri="{FF2B5EF4-FFF2-40B4-BE49-F238E27FC236}">
                        <a16:creationId xmlns:a16="http://schemas.microsoft.com/office/drawing/2014/main" id="{E4BE4D32-3381-4765-8786-33E466D99AA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15" name="Line 48">
                    <a:extLst>
                      <a:ext uri="{FF2B5EF4-FFF2-40B4-BE49-F238E27FC236}">
                        <a16:creationId xmlns:a16="http://schemas.microsoft.com/office/drawing/2014/main" id="{CB4C882F-896C-406E-BD29-BA96F52217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16" name="Line 48">
                    <a:extLst>
                      <a:ext uri="{FF2B5EF4-FFF2-40B4-BE49-F238E27FC236}">
                        <a16:creationId xmlns:a16="http://schemas.microsoft.com/office/drawing/2014/main" id="{238F9833-FA9B-4706-97DE-57EB89FB66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7" name="Line 48">
                    <a:extLst>
                      <a:ext uri="{FF2B5EF4-FFF2-40B4-BE49-F238E27FC236}">
                        <a16:creationId xmlns:a16="http://schemas.microsoft.com/office/drawing/2014/main" id="{1FE4A0DB-3F83-4AB1-8E00-E8F7086116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olid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8" name="Line 48">
                    <a:extLst>
                      <a:ext uri="{FF2B5EF4-FFF2-40B4-BE49-F238E27FC236}">
                        <a16:creationId xmlns:a16="http://schemas.microsoft.com/office/drawing/2014/main" id="{B216DE90-A8D8-41CE-B716-002668573D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9" name="Line 48">
                    <a:extLst>
                      <a:ext uri="{FF2B5EF4-FFF2-40B4-BE49-F238E27FC236}">
                        <a16:creationId xmlns:a16="http://schemas.microsoft.com/office/drawing/2014/main" id="{446CAAB3-7AE0-4B9B-820D-5C29519155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0" name="Line 48">
                    <a:extLst>
                      <a:ext uri="{FF2B5EF4-FFF2-40B4-BE49-F238E27FC236}">
                        <a16:creationId xmlns:a16="http://schemas.microsoft.com/office/drawing/2014/main" id="{83416AFE-55D2-4701-B157-6914DAD52E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1" name="Line 48">
                    <a:extLst>
                      <a:ext uri="{FF2B5EF4-FFF2-40B4-BE49-F238E27FC236}">
                        <a16:creationId xmlns:a16="http://schemas.microsoft.com/office/drawing/2014/main" id="{F6C11906-9391-432C-A25B-1EAC738629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2" name="Line 48">
                    <a:extLst>
                      <a:ext uri="{FF2B5EF4-FFF2-40B4-BE49-F238E27FC236}">
                        <a16:creationId xmlns:a16="http://schemas.microsoft.com/office/drawing/2014/main" id="{14A13E29-52B3-44A2-BC56-3DA1C200889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3" name="Line 48">
                    <a:extLst>
                      <a:ext uri="{FF2B5EF4-FFF2-40B4-BE49-F238E27FC236}">
                        <a16:creationId xmlns:a16="http://schemas.microsoft.com/office/drawing/2014/main" id="{271D5DBF-4E9B-430E-8B8F-E2DB852201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4" name="Line 48">
                    <a:extLst>
                      <a:ext uri="{FF2B5EF4-FFF2-40B4-BE49-F238E27FC236}">
                        <a16:creationId xmlns:a16="http://schemas.microsoft.com/office/drawing/2014/main" id="{825DFEDD-EC63-4AAE-8F32-0C1A100453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5" name="Line 48">
                    <a:extLst>
                      <a:ext uri="{FF2B5EF4-FFF2-40B4-BE49-F238E27FC236}">
                        <a16:creationId xmlns:a16="http://schemas.microsoft.com/office/drawing/2014/main" id="{E69C0B39-2596-41EB-A9A2-1775314A84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F5C376FF-A206-445F-8FEE-ECAD121B0785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40BF5970-BE8E-40D5-BD69-BC0691D9FA63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87683604-D38A-4525-946F-95F5F26526BD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AE19E604-1128-4591-A77F-4A4962DA699F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BA45DFE5-CFD0-4C2D-BE75-BC985772F514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C4FCE794-0F12-4C4C-BAEF-C179C42EFD12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1B9362F7-0999-46EE-8BB1-CDFF035CA7F3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294BCC38-46F8-4846-8BA3-D0283DACF166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92365597-9C6A-4469-A1BA-5B9FE55BD965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2080497D-23E2-41BC-B3FA-51F8AEE51BD2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FD66FD81-3B7E-4BBB-87B2-9122521AF214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6FA45CC1-8CEB-48CF-AA21-5A2A7C94C1CA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B156CAA5-B927-4F29-8DA3-725DDB192A3D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85264CCE-F4AE-4FEE-BDA5-F4AAF916F99F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D8FC40B6-36FE-4592-9F2E-4040478DF067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7A90A195-A15D-4BD4-B578-9974F1226282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35BAE890-58EB-4F95-9AEA-A8D03FAAE8B1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5DF4ADC5-098B-4084-90BC-37B2FEF4E447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E4AC4CD2-9AD6-40FE-9D03-353A83DC1F86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CC25E809-968C-4350-BAAE-37C4BB0B4D9B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4E2CF06-DE3B-4281-A55E-F0CE49EE5BB6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A263B9FB-5458-4D48-8DC1-988A5A934C01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334541E-3DB1-435F-9C6D-82716588E931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EBC2D464-F3CB-4F40-BC68-AE7968A85679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70" name="Text Box 58">
                <a:extLst>
                  <a:ext uri="{FF2B5EF4-FFF2-40B4-BE49-F238E27FC236}">
                    <a16:creationId xmlns:a16="http://schemas.microsoft.com/office/drawing/2014/main" id="{3B86FC58-9F88-4E87-B8DF-E6B3B23873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71" name="Text Box 58">
                <a:extLst>
                  <a:ext uri="{FF2B5EF4-FFF2-40B4-BE49-F238E27FC236}">
                    <a16:creationId xmlns:a16="http://schemas.microsoft.com/office/drawing/2014/main" id="{EB6A147F-D9A3-41D2-BD0D-259174DBA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7" name="Text Box 58">
              <a:extLst>
                <a:ext uri="{FF2B5EF4-FFF2-40B4-BE49-F238E27FC236}">
                  <a16:creationId xmlns:a16="http://schemas.microsoft.com/office/drawing/2014/main" id="{3BC370E6-7186-4A1E-9576-F43AC6567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871" y="195586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58" name="Text Box 58">
              <a:extLst>
                <a:ext uri="{FF2B5EF4-FFF2-40B4-BE49-F238E27FC236}">
                  <a16:creationId xmlns:a16="http://schemas.microsoft.com/office/drawing/2014/main" id="{318B296B-E88E-48CE-BF2B-562DDE53F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124" y="3282959"/>
              <a:ext cx="40812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EDBBB0F2-63F7-4D66-9EC3-E7EF672891BA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4B4856F6-41DA-419D-B9C2-C8F4B6BD800E}"/>
                </a:ext>
              </a:extLst>
            </p:cNvPr>
            <p:cNvSpPr/>
            <p:nvPr/>
          </p:nvSpPr>
          <p:spPr bwMode="auto">
            <a:xfrm>
              <a:off x="7807807" y="2255015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1" name="Text Box 58">
              <a:extLst>
                <a:ext uri="{FF2B5EF4-FFF2-40B4-BE49-F238E27FC236}">
                  <a16:creationId xmlns:a16="http://schemas.microsoft.com/office/drawing/2014/main" id="{34AA103D-D131-4CF6-9A42-A86B9960C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5039" y="1987628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5CB6ABCC-AB04-45CD-8B47-40525F3B1533}"/>
                </a:ext>
              </a:extLst>
            </p:cNvPr>
            <p:cNvSpPr/>
            <p:nvPr/>
          </p:nvSpPr>
          <p:spPr bwMode="auto">
            <a:xfrm>
              <a:off x="9079098" y="22890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3" name="Text Box 58">
              <a:extLst>
                <a:ext uri="{FF2B5EF4-FFF2-40B4-BE49-F238E27FC236}">
                  <a16:creationId xmlns:a16="http://schemas.microsoft.com/office/drawing/2014/main" id="{BD896F0A-4029-41EB-A7BC-67E81D955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095" y="3975919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AEF45BB9-69BD-4AA3-8595-F462A0ED952C}"/>
                </a:ext>
              </a:extLst>
            </p:cNvPr>
            <p:cNvSpPr/>
            <p:nvPr/>
          </p:nvSpPr>
          <p:spPr bwMode="auto">
            <a:xfrm>
              <a:off x="9638223" y="3570900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5" name="Text Box 58">
              <a:extLst>
                <a:ext uri="{FF2B5EF4-FFF2-40B4-BE49-F238E27FC236}">
                  <a16:creationId xmlns:a16="http://schemas.microsoft.com/office/drawing/2014/main" id="{BFEE4129-21DE-4ECF-8295-A3322FBE2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11063" y="3983338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6" name="Text Box 58">
              <a:extLst>
                <a:ext uri="{FF2B5EF4-FFF2-40B4-BE49-F238E27FC236}">
                  <a16:creationId xmlns:a16="http://schemas.microsoft.com/office/drawing/2014/main" id="{5863D845-769F-40D4-9748-B36EA65E7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9674" y="4939246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7" name="Text Box 58">
              <a:extLst>
                <a:ext uri="{FF2B5EF4-FFF2-40B4-BE49-F238E27FC236}">
                  <a16:creationId xmlns:a16="http://schemas.microsoft.com/office/drawing/2014/main" id="{D514D692-34D1-4CF5-A729-CB0991099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5697" y="2717258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24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6" name="타원 225">
              <a:extLst>
                <a:ext uri="{FF2B5EF4-FFF2-40B4-BE49-F238E27FC236}">
                  <a16:creationId xmlns:a16="http://schemas.microsoft.com/office/drawing/2014/main" id="{7A46FF95-1857-4383-96F1-504391CD8C8C}"/>
                </a:ext>
              </a:extLst>
            </p:cNvPr>
            <p:cNvSpPr/>
            <p:nvPr/>
          </p:nvSpPr>
          <p:spPr bwMode="auto">
            <a:xfrm>
              <a:off x="8538922" y="3621161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27" name="Text Box 58">
              <a:extLst>
                <a:ext uri="{FF2B5EF4-FFF2-40B4-BE49-F238E27FC236}">
                  <a16:creationId xmlns:a16="http://schemas.microsoft.com/office/drawing/2014/main" id="{82E26CD0-84EA-4670-9E99-A126A9EBD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3639" y="4882166"/>
              <a:ext cx="1554395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56DBF87-E823-4A5B-B1C0-64DA9701BE3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21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1031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Early</a:t>
            </a:r>
            <a:endParaRPr lang="ko-KR" altLang="en-US" sz="2000" dirty="0"/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6CAE8CC8-10D4-407F-A27B-1015CBE7E2B8}"/>
              </a:ext>
            </a:extLst>
          </p:cNvPr>
          <p:cNvGrpSpPr/>
          <p:nvPr/>
        </p:nvGrpSpPr>
        <p:grpSpPr>
          <a:xfrm>
            <a:off x="75350" y="1955869"/>
            <a:ext cx="6094736" cy="3932684"/>
            <a:chOff x="6345356" y="1955869"/>
            <a:chExt cx="6094736" cy="3932684"/>
          </a:xfrm>
        </p:grpSpPr>
        <p:sp>
          <p:nvSpPr>
            <p:cNvPr id="155" name="별: 꼭짓점 16개 154">
              <a:extLst>
                <a:ext uri="{FF2B5EF4-FFF2-40B4-BE49-F238E27FC236}">
                  <a16:creationId xmlns:a16="http://schemas.microsoft.com/office/drawing/2014/main" id="{C49788C9-81B3-40FE-9C42-188EC299F97F}"/>
                </a:ext>
              </a:extLst>
            </p:cNvPr>
            <p:cNvSpPr/>
            <p:nvPr/>
          </p:nvSpPr>
          <p:spPr bwMode="auto">
            <a:xfrm>
              <a:off x="7208826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56" name="그룹 155">
              <a:extLst>
                <a:ext uri="{FF2B5EF4-FFF2-40B4-BE49-F238E27FC236}">
                  <a16:creationId xmlns:a16="http://schemas.microsoft.com/office/drawing/2014/main" id="{24A1E723-DD1F-4B52-A7C9-77A89180C7B0}"/>
                </a:ext>
              </a:extLst>
            </p:cNvPr>
            <p:cNvGrpSpPr/>
            <p:nvPr/>
          </p:nvGrpSpPr>
          <p:grpSpPr>
            <a:xfrm>
              <a:off x="6345356" y="2047199"/>
              <a:ext cx="5558731" cy="3360308"/>
              <a:chOff x="608317" y="1386752"/>
              <a:chExt cx="4315004" cy="2608464"/>
            </a:xfrm>
          </p:grpSpPr>
          <p:grpSp>
            <p:nvGrpSpPr>
              <p:cNvPr id="168" name="그룹 167">
                <a:extLst>
                  <a:ext uri="{FF2B5EF4-FFF2-40B4-BE49-F238E27FC236}">
                    <a16:creationId xmlns:a16="http://schemas.microsoft.com/office/drawing/2014/main" id="{52F6BAB0-BEA6-40F6-AE39-0C7B38E79761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72" name="그룹 171">
                  <a:extLst>
                    <a:ext uri="{FF2B5EF4-FFF2-40B4-BE49-F238E27FC236}">
                      <a16:creationId xmlns:a16="http://schemas.microsoft.com/office/drawing/2014/main" id="{B9990357-0D71-4465-B8DC-B4FBCA0928E0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214" name="Line 48">
                    <a:extLst>
                      <a:ext uri="{FF2B5EF4-FFF2-40B4-BE49-F238E27FC236}">
                        <a16:creationId xmlns:a16="http://schemas.microsoft.com/office/drawing/2014/main" id="{E4BE4D32-3381-4765-8786-33E466D99AA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15" name="Line 48">
                    <a:extLst>
                      <a:ext uri="{FF2B5EF4-FFF2-40B4-BE49-F238E27FC236}">
                        <a16:creationId xmlns:a16="http://schemas.microsoft.com/office/drawing/2014/main" id="{CB4C882F-896C-406E-BD29-BA96F52217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16" name="Line 48">
                    <a:extLst>
                      <a:ext uri="{FF2B5EF4-FFF2-40B4-BE49-F238E27FC236}">
                        <a16:creationId xmlns:a16="http://schemas.microsoft.com/office/drawing/2014/main" id="{238F9833-FA9B-4706-97DE-57EB89FB66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7" name="Line 48">
                    <a:extLst>
                      <a:ext uri="{FF2B5EF4-FFF2-40B4-BE49-F238E27FC236}">
                        <a16:creationId xmlns:a16="http://schemas.microsoft.com/office/drawing/2014/main" id="{1FE4A0DB-3F83-4AB1-8E00-E8F7086116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8" name="Line 48">
                    <a:extLst>
                      <a:ext uri="{FF2B5EF4-FFF2-40B4-BE49-F238E27FC236}">
                        <a16:creationId xmlns:a16="http://schemas.microsoft.com/office/drawing/2014/main" id="{B216DE90-A8D8-41CE-B716-002668573D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9" name="Line 48">
                    <a:extLst>
                      <a:ext uri="{FF2B5EF4-FFF2-40B4-BE49-F238E27FC236}">
                        <a16:creationId xmlns:a16="http://schemas.microsoft.com/office/drawing/2014/main" id="{446CAAB3-7AE0-4B9B-820D-5C29519155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0" name="Line 48">
                    <a:extLst>
                      <a:ext uri="{FF2B5EF4-FFF2-40B4-BE49-F238E27FC236}">
                        <a16:creationId xmlns:a16="http://schemas.microsoft.com/office/drawing/2014/main" id="{83416AFE-55D2-4701-B157-6914DAD52E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1" name="Line 48">
                    <a:extLst>
                      <a:ext uri="{FF2B5EF4-FFF2-40B4-BE49-F238E27FC236}">
                        <a16:creationId xmlns:a16="http://schemas.microsoft.com/office/drawing/2014/main" id="{F6C11906-9391-432C-A25B-1EAC738629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2" name="Line 48">
                    <a:extLst>
                      <a:ext uri="{FF2B5EF4-FFF2-40B4-BE49-F238E27FC236}">
                        <a16:creationId xmlns:a16="http://schemas.microsoft.com/office/drawing/2014/main" id="{14A13E29-52B3-44A2-BC56-3DA1C200889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3" name="Line 48">
                    <a:extLst>
                      <a:ext uri="{FF2B5EF4-FFF2-40B4-BE49-F238E27FC236}">
                        <a16:creationId xmlns:a16="http://schemas.microsoft.com/office/drawing/2014/main" id="{271D5DBF-4E9B-430E-8B8F-E2DB852201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4" name="Line 48">
                    <a:extLst>
                      <a:ext uri="{FF2B5EF4-FFF2-40B4-BE49-F238E27FC236}">
                        <a16:creationId xmlns:a16="http://schemas.microsoft.com/office/drawing/2014/main" id="{825DFEDD-EC63-4AAE-8F32-0C1A100453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5" name="Line 48">
                    <a:extLst>
                      <a:ext uri="{FF2B5EF4-FFF2-40B4-BE49-F238E27FC236}">
                        <a16:creationId xmlns:a16="http://schemas.microsoft.com/office/drawing/2014/main" id="{E69C0B39-2596-41EB-A9A2-1775314A84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F5C376FF-A206-445F-8FEE-ECAD121B0785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40BF5970-BE8E-40D5-BD69-BC0691D9FA63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87683604-D38A-4525-946F-95F5F26526BD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AE19E604-1128-4591-A77F-4A4962DA699F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BA45DFE5-CFD0-4C2D-BE75-BC985772F514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C4FCE794-0F12-4C4C-BAEF-C179C42EFD12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1B9362F7-0999-46EE-8BB1-CDFF035CA7F3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294BCC38-46F8-4846-8BA3-D0283DACF166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92365597-9C6A-4469-A1BA-5B9FE55BD965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2080497D-23E2-41BC-B3FA-51F8AEE51BD2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FD66FD81-3B7E-4BBB-87B2-9122521AF214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6FA45CC1-8CEB-48CF-AA21-5A2A7C94C1CA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B156CAA5-B927-4F29-8DA3-725DDB192A3D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85264CCE-F4AE-4FEE-BDA5-F4AAF916F99F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D8FC40B6-36FE-4592-9F2E-4040478DF067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7A90A195-A15D-4BD4-B578-9974F1226282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35BAE890-58EB-4F95-9AEA-A8D03FAAE8B1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5DF4ADC5-098B-4084-90BC-37B2FEF4E447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E4AC4CD2-9AD6-40FE-9D03-353A83DC1F86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CC25E809-968C-4350-BAAE-37C4BB0B4D9B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A4E2CF06-DE3B-4281-A55E-F0CE49EE5BB6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A263B9FB-5458-4D48-8DC1-988A5A934C01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C334541E-3DB1-435F-9C6D-82716588E931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13" name="TextBox 212">
                  <a:extLst>
                    <a:ext uri="{FF2B5EF4-FFF2-40B4-BE49-F238E27FC236}">
                      <a16:creationId xmlns:a16="http://schemas.microsoft.com/office/drawing/2014/main" id="{EBC2D464-F3CB-4F40-BC68-AE7968A85679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70" name="Text Box 58">
                <a:extLst>
                  <a:ext uri="{FF2B5EF4-FFF2-40B4-BE49-F238E27FC236}">
                    <a16:creationId xmlns:a16="http://schemas.microsoft.com/office/drawing/2014/main" id="{3B86FC58-9F88-4E87-B8DF-E6B3B23873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71" name="Text Box 58">
                <a:extLst>
                  <a:ext uri="{FF2B5EF4-FFF2-40B4-BE49-F238E27FC236}">
                    <a16:creationId xmlns:a16="http://schemas.microsoft.com/office/drawing/2014/main" id="{EB6A147F-D9A3-41D2-BD0D-259174DBA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7" name="Text Box 58">
              <a:extLst>
                <a:ext uri="{FF2B5EF4-FFF2-40B4-BE49-F238E27FC236}">
                  <a16:creationId xmlns:a16="http://schemas.microsoft.com/office/drawing/2014/main" id="{3BC370E6-7186-4A1E-9576-F43AC6567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871" y="195586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58" name="Text Box 58">
              <a:extLst>
                <a:ext uri="{FF2B5EF4-FFF2-40B4-BE49-F238E27FC236}">
                  <a16:creationId xmlns:a16="http://schemas.microsoft.com/office/drawing/2014/main" id="{318B296B-E88E-48CE-BF2B-562DDE53F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124" y="3282959"/>
              <a:ext cx="40812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EDBBB0F2-63F7-4D66-9EC3-E7EF672891BA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4B4856F6-41DA-419D-B9C2-C8F4B6BD800E}"/>
                </a:ext>
              </a:extLst>
            </p:cNvPr>
            <p:cNvSpPr/>
            <p:nvPr/>
          </p:nvSpPr>
          <p:spPr bwMode="auto">
            <a:xfrm>
              <a:off x="7807807" y="2255015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1" name="Text Box 58">
              <a:extLst>
                <a:ext uri="{FF2B5EF4-FFF2-40B4-BE49-F238E27FC236}">
                  <a16:creationId xmlns:a16="http://schemas.microsoft.com/office/drawing/2014/main" id="{34AA103D-D131-4CF6-9A42-A86B9960C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5039" y="1987628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5CB6ABCC-AB04-45CD-8B47-40525F3B1533}"/>
                </a:ext>
              </a:extLst>
            </p:cNvPr>
            <p:cNvSpPr/>
            <p:nvPr/>
          </p:nvSpPr>
          <p:spPr bwMode="auto">
            <a:xfrm>
              <a:off x="9079098" y="22890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3" name="Text Box 58">
              <a:extLst>
                <a:ext uri="{FF2B5EF4-FFF2-40B4-BE49-F238E27FC236}">
                  <a16:creationId xmlns:a16="http://schemas.microsoft.com/office/drawing/2014/main" id="{BD896F0A-4029-41EB-A7BC-67E81D955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095" y="3975919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AEF45BB9-69BD-4AA3-8595-F462A0ED952C}"/>
                </a:ext>
              </a:extLst>
            </p:cNvPr>
            <p:cNvSpPr/>
            <p:nvPr/>
          </p:nvSpPr>
          <p:spPr bwMode="auto">
            <a:xfrm>
              <a:off x="9638223" y="3570900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5" name="Text Box 58">
              <a:extLst>
                <a:ext uri="{FF2B5EF4-FFF2-40B4-BE49-F238E27FC236}">
                  <a16:creationId xmlns:a16="http://schemas.microsoft.com/office/drawing/2014/main" id="{BFEE4129-21DE-4ECF-8295-A3322FBE2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4856" y="3983338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6" name="Text Box 58">
              <a:extLst>
                <a:ext uri="{FF2B5EF4-FFF2-40B4-BE49-F238E27FC236}">
                  <a16:creationId xmlns:a16="http://schemas.microsoft.com/office/drawing/2014/main" id="{5863D845-769F-40D4-9748-B36EA65E7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6847" y="4903668"/>
              <a:ext cx="1922792" cy="984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 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&lt; 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25 (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회기</a:t>
              </a:r>
            </a:p>
          </p:txBody>
        </p:sp>
        <p:sp>
          <p:nvSpPr>
            <p:cNvPr id="167" name="Text Box 58">
              <a:extLst>
                <a:ext uri="{FF2B5EF4-FFF2-40B4-BE49-F238E27FC236}">
                  <a16:creationId xmlns:a16="http://schemas.microsoft.com/office/drawing/2014/main" id="{D514D692-34D1-4CF5-A729-CB0991099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5697" y="2717258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24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6" name="타원 225">
              <a:extLst>
                <a:ext uri="{FF2B5EF4-FFF2-40B4-BE49-F238E27FC236}">
                  <a16:creationId xmlns:a16="http://schemas.microsoft.com/office/drawing/2014/main" id="{7A46FF95-1857-4383-96F1-504391CD8C8C}"/>
                </a:ext>
              </a:extLst>
            </p:cNvPr>
            <p:cNvSpPr/>
            <p:nvPr/>
          </p:nvSpPr>
          <p:spPr bwMode="auto">
            <a:xfrm>
              <a:off x="8524746" y="359280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27" name="Text Box 58">
              <a:extLst>
                <a:ext uri="{FF2B5EF4-FFF2-40B4-BE49-F238E27FC236}">
                  <a16:creationId xmlns:a16="http://schemas.microsoft.com/office/drawing/2014/main" id="{82E26CD0-84EA-4670-9E99-A126A9EBD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124" y="4987359"/>
              <a:ext cx="1554395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65C3EA7C-5B1A-4F0C-B472-51D9BB0EEE32}"/>
                </a:ext>
              </a:extLst>
            </p:cNvPr>
            <p:cNvSpPr/>
            <p:nvPr/>
          </p:nvSpPr>
          <p:spPr bwMode="auto">
            <a:xfrm>
              <a:off x="7663946" y="449405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7987279E-7E71-46DE-8441-9632B3A2DB42}"/>
              </a:ext>
            </a:extLst>
          </p:cNvPr>
          <p:cNvGrpSpPr/>
          <p:nvPr/>
        </p:nvGrpSpPr>
        <p:grpSpPr>
          <a:xfrm>
            <a:off x="6255433" y="1955869"/>
            <a:ext cx="6094736" cy="3816320"/>
            <a:chOff x="6345356" y="1955869"/>
            <a:chExt cx="6094736" cy="3816320"/>
          </a:xfrm>
        </p:grpSpPr>
        <p:sp>
          <p:nvSpPr>
            <p:cNvPr id="125" name="별: 꼭짓점 16개 124">
              <a:extLst>
                <a:ext uri="{FF2B5EF4-FFF2-40B4-BE49-F238E27FC236}">
                  <a16:creationId xmlns:a16="http://schemas.microsoft.com/office/drawing/2014/main" id="{135F9EFB-04A9-459C-866A-1F7F6911EE9A}"/>
                </a:ext>
              </a:extLst>
            </p:cNvPr>
            <p:cNvSpPr/>
            <p:nvPr/>
          </p:nvSpPr>
          <p:spPr bwMode="auto">
            <a:xfrm>
              <a:off x="7208826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4D142C3C-09B0-40C7-BA8B-B0839C3371A0}"/>
                </a:ext>
              </a:extLst>
            </p:cNvPr>
            <p:cNvGrpSpPr/>
            <p:nvPr/>
          </p:nvGrpSpPr>
          <p:grpSpPr>
            <a:xfrm>
              <a:off x="6345356" y="2047199"/>
              <a:ext cx="5558731" cy="2933493"/>
              <a:chOff x="608317" y="1386752"/>
              <a:chExt cx="4315004" cy="2277146"/>
            </a:xfrm>
          </p:grpSpPr>
          <p:grpSp>
            <p:nvGrpSpPr>
              <p:cNvPr id="241" name="그룹 240">
                <a:extLst>
                  <a:ext uri="{FF2B5EF4-FFF2-40B4-BE49-F238E27FC236}">
                    <a16:creationId xmlns:a16="http://schemas.microsoft.com/office/drawing/2014/main" id="{EA1DD99B-3CBA-4888-97F0-397959D86BF5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244" name="그룹 243">
                  <a:extLst>
                    <a:ext uri="{FF2B5EF4-FFF2-40B4-BE49-F238E27FC236}">
                      <a16:creationId xmlns:a16="http://schemas.microsoft.com/office/drawing/2014/main" id="{DF3B0F0D-DF7C-4519-87A8-A74868CBCFA3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269" name="Line 48">
                    <a:extLst>
                      <a:ext uri="{FF2B5EF4-FFF2-40B4-BE49-F238E27FC236}">
                        <a16:creationId xmlns:a16="http://schemas.microsoft.com/office/drawing/2014/main" id="{C50506F7-927D-4728-B31C-19C73A0A0D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70" name="Line 48">
                    <a:extLst>
                      <a:ext uri="{FF2B5EF4-FFF2-40B4-BE49-F238E27FC236}">
                        <a16:creationId xmlns:a16="http://schemas.microsoft.com/office/drawing/2014/main" id="{46E95445-87AE-47FB-AFB8-45DC668EEC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71" name="Line 48">
                    <a:extLst>
                      <a:ext uri="{FF2B5EF4-FFF2-40B4-BE49-F238E27FC236}">
                        <a16:creationId xmlns:a16="http://schemas.microsoft.com/office/drawing/2014/main" id="{3A9E4314-FAAB-42AA-A252-153DF21B35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2" name="Line 48">
                    <a:extLst>
                      <a:ext uri="{FF2B5EF4-FFF2-40B4-BE49-F238E27FC236}">
                        <a16:creationId xmlns:a16="http://schemas.microsoft.com/office/drawing/2014/main" id="{B9F9B5D8-C993-4F37-9DDF-4C0AE1FA30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3" name="Line 48">
                    <a:extLst>
                      <a:ext uri="{FF2B5EF4-FFF2-40B4-BE49-F238E27FC236}">
                        <a16:creationId xmlns:a16="http://schemas.microsoft.com/office/drawing/2014/main" id="{BD697A3F-DA3C-4A20-925A-BC3FD76BD73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4" name="Line 48">
                    <a:extLst>
                      <a:ext uri="{FF2B5EF4-FFF2-40B4-BE49-F238E27FC236}">
                        <a16:creationId xmlns:a16="http://schemas.microsoft.com/office/drawing/2014/main" id="{DDEAC1CD-BBB1-4D40-8061-19A9D42DA6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5" name="Line 48">
                    <a:extLst>
                      <a:ext uri="{FF2B5EF4-FFF2-40B4-BE49-F238E27FC236}">
                        <a16:creationId xmlns:a16="http://schemas.microsoft.com/office/drawing/2014/main" id="{A1A03F6C-825C-423B-A89B-BCE306D5CB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6" name="Line 48">
                    <a:extLst>
                      <a:ext uri="{FF2B5EF4-FFF2-40B4-BE49-F238E27FC236}">
                        <a16:creationId xmlns:a16="http://schemas.microsoft.com/office/drawing/2014/main" id="{89DFB76C-D10C-48C2-A989-7EA025F45F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7" name="Line 48">
                    <a:extLst>
                      <a:ext uri="{FF2B5EF4-FFF2-40B4-BE49-F238E27FC236}">
                        <a16:creationId xmlns:a16="http://schemas.microsoft.com/office/drawing/2014/main" id="{D5451616-D0E7-461D-8772-A70BC36CEA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8" name="Line 48">
                    <a:extLst>
                      <a:ext uri="{FF2B5EF4-FFF2-40B4-BE49-F238E27FC236}">
                        <a16:creationId xmlns:a16="http://schemas.microsoft.com/office/drawing/2014/main" id="{B87DD5E3-4EAE-4432-8E7B-1A7CE837DD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9" name="Line 48">
                    <a:extLst>
                      <a:ext uri="{FF2B5EF4-FFF2-40B4-BE49-F238E27FC236}">
                        <a16:creationId xmlns:a16="http://schemas.microsoft.com/office/drawing/2014/main" id="{DBDB16AA-6005-4AD1-9D0D-59EAD448C9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80" name="Line 48">
                    <a:extLst>
                      <a:ext uri="{FF2B5EF4-FFF2-40B4-BE49-F238E27FC236}">
                        <a16:creationId xmlns:a16="http://schemas.microsoft.com/office/drawing/2014/main" id="{15B3437F-3693-4AFF-BA07-FAA4390077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245" name="TextBox 244">
                  <a:extLst>
                    <a:ext uri="{FF2B5EF4-FFF2-40B4-BE49-F238E27FC236}">
                      <a16:creationId xmlns:a16="http://schemas.microsoft.com/office/drawing/2014/main" id="{30713852-36FB-443C-AC60-FD1A191DC3B7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5AB31DC7-7A37-4637-A685-759322F07894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48A2E7A-8F5D-4BBE-9CB1-94277D807EE0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DFEC73B0-8FE4-4618-AF66-987A746DA545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20A568EE-7952-4D32-8F67-66AEB8434227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698489C2-AE34-46C3-AEEE-1CC90B9291EE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51567C1-741A-472D-839A-ADD961CC6FB5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340F4659-3851-4153-8F76-929ADCAE6B85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D385FB37-3DE7-440D-A767-DF8F4FEE7A32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CCA85F62-4F74-4369-8B36-1154EE12645C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3DDEC5EE-A727-404F-B9BB-7B34B1A84FB8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8636F1F7-B5A3-45BB-81BE-C00C15C385FB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BE528924-A17F-46B4-9A73-94F87BFD954A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09983889-1F2B-4F26-AA87-7A1A9D48D153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2556053F-3838-427F-9723-B4B652BC838E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B2EF8BD1-9FCC-45AF-AE8A-624D39301860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14F4FE5A-F851-49FC-826D-1888108B7741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E79DB347-BD98-4E4F-A7D9-297DEAEA6AA7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5311D0DB-83FD-4CD5-B8DE-C0CD9A6AF627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D1484300-2521-4E52-BB85-73E92F73B630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3E46D10C-8301-4C17-9F99-2910B5CED5DF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5BCFCBBD-DEE2-4EBD-A127-A60A6ACF883E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45F1438D-F815-4B74-9F6B-E487353B1854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E1D1C9E4-C86E-4BCA-8E57-6DEE9639991E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243" name="Text Box 58">
                <a:extLst>
                  <a:ext uri="{FF2B5EF4-FFF2-40B4-BE49-F238E27FC236}">
                    <a16:creationId xmlns:a16="http://schemas.microsoft.com/office/drawing/2014/main" id="{6C4009F2-A467-4C8D-A1C2-1D9A3E77D3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9" name="Text Box 58">
              <a:extLst>
                <a:ext uri="{FF2B5EF4-FFF2-40B4-BE49-F238E27FC236}">
                  <a16:creationId xmlns:a16="http://schemas.microsoft.com/office/drawing/2014/main" id="{D4B97C61-2003-49F8-8888-16293D378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871" y="195586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8" name="Text Box 58">
              <a:extLst>
                <a:ext uri="{FF2B5EF4-FFF2-40B4-BE49-F238E27FC236}">
                  <a16:creationId xmlns:a16="http://schemas.microsoft.com/office/drawing/2014/main" id="{60870ADD-A336-4C93-9DDF-F1C3717391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124" y="3282959"/>
              <a:ext cx="40812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9" name="타원 228">
              <a:extLst>
                <a:ext uri="{FF2B5EF4-FFF2-40B4-BE49-F238E27FC236}">
                  <a16:creationId xmlns:a16="http://schemas.microsoft.com/office/drawing/2014/main" id="{8F26F09F-C867-487A-A337-1363F9A5CAF6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0" name="타원 229">
              <a:extLst>
                <a:ext uri="{FF2B5EF4-FFF2-40B4-BE49-F238E27FC236}">
                  <a16:creationId xmlns:a16="http://schemas.microsoft.com/office/drawing/2014/main" id="{EC096DA6-2868-4575-9721-8A5FBF1FD664}"/>
                </a:ext>
              </a:extLst>
            </p:cNvPr>
            <p:cNvSpPr/>
            <p:nvPr/>
          </p:nvSpPr>
          <p:spPr bwMode="auto">
            <a:xfrm>
              <a:off x="7807807" y="2255015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1" name="Text Box 58">
              <a:extLst>
                <a:ext uri="{FF2B5EF4-FFF2-40B4-BE49-F238E27FC236}">
                  <a16:creationId xmlns:a16="http://schemas.microsoft.com/office/drawing/2014/main" id="{CFD0454B-9AC6-41CE-B12F-F89698D58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5039" y="1987628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2" name="타원 231">
              <a:extLst>
                <a:ext uri="{FF2B5EF4-FFF2-40B4-BE49-F238E27FC236}">
                  <a16:creationId xmlns:a16="http://schemas.microsoft.com/office/drawing/2014/main" id="{01E9FA7B-D886-48F9-B1D9-662195D66B7A}"/>
                </a:ext>
              </a:extLst>
            </p:cNvPr>
            <p:cNvSpPr/>
            <p:nvPr/>
          </p:nvSpPr>
          <p:spPr bwMode="auto">
            <a:xfrm>
              <a:off x="9079098" y="22890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3" name="Text Box 58">
              <a:extLst>
                <a:ext uri="{FF2B5EF4-FFF2-40B4-BE49-F238E27FC236}">
                  <a16:creationId xmlns:a16="http://schemas.microsoft.com/office/drawing/2014/main" id="{C9C7AEF8-08B8-42F3-954F-F31ECA3FA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095" y="3975919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440C3C52-0807-464D-9523-C5DA30DA1F23}"/>
                </a:ext>
              </a:extLst>
            </p:cNvPr>
            <p:cNvSpPr/>
            <p:nvPr/>
          </p:nvSpPr>
          <p:spPr bwMode="auto">
            <a:xfrm>
              <a:off x="9638223" y="3570900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5" name="Text Box 58">
              <a:extLst>
                <a:ext uri="{FF2B5EF4-FFF2-40B4-BE49-F238E27FC236}">
                  <a16:creationId xmlns:a16="http://schemas.microsoft.com/office/drawing/2014/main" id="{45C1C921-04A8-474E-8E46-825B021C6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4856" y="3983338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6" name="Text Box 58">
              <a:extLst>
                <a:ext uri="{FF2B5EF4-FFF2-40B4-BE49-F238E27FC236}">
                  <a16:creationId xmlns:a16="http://schemas.microsoft.com/office/drawing/2014/main" id="{0134F6E5-FE86-4E45-8AD9-09C689593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6847" y="4903668"/>
              <a:ext cx="192279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7" name="Text Box 58">
              <a:extLst>
                <a:ext uri="{FF2B5EF4-FFF2-40B4-BE49-F238E27FC236}">
                  <a16:creationId xmlns:a16="http://schemas.microsoft.com/office/drawing/2014/main" id="{9407CF98-98FB-4B65-8647-24656694A7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5697" y="2717258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24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8" name="타원 237">
              <a:extLst>
                <a:ext uri="{FF2B5EF4-FFF2-40B4-BE49-F238E27FC236}">
                  <a16:creationId xmlns:a16="http://schemas.microsoft.com/office/drawing/2014/main" id="{0910729B-11DD-451B-A111-6E4F3941E640}"/>
                </a:ext>
              </a:extLst>
            </p:cNvPr>
            <p:cNvSpPr/>
            <p:nvPr/>
          </p:nvSpPr>
          <p:spPr bwMode="auto">
            <a:xfrm>
              <a:off x="8524746" y="359280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9" name="Text Box 58">
              <a:extLst>
                <a:ext uri="{FF2B5EF4-FFF2-40B4-BE49-F238E27FC236}">
                  <a16:creationId xmlns:a16="http://schemas.microsoft.com/office/drawing/2014/main" id="{FF088DFA-A607-4E22-8B4C-801B679DF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124" y="4987359"/>
              <a:ext cx="1554395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B95C3467-2F35-488B-8041-DA06EAE2DE14}"/>
                </a:ext>
              </a:extLst>
            </p:cNvPr>
            <p:cNvSpPr/>
            <p:nvPr/>
          </p:nvSpPr>
          <p:spPr bwMode="auto">
            <a:xfrm>
              <a:off x="7663946" y="449405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B87AA01D-0590-4208-B972-C2DC1E9BD4DD}"/>
                </a:ext>
              </a:extLst>
            </p:cNvPr>
            <p:cNvSpPr/>
            <p:nvPr/>
          </p:nvSpPr>
          <p:spPr bwMode="auto">
            <a:xfrm>
              <a:off x="8935617" y="451607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82" name="Text Box 58">
              <a:extLst>
                <a:ext uri="{FF2B5EF4-FFF2-40B4-BE49-F238E27FC236}">
                  <a16:creationId xmlns:a16="http://schemas.microsoft.com/office/drawing/2014/main" id="{EA45DEE1-DBC4-404C-BE7B-895762C16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68132" y="4842598"/>
              <a:ext cx="192279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4B1BB17-0E78-4291-8E9E-459FD10E9B0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22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9174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Early</a:t>
            </a:r>
            <a:endParaRPr lang="ko-KR" altLang="en-US" sz="2000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7987279E-7E71-46DE-8441-9632B3A2DB42}"/>
              </a:ext>
            </a:extLst>
          </p:cNvPr>
          <p:cNvGrpSpPr/>
          <p:nvPr/>
        </p:nvGrpSpPr>
        <p:grpSpPr>
          <a:xfrm>
            <a:off x="3028775" y="1955869"/>
            <a:ext cx="7429154" cy="3816320"/>
            <a:chOff x="6345356" y="1955869"/>
            <a:chExt cx="7429154" cy="3816320"/>
          </a:xfrm>
        </p:grpSpPr>
        <p:sp>
          <p:nvSpPr>
            <p:cNvPr id="125" name="별: 꼭짓점 16개 124">
              <a:extLst>
                <a:ext uri="{FF2B5EF4-FFF2-40B4-BE49-F238E27FC236}">
                  <a16:creationId xmlns:a16="http://schemas.microsoft.com/office/drawing/2014/main" id="{135F9EFB-04A9-459C-866A-1F7F6911EE9A}"/>
                </a:ext>
              </a:extLst>
            </p:cNvPr>
            <p:cNvSpPr/>
            <p:nvPr/>
          </p:nvSpPr>
          <p:spPr bwMode="auto">
            <a:xfrm>
              <a:off x="7208826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4D142C3C-09B0-40C7-BA8B-B0839C3371A0}"/>
                </a:ext>
              </a:extLst>
            </p:cNvPr>
            <p:cNvGrpSpPr/>
            <p:nvPr/>
          </p:nvGrpSpPr>
          <p:grpSpPr>
            <a:xfrm>
              <a:off x="6345356" y="2047199"/>
              <a:ext cx="5558731" cy="2933493"/>
              <a:chOff x="608317" y="1386752"/>
              <a:chExt cx="4315004" cy="2277146"/>
            </a:xfrm>
          </p:grpSpPr>
          <p:grpSp>
            <p:nvGrpSpPr>
              <p:cNvPr id="241" name="그룹 240">
                <a:extLst>
                  <a:ext uri="{FF2B5EF4-FFF2-40B4-BE49-F238E27FC236}">
                    <a16:creationId xmlns:a16="http://schemas.microsoft.com/office/drawing/2014/main" id="{EA1DD99B-3CBA-4888-97F0-397959D86BF5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244" name="그룹 243">
                  <a:extLst>
                    <a:ext uri="{FF2B5EF4-FFF2-40B4-BE49-F238E27FC236}">
                      <a16:creationId xmlns:a16="http://schemas.microsoft.com/office/drawing/2014/main" id="{DF3B0F0D-DF7C-4519-87A8-A74868CBCFA3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269" name="Line 48">
                    <a:extLst>
                      <a:ext uri="{FF2B5EF4-FFF2-40B4-BE49-F238E27FC236}">
                        <a16:creationId xmlns:a16="http://schemas.microsoft.com/office/drawing/2014/main" id="{C50506F7-927D-4728-B31C-19C73A0A0D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70" name="Line 48">
                    <a:extLst>
                      <a:ext uri="{FF2B5EF4-FFF2-40B4-BE49-F238E27FC236}">
                        <a16:creationId xmlns:a16="http://schemas.microsoft.com/office/drawing/2014/main" id="{46E95445-87AE-47FB-AFB8-45DC668EEC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71" name="Line 48">
                    <a:extLst>
                      <a:ext uri="{FF2B5EF4-FFF2-40B4-BE49-F238E27FC236}">
                        <a16:creationId xmlns:a16="http://schemas.microsoft.com/office/drawing/2014/main" id="{3A9E4314-FAAB-42AA-A252-153DF21B35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2" name="Line 48">
                    <a:extLst>
                      <a:ext uri="{FF2B5EF4-FFF2-40B4-BE49-F238E27FC236}">
                        <a16:creationId xmlns:a16="http://schemas.microsoft.com/office/drawing/2014/main" id="{B9F9B5D8-C993-4F37-9DDF-4C0AE1FA30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3" name="Line 48">
                    <a:extLst>
                      <a:ext uri="{FF2B5EF4-FFF2-40B4-BE49-F238E27FC236}">
                        <a16:creationId xmlns:a16="http://schemas.microsoft.com/office/drawing/2014/main" id="{BD697A3F-DA3C-4A20-925A-BC3FD76BD73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4" name="Line 48">
                    <a:extLst>
                      <a:ext uri="{FF2B5EF4-FFF2-40B4-BE49-F238E27FC236}">
                        <a16:creationId xmlns:a16="http://schemas.microsoft.com/office/drawing/2014/main" id="{DDEAC1CD-BBB1-4D40-8061-19A9D42DA6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5" name="Line 48">
                    <a:extLst>
                      <a:ext uri="{FF2B5EF4-FFF2-40B4-BE49-F238E27FC236}">
                        <a16:creationId xmlns:a16="http://schemas.microsoft.com/office/drawing/2014/main" id="{A1A03F6C-825C-423B-A89B-BCE306D5CB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6" name="Line 48">
                    <a:extLst>
                      <a:ext uri="{FF2B5EF4-FFF2-40B4-BE49-F238E27FC236}">
                        <a16:creationId xmlns:a16="http://schemas.microsoft.com/office/drawing/2014/main" id="{89DFB76C-D10C-48C2-A989-7EA025F45F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7" name="Line 48">
                    <a:extLst>
                      <a:ext uri="{FF2B5EF4-FFF2-40B4-BE49-F238E27FC236}">
                        <a16:creationId xmlns:a16="http://schemas.microsoft.com/office/drawing/2014/main" id="{D5451616-D0E7-461D-8772-A70BC36CEA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8" name="Line 48">
                    <a:extLst>
                      <a:ext uri="{FF2B5EF4-FFF2-40B4-BE49-F238E27FC236}">
                        <a16:creationId xmlns:a16="http://schemas.microsoft.com/office/drawing/2014/main" id="{B87DD5E3-4EAE-4432-8E7B-1A7CE837DD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9" name="Line 48">
                    <a:extLst>
                      <a:ext uri="{FF2B5EF4-FFF2-40B4-BE49-F238E27FC236}">
                        <a16:creationId xmlns:a16="http://schemas.microsoft.com/office/drawing/2014/main" id="{DBDB16AA-6005-4AD1-9D0D-59EAD448C9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80" name="Line 48">
                    <a:extLst>
                      <a:ext uri="{FF2B5EF4-FFF2-40B4-BE49-F238E27FC236}">
                        <a16:creationId xmlns:a16="http://schemas.microsoft.com/office/drawing/2014/main" id="{15B3437F-3693-4AFF-BA07-FAA4390077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245" name="TextBox 244">
                  <a:extLst>
                    <a:ext uri="{FF2B5EF4-FFF2-40B4-BE49-F238E27FC236}">
                      <a16:creationId xmlns:a16="http://schemas.microsoft.com/office/drawing/2014/main" id="{30713852-36FB-443C-AC60-FD1A191DC3B7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5AB31DC7-7A37-4637-A685-759322F07894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48A2E7A-8F5D-4BBE-9CB1-94277D807EE0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DFEC73B0-8FE4-4618-AF66-987A746DA545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20A568EE-7952-4D32-8F67-66AEB8434227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698489C2-AE34-46C3-AEEE-1CC90B9291EE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51567C1-741A-472D-839A-ADD961CC6FB5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340F4659-3851-4153-8F76-929ADCAE6B85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D385FB37-3DE7-440D-A767-DF8F4FEE7A32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CCA85F62-4F74-4369-8B36-1154EE12645C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3DDEC5EE-A727-404F-B9BB-7B34B1A84FB8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8636F1F7-B5A3-45BB-81BE-C00C15C385FB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BE528924-A17F-46B4-9A73-94F87BFD954A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09983889-1F2B-4F26-AA87-7A1A9D48D153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2556053F-3838-427F-9723-B4B652BC838E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B2EF8BD1-9FCC-45AF-AE8A-624D39301860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14F4FE5A-F851-49FC-826D-1888108B7741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E79DB347-BD98-4E4F-A7D9-297DEAEA6AA7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5311D0DB-83FD-4CD5-B8DE-C0CD9A6AF627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D1484300-2521-4E52-BB85-73E92F73B630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3E46D10C-8301-4C17-9F99-2910B5CED5DF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5BCFCBBD-DEE2-4EBD-A127-A60A6ACF883E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45F1438D-F815-4B74-9F6B-E487353B1854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E1D1C9E4-C86E-4BCA-8E57-6DEE9639991E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243" name="Text Box 58">
                <a:extLst>
                  <a:ext uri="{FF2B5EF4-FFF2-40B4-BE49-F238E27FC236}">
                    <a16:creationId xmlns:a16="http://schemas.microsoft.com/office/drawing/2014/main" id="{6C4009F2-A467-4C8D-A1C2-1D9A3E77D3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9" name="Text Box 58">
              <a:extLst>
                <a:ext uri="{FF2B5EF4-FFF2-40B4-BE49-F238E27FC236}">
                  <a16:creationId xmlns:a16="http://schemas.microsoft.com/office/drawing/2014/main" id="{D4B97C61-2003-49F8-8888-16293D378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871" y="195586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8" name="Text Box 58">
              <a:extLst>
                <a:ext uri="{FF2B5EF4-FFF2-40B4-BE49-F238E27FC236}">
                  <a16:creationId xmlns:a16="http://schemas.microsoft.com/office/drawing/2014/main" id="{60870ADD-A336-4C93-9DDF-F1C3717391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124" y="3282959"/>
              <a:ext cx="40812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9" name="타원 228">
              <a:extLst>
                <a:ext uri="{FF2B5EF4-FFF2-40B4-BE49-F238E27FC236}">
                  <a16:creationId xmlns:a16="http://schemas.microsoft.com/office/drawing/2014/main" id="{8F26F09F-C867-487A-A337-1363F9A5CAF6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0" name="타원 229">
              <a:extLst>
                <a:ext uri="{FF2B5EF4-FFF2-40B4-BE49-F238E27FC236}">
                  <a16:creationId xmlns:a16="http://schemas.microsoft.com/office/drawing/2014/main" id="{EC096DA6-2868-4575-9721-8A5FBF1FD664}"/>
                </a:ext>
              </a:extLst>
            </p:cNvPr>
            <p:cNvSpPr/>
            <p:nvPr/>
          </p:nvSpPr>
          <p:spPr bwMode="auto">
            <a:xfrm>
              <a:off x="7807807" y="2255015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1" name="Text Box 58">
              <a:extLst>
                <a:ext uri="{FF2B5EF4-FFF2-40B4-BE49-F238E27FC236}">
                  <a16:creationId xmlns:a16="http://schemas.microsoft.com/office/drawing/2014/main" id="{CFD0454B-9AC6-41CE-B12F-F89698D58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5039" y="1987628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2" name="타원 231">
              <a:extLst>
                <a:ext uri="{FF2B5EF4-FFF2-40B4-BE49-F238E27FC236}">
                  <a16:creationId xmlns:a16="http://schemas.microsoft.com/office/drawing/2014/main" id="{01E9FA7B-D886-48F9-B1D9-662195D66B7A}"/>
                </a:ext>
              </a:extLst>
            </p:cNvPr>
            <p:cNvSpPr/>
            <p:nvPr/>
          </p:nvSpPr>
          <p:spPr bwMode="auto">
            <a:xfrm>
              <a:off x="9079098" y="22890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3" name="Text Box 58">
              <a:extLst>
                <a:ext uri="{FF2B5EF4-FFF2-40B4-BE49-F238E27FC236}">
                  <a16:creationId xmlns:a16="http://schemas.microsoft.com/office/drawing/2014/main" id="{C9C7AEF8-08B8-42F3-954F-F31ECA3FA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095" y="3975919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440C3C52-0807-464D-9523-C5DA30DA1F23}"/>
                </a:ext>
              </a:extLst>
            </p:cNvPr>
            <p:cNvSpPr/>
            <p:nvPr/>
          </p:nvSpPr>
          <p:spPr bwMode="auto">
            <a:xfrm>
              <a:off x="9638223" y="3570900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5" name="Text Box 58">
              <a:extLst>
                <a:ext uri="{FF2B5EF4-FFF2-40B4-BE49-F238E27FC236}">
                  <a16:creationId xmlns:a16="http://schemas.microsoft.com/office/drawing/2014/main" id="{45C1C921-04A8-474E-8E46-825B021C6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4856" y="3983338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6" name="Text Box 58">
              <a:extLst>
                <a:ext uri="{FF2B5EF4-FFF2-40B4-BE49-F238E27FC236}">
                  <a16:creationId xmlns:a16="http://schemas.microsoft.com/office/drawing/2014/main" id="{0134F6E5-FE86-4E45-8AD9-09C689593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6847" y="4903668"/>
              <a:ext cx="192279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7" name="Text Box 58">
              <a:extLst>
                <a:ext uri="{FF2B5EF4-FFF2-40B4-BE49-F238E27FC236}">
                  <a16:creationId xmlns:a16="http://schemas.microsoft.com/office/drawing/2014/main" id="{9407CF98-98FB-4B65-8647-24656694A7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8658" y="2692931"/>
              <a:ext cx="3025852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24 (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 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&lt; 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27 (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망우</a:t>
              </a:r>
            </a:p>
          </p:txBody>
        </p:sp>
        <p:sp>
          <p:nvSpPr>
            <p:cNvPr id="238" name="타원 237">
              <a:extLst>
                <a:ext uri="{FF2B5EF4-FFF2-40B4-BE49-F238E27FC236}">
                  <a16:creationId xmlns:a16="http://schemas.microsoft.com/office/drawing/2014/main" id="{0910729B-11DD-451B-A111-6E4F3941E640}"/>
                </a:ext>
              </a:extLst>
            </p:cNvPr>
            <p:cNvSpPr/>
            <p:nvPr/>
          </p:nvSpPr>
          <p:spPr bwMode="auto">
            <a:xfrm>
              <a:off x="8524746" y="359280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9" name="Text Box 58">
              <a:extLst>
                <a:ext uri="{FF2B5EF4-FFF2-40B4-BE49-F238E27FC236}">
                  <a16:creationId xmlns:a16="http://schemas.microsoft.com/office/drawing/2014/main" id="{FF088DFA-A607-4E22-8B4C-801B679DF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124" y="4987359"/>
              <a:ext cx="1554395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B95C3467-2F35-488B-8041-DA06EAE2DE14}"/>
                </a:ext>
              </a:extLst>
            </p:cNvPr>
            <p:cNvSpPr/>
            <p:nvPr/>
          </p:nvSpPr>
          <p:spPr bwMode="auto">
            <a:xfrm>
              <a:off x="7663946" y="449405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B87AA01D-0590-4208-B972-C2DC1E9BD4DD}"/>
                </a:ext>
              </a:extLst>
            </p:cNvPr>
            <p:cNvSpPr/>
            <p:nvPr/>
          </p:nvSpPr>
          <p:spPr bwMode="auto">
            <a:xfrm>
              <a:off x="8935617" y="451607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82" name="Text Box 58">
              <a:extLst>
                <a:ext uri="{FF2B5EF4-FFF2-40B4-BE49-F238E27FC236}">
                  <a16:creationId xmlns:a16="http://schemas.microsoft.com/office/drawing/2014/main" id="{EA45DEE1-DBC4-404C-BE7B-895762C16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47921" y="4999810"/>
              <a:ext cx="192279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EB74A50E-DEA0-40DC-A616-3274DE40570B}"/>
                </a:ext>
              </a:extLst>
            </p:cNvPr>
            <p:cNvSpPr/>
            <p:nvPr/>
          </p:nvSpPr>
          <p:spPr bwMode="auto">
            <a:xfrm>
              <a:off x="10309937" y="449405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8F68CE0-B9FC-4F9F-B9E3-2719BB2607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23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8095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D7824E9C-B0A5-44A2-A9A6-68EE8745DDCF}"/>
              </a:ext>
            </a:extLst>
          </p:cNvPr>
          <p:cNvSpPr/>
          <p:nvPr/>
        </p:nvSpPr>
        <p:spPr bwMode="auto">
          <a:xfrm rot="16200000">
            <a:off x="7036335" y="2929818"/>
            <a:ext cx="430819" cy="15543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38CA5EB-465F-4FB6-80B1-6D1A87052567}"/>
              </a:ext>
            </a:extLst>
          </p:cNvPr>
          <p:cNvSpPr/>
          <p:nvPr/>
        </p:nvSpPr>
        <p:spPr bwMode="auto">
          <a:xfrm rot="19800000">
            <a:off x="6129912" y="2490432"/>
            <a:ext cx="430819" cy="14718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276A890-E624-4918-8A12-4F6CFF600476}"/>
              </a:ext>
            </a:extLst>
          </p:cNvPr>
          <p:cNvSpPr/>
          <p:nvPr/>
        </p:nvSpPr>
        <p:spPr bwMode="auto">
          <a:xfrm rot="16200000">
            <a:off x="4638630" y="1387159"/>
            <a:ext cx="430819" cy="28333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Early</a:t>
            </a:r>
            <a:endParaRPr lang="ko-KR" altLang="en-US" sz="2000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7987279E-7E71-46DE-8441-9632B3A2DB42}"/>
              </a:ext>
            </a:extLst>
          </p:cNvPr>
          <p:cNvGrpSpPr/>
          <p:nvPr/>
        </p:nvGrpSpPr>
        <p:grpSpPr>
          <a:xfrm>
            <a:off x="3028775" y="1955869"/>
            <a:ext cx="6900135" cy="3816320"/>
            <a:chOff x="6345356" y="1955869"/>
            <a:chExt cx="6900135" cy="3816320"/>
          </a:xfrm>
        </p:grpSpPr>
        <p:sp>
          <p:nvSpPr>
            <p:cNvPr id="125" name="별: 꼭짓점 16개 124">
              <a:extLst>
                <a:ext uri="{FF2B5EF4-FFF2-40B4-BE49-F238E27FC236}">
                  <a16:creationId xmlns:a16="http://schemas.microsoft.com/office/drawing/2014/main" id="{135F9EFB-04A9-459C-866A-1F7F6911EE9A}"/>
                </a:ext>
              </a:extLst>
            </p:cNvPr>
            <p:cNvSpPr/>
            <p:nvPr/>
          </p:nvSpPr>
          <p:spPr bwMode="auto">
            <a:xfrm>
              <a:off x="7208826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4D142C3C-09B0-40C7-BA8B-B0839C3371A0}"/>
                </a:ext>
              </a:extLst>
            </p:cNvPr>
            <p:cNvGrpSpPr/>
            <p:nvPr/>
          </p:nvGrpSpPr>
          <p:grpSpPr>
            <a:xfrm>
              <a:off x="6345356" y="2047199"/>
              <a:ext cx="5558731" cy="2933493"/>
              <a:chOff x="608317" y="1386752"/>
              <a:chExt cx="4315004" cy="2277146"/>
            </a:xfrm>
          </p:grpSpPr>
          <p:grpSp>
            <p:nvGrpSpPr>
              <p:cNvPr id="241" name="그룹 240">
                <a:extLst>
                  <a:ext uri="{FF2B5EF4-FFF2-40B4-BE49-F238E27FC236}">
                    <a16:creationId xmlns:a16="http://schemas.microsoft.com/office/drawing/2014/main" id="{EA1DD99B-3CBA-4888-97F0-397959D86BF5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244" name="그룹 243">
                  <a:extLst>
                    <a:ext uri="{FF2B5EF4-FFF2-40B4-BE49-F238E27FC236}">
                      <a16:creationId xmlns:a16="http://schemas.microsoft.com/office/drawing/2014/main" id="{DF3B0F0D-DF7C-4519-87A8-A74868CBCFA3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269" name="Line 48">
                    <a:extLst>
                      <a:ext uri="{FF2B5EF4-FFF2-40B4-BE49-F238E27FC236}">
                        <a16:creationId xmlns:a16="http://schemas.microsoft.com/office/drawing/2014/main" id="{C50506F7-927D-4728-B31C-19C73A0A0D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70" name="Line 48">
                    <a:extLst>
                      <a:ext uri="{FF2B5EF4-FFF2-40B4-BE49-F238E27FC236}">
                        <a16:creationId xmlns:a16="http://schemas.microsoft.com/office/drawing/2014/main" id="{46E95445-87AE-47FB-AFB8-45DC668EEC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71" name="Line 48">
                    <a:extLst>
                      <a:ext uri="{FF2B5EF4-FFF2-40B4-BE49-F238E27FC236}">
                        <a16:creationId xmlns:a16="http://schemas.microsoft.com/office/drawing/2014/main" id="{3A9E4314-FAAB-42AA-A252-153DF21B35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2" name="Line 48">
                    <a:extLst>
                      <a:ext uri="{FF2B5EF4-FFF2-40B4-BE49-F238E27FC236}">
                        <a16:creationId xmlns:a16="http://schemas.microsoft.com/office/drawing/2014/main" id="{B9F9B5D8-C993-4F37-9DDF-4C0AE1FA30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3" name="Line 48">
                    <a:extLst>
                      <a:ext uri="{FF2B5EF4-FFF2-40B4-BE49-F238E27FC236}">
                        <a16:creationId xmlns:a16="http://schemas.microsoft.com/office/drawing/2014/main" id="{BD697A3F-DA3C-4A20-925A-BC3FD76BD73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4" name="Line 48">
                    <a:extLst>
                      <a:ext uri="{FF2B5EF4-FFF2-40B4-BE49-F238E27FC236}">
                        <a16:creationId xmlns:a16="http://schemas.microsoft.com/office/drawing/2014/main" id="{DDEAC1CD-BBB1-4D40-8061-19A9D42DA67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5" name="Line 48">
                    <a:extLst>
                      <a:ext uri="{FF2B5EF4-FFF2-40B4-BE49-F238E27FC236}">
                        <a16:creationId xmlns:a16="http://schemas.microsoft.com/office/drawing/2014/main" id="{A1A03F6C-825C-423B-A89B-BCE306D5CB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6" name="Line 48">
                    <a:extLst>
                      <a:ext uri="{FF2B5EF4-FFF2-40B4-BE49-F238E27FC236}">
                        <a16:creationId xmlns:a16="http://schemas.microsoft.com/office/drawing/2014/main" id="{89DFB76C-D10C-48C2-A989-7EA025F45F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7" name="Line 48">
                    <a:extLst>
                      <a:ext uri="{FF2B5EF4-FFF2-40B4-BE49-F238E27FC236}">
                        <a16:creationId xmlns:a16="http://schemas.microsoft.com/office/drawing/2014/main" id="{D5451616-D0E7-461D-8772-A70BC36CEA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8" name="Line 48">
                    <a:extLst>
                      <a:ext uri="{FF2B5EF4-FFF2-40B4-BE49-F238E27FC236}">
                        <a16:creationId xmlns:a16="http://schemas.microsoft.com/office/drawing/2014/main" id="{B87DD5E3-4EAE-4432-8E7B-1A7CE837DD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9" name="Line 48">
                    <a:extLst>
                      <a:ext uri="{FF2B5EF4-FFF2-40B4-BE49-F238E27FC236}">
                        <a16:creationId xmlns:a16="http://schemas.microsoft.com/office/drawing/2014/main" id="{DBDB16AA-6005-4AD1-9D0D-59EAD448C9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80" name="Line 48">
                    <a:extLst>
                      <a:ext uri="{FF2B5EF4-FFF2-40B4-BE49-F238E27FC236}">
                        <a16:creationId xmlns:a16="http://schemas.microsoft.com/office/drawing/2014/main" id="{15B3437F-3693-4AFF-BA07-FAA4390077F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245" name="TextBox 244">
                  <a:extLst>
                    <a:ext uri="{FF2B5EF4-FFF2-40B4-BE49-F238E27FC236}">
                      <a16:creationId xmlns:a16="http://schemas.microsoft.com/office/drawing/2014/main" id="{30713852-36FB-443C-AC60-FD1A191DC3B7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46" name="TextBox 245">
                  <a:extLst>
                    <a:ext uri="{FF2B5EF4-FFF2-40B4-BE49-F238E27FC236}">
                      <a16:creationId xmlns:a16="http://schemas.microsoft.com/office/drawing/2014/main" id="{5AB31DC7-7A37-4637-A685-759322F07894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48A2E7A-8F5D-4BBE-9CB1-94277D807EE0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248" name="TextBox 247">
                  <a:extLst>
                    <a:ext uri="{FF2B5EF4-FFF2-40B4-BE49-F238E27FC236}">
                      <a16:creationId xmlns:a16="http://schemas.microsoft.com/office/drawing/2014/main" id="{DFEC73B0-8FE4-4618-AF66-987A746DA545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249" name="TextBox 248">
                  <a:extLst>
                    <a:ext uri="{FF2B5EF4-FFF2-40B4-BE49-F238E27FC236}">
                      <a16:creationId xmlns:a16="http://schemas.microsoft.com/office/drawing/2014/main" id="{20A568EE-7952-4D32-8F67-66AEB8434227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698489C2-AE34-46C3-AEEE-1CC90B9291EE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51567C1-741A-472D-839A-ADD961CC6FB5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340F4659-3851-4153-8F76-929ADCAE6B85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D385FB37-3DE7-440D-A767-DF8F4FEE7A32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CCA85F62-4F74-4369-8B36-1154EE12645C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3DDEC5EE-A727-404F-B9BB-7B34B1A84FB8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8636F1F7-B5A3-45BB-81BE-C00C15C385FB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BE528924-A17F-46B4-9A73-94F87BFD954A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09983889-1F2B-4F26-AA87-7A1A9D48D153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2556053F-3838-427F-9723-B4B652BC838E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B2EF8BD1-9FCC-45AF-AE8A-624D39301860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14F4FE5A-F851-49FC-826D-1888108B7741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E79DB347-BD98-4E4F-A7D9-297DEAEA6AA7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5311D0DB-83FD-4CD5-B8DE-C0CD9A6AF627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D1484300-2521-4E52-BB85-73E92F73B630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3E46D10C-8301-4C17-9F99-2910B5CED5DF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5BCFCBBD-DEE2-4EBD-A127-A60A6ACF883E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45F1438D-F815-4B74-9F6B-E487353B1854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8" name="TextBox 267">
                  <a:extLst>
                    <a:ext uri="{FF2B5EF4-FFF2-40B4-BE49-F238E27FC236}">
                      <a16:creationId xmlns:a16="http://schemas.microsoft.com/office/drawing/2014/main" id="{E1D1C9E4-C86E-4BCA-8E57-6DEE9639991E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243" name="Text Box 58">
                <a:extLst>
                  <a:ext uri="{FF2B5EF4-FFF2-40B4-BE49-F238E27FC236}">
                    <a16:creationId xmlns:a16="http://schemas.microsoft.com/office/drawing/2014/main" id="{6C4009F2-A467-4C8D-A1C2-1D9A3E77D3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9" name="Text Box 58">
              <a:extLst>
                <a:ext uri="{FF2B5EF4-FFF2-40B4-BE49-F238E27FC236}">
                  <a16:creationId xmlns:a16="http://schemas.microsoft.com/office/drawing/2014/main" id="{D4B97C61-2003-49F8-8888-16293D378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871" y="195586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8" name="Text Box 58">
              <a:extLst>
                <a:ext uri="{FF2B5EF4-FFF2-40B4-BE49-F238E27FC236}">
                  <a16:creationId xmlns:a16="http://schemas.microsoft.com/office/drawing/2014/main" id="{60870ADD-A336-4C93-9DDF-F1C3717391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124" y="3282959"/>
              <a:ext cx="40812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9" name="타원 228">
              <a:extLst>
                <a:ext uri="{FF2B5EF4-FFF2-40B4-BE49-F238E27FC236}">
                  <a16:creationId xmlns:a16="http://schemas.microsoft.com/office/drawing/2014/main" id="{8F26F09F-C867-487A-A337-1363F9A5CAF6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0" name="타원 229">
              <a:extLst>
                <a:ext uri="{FF2B5EF4-FFF2-40B4-BE49-F238E27FC236}">
                  <a16:creationId xmlns:a16="http://schemas.microsoft.com/office/drawing/2014/main" id="{EC096DA6-2868-4575-9721-8A5FBF1FD664}"/>
                </a:ext>
              </a:extLst>
            </p:cNvPr>
            <p:cNvSpPr/>
            <p:nvPr/>
          </p:nvSpPr>
          <p:spPr bwMode="auto">
            <a:xfrm>
              <a:off x="7807807" y="2255015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1" name="Text Box 58">
              <a:extLst>
                <a:ext uri="{FF2B5EF4-FFF2-40B4-BE49-F238E27FC236}">
                  <a16:creationId xmlns:a16="http://schemas.microsoft.com/office/drawing/2014/main" id="{CFD0454B-9AC6-41CE-B12F-F89698D58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5039" y="1987628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2" name="타원 231">
              <a:extLst>
                <a:ext uri="{FF2B5EF4-FFF2-40B4-BE49-F238E27FC236}">
                  <a16:creationId xmlns:a16="http://schemas.microsoft.com/office/drawing/2014/main" id="{01E9FA7B-D886-48F9-B1D9-662195D66B7A}"/>
                </a:ext>
              </a:extLst>
            </p:cNvPr>
            <p:cNvSpPr/>
            <p:nvPr/>
          </p:nvSpPr>
          <p:spPr bwMode="auto">
            <a:xfrm>
              <a:off x="9079098" y="22890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3" name="Text Box 58">
              <a:extLst>
                <a:ext uri="{FF2B5EF4-FFF2-40B4-BE49-F238E27FC236}">
                  <a16:creationId xmlns:a16="http://schemas.microsoft.com/office/drawing/2014/main" id="{C9C7AEF8-08B8-42F3-954F-F31ECA3FA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095" y="3975919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4" name="타원 233">
              <a:extLst>
                <a:ext uri="{FF2B5EF4-FFF2-40B4-BE49-F238E27FC236}">
                  <a16:creationId xmlns:a16="http://schemas.microsoft.com/office/drawing/2014/main" id="{440C3C52-0807-464D-9523-C5DA30DA1F23}"/>
                </a:ext>
              </a:extLst>
            </p:cNvPr>
            <p:cNvSpPr/>
            <p:nvPr/>
          </p:nvSpPr>
          <p:spPr bwMode="auto">
            <a:xfrm>
              <a:off x="9638223" y="3570900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5" name="Text Box 58">
              <a:extLst>
                <a:ext uri="{FF2B5EF4-FFF2-40B4-BE49-F238E27FC236}">
                  <a16:creationId xmlns:a16="http://schemas.microsoft.com/office/drawing/2014/main" id="{45C1C921-04A8-474E-8E46-825B021C6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4856" y="3983338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6" name="Text Box 58">
              <a:extLst>
                <a:ext uri="{FF2B5EF4-FFF2-40B4-BE49-F238E27FC236}">
                  <a16:creationId xmlns:a16="http://schemas.microsoft.com/office/drawing/2014/main" id="{0134F6E5-FE86-4E45-8AD9-09C689593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6847" y="4903668"/>
              <a:ext cx="192279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7" name="Text Box 58">
              <a:extLst>
                <a:ext uri="{FF2B5EF4-FFF2-40B4-BE49-F238E27FC236}">
                  <a16:creationId xmlns:a16="http://schemas.microsoft.com/office/drawing/2014/main" id="{9407CF98-98FB-4B65-8647-24656694A7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19639" y="2934576"/>
              <a:ext cx="302585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24 (</a:t>
              </a:r>
              <a:r>
                <a:rPr lang="ko-KR" altLang="en-US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600" dirty="0">
                <a:solidFill>
                  <a:schemeClr val="bg2">
                    <a:lumMod val="2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38" name="타원 237">
              <a:extLst>
                <a:ext uri="{FF2B5EF4-FFF2-40B4-BE49-F238E27FC236}">
                  <a16:creationId xmlns:a16="http://schemas.microsoft.com/office/drawing/2014/main" id="{0910729B-11DD-451B-A111-6E4F3941E640}"/>
                </a:ext>
              </a:extLst>
            </p:cNvPr>
            <p:cNvSpPr/>
            <p:nvPr/>
          </p:nvSpPr>
          <p:spPr bwMode="auto">
            <a:xfrm>
              <a:off x="8524746" y="359280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9" name="Text Box 58">
              <a:extLst>
                <a:ext uri="{FF2B5EF4-FFF2-40B4-BE49-F238E27FC236}">
                  <a16:creationId xmlns:a16="http://schemas.microsoft.com/office/drawing/2014/main" id="{FF088DFA-A607-4E22-8B4C-801B679DF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3124" y="4987359"/>
              <a:ext cx="1554395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B95C3467-2F35-488B-8041-DA06EAE2DE14}"/>
                </a:ext>
              </a:extLst>
            </p:cNvPr>
            <p:cNvSpPr/>
            <p:nvPr/>
          </p:nvSpPr>
          <p:spPr bwMode="auto">
            <a:xfrm>
              <a:off x="7663946" y="449405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B87AA01D-0590-4208-B972-C2DC1E9BD4DD}"/>
                </a:ext>
              </a:extLst>
            </p:cNvPr>
            <p:cNvSpPr/>
            <p:nvPr/>
          </p:nvSpPr>
          <p:spPr bwMode="auto">
            <a:xfrm>
              <a:off x="8935617" y="451607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82" name="Text Box 58">
              <a:extLst>
                <a:ext uri="{FF2B5EF4-FFF2-40B4-BE49-F238E27FC236}">
                  <a16:creationId xmlns:a16="http://schemas.microsoft.com/office/drawing/2014/main" id="{EA45DEE1-DBC4-404C-BE7B-895762C164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47921" y="4999810"/>
              <a:ext cx="192279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4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EB74A50E-DEA0-40DC-A616-3274DE40570B}"/>
                </a:ext>
              </a:extLst>
            </p:cNvPr>
            <p:cNvSpPr/>
            <p:nvPr/>
          </p:nvSpPr>
          <p:spPr bwMode="auto">
            <a:xfrm>
              <a:off x="10309937" y="449405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5F16B96-298A-4B4D-8F24-FC642E644408}"/>
                </a:ext>
              </a:extLst>
            </p:cNvPr>
            <p:cNvSpPr/>
            <p:nvPr/>
          </p:nvSpPr>
          <p:spPr bwMode="auto">
            <a:xfrm>
              <a:off x="11300503" y="3401726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241099E-8137-40A2-A498-9B48C5EEF62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24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1705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Middle</a:t>
            </a:r>
            <a:endParaRPr lang="ko-KR" altLang="en-US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86D200E-7010-494D-9072-502508DA05B8}"/>
              </a:ext>
            </a:extLst>
          </p:cNvPr>
          <p:cNvGrpSpPr/>
          <p:nvPr/>
        </p:nvGrpSpPr>
        <p:grpSpPr>
          <a:xfrm>
            <a:off x="70677" y="2047199"/>
            <a:ext cx="5692853" cy="3368081"/>
            <a:chOff x="70677" y="2047199"/>
            <a:chExt cx="5692853" cy="3368081"/>
          </a:xfrm>
        </p:grpSpPr>
        <p:sp>
          <p:nvSpPr>
            <p:cNvPr id="103" name="별: 꼭짓점 16개 102">
              <a:extLst>
                <a:ext uri="{FF2B5EF4-FFF2-40B4-BE49-F238E27FC236}">
                  <a16:creationId xmlns:a16="http://schemas.microsoft.com/office/drawing/2014/main" id="{B8991764-2411-49A6-BFAF-69723CCEB9A9}"/>
                </a:ext>
              </a:extLst>
            </p:cNvPr>
            <p:cNvSpPr/>
            <p:nvPr/>
          </p:nvSpPr>
          <p:spPr bwMode="auto">
            <a:xfrm>
              <a:off x="2186939" y="3423622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73D788F3-F9B1-4946-A355-2CF5CABE6792}"/>
                </a:ext>
              </a:extLst>
            </p:cNvPr>
            <p:cNvGrpSpPr/>
            <p:nvPr/>
          </p:nvGrpSpPr>
          <p:grpSpPr>
            <a:xfrm>
              <a:off x="70677" y="2047199"/>
              <a:ext cx="5692853" cy="3368081"/>
              <a:chOff x="608315" y="1386752"/>
              <a:chExt cx="4419117" cy="2614498"/>
            </a:xfrm>
          </p:grpSpPr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83B7A166-E708-4944-B076-20A090095C97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51" name="그룹 150">
                  <a:extLst>
                    <a:ext uri="{FF2B5EF4-FFF2-40B4-BE49-F238E27FC236}">
                      <a16:creationId xmlns:a16="http://schemas.microsoft.com/office/drawing/2014/main" id="{9760E1CD-2F1D-4491-BA29-D1FE2C61A2D0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20217"/>
                  <a:chOff x="1849118" y="4003034"/>
                  <a:chExt cx="4276705" cy="1244076"/>
                </a:xfrm>
              </p:grpSpPr>
              <p:sp>
                <p:nvSpPr>
                  <p:cNvPr id="175" name="Line 48">
                    <a:extLst>
                      <a:ext uri="{FF2B5EF4-FFF2-40B4-BE49-F238E27FC236}">
                        <a16:creationId xmlns:a16="http://schemas.microsoft.com/office/drawing/2014/main" id="{03D574BD-0290-40F4-B4F6-BE2B82C862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76" name="Line 48">
                    <a:extLst>
                      <a:ext uri="{FF2B5EF4-FFF2-40B4-BE49-F238E27FC236}">
                        <a16:creationId xmlns:a16="http://schemas.microsoft.com/office/drawing/2014/main" id="{36271D4C-4B81-4EED-BBB6-54FD159A13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7" name="Line 48">
                    <a:extLst>
                      <a:ext uri="{FF2B5EF4-FFF2-40B4-BE49-F238E27FC236}">
                        <a16:creationId xmlns:a16="http://schemas.microsoft.com/office/drawing/2014/main" id="{9DF30372-3D44-42A7-B242-90EC0A69C8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8" name="Line 48">
                    <a:extLst>
                      <a:ext uri="{FF2B5EF4-FFF2-40B4-BE49-F238E27FC236}">
                        <a16:creationId xmlns:a16="http://schemas.microsoft.com/office/drawing/2014/main" id="{BB9AB1D8-1876-4CE7-8520-4F0B55BA54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9" name="Line 48">
                    <a:extLst>
                      <a:ext uri="{FF2B5EF4-FFF2-40B4-BE49-F238E27FC236}">
                        <a16:creationId xmlns:a16="http://schemas.microsoft.com/office/drawing/2014/main" id="{0D74060C-96F5-4D9B-A9CF-6692E08AEB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0" name="Line 48">
                    <a:extLst>
                      <a:ext uri="{FF2B5EF4-FFF2-40B4-BE49-F238E27FC236}">
                        <a16:creationId xmlns:a16="http://schemas.microsoft.com/office/drawing/2014/main" id="{77714945-EDDC-4660-ACDF-14CC229433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1" name="Line 48">
                    <a:extLst>
                      <a:ext uri="{FF2B5EF4-FFF2-40B4-BE49-F238E27FC236}">
                        <a16:creationId xmlns:a16="http://schemas.microsoft.com/office/drawing/2014/main" id="{7B713A61-A8DA-40D2-BBDE-DED2FC757B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2" name="Line 48">
                    <a:extLst>
                      <a:ext uri="{FF2B5EF4-FFF2-40B4-BE49-F238E27FC236}">
                        <a16:creationId xmlns:a16="http://schemas.microsoft.com/office/drawing/2014/main" id="{7EE89F97-BD5F-47C5-8DE5-FD0AD39172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3" name="Line 48">
                    <a:extLst>
                      <a:ext uri="{FF2B5EF4-FFF2-40B4-BE49-F238E27FC236}">
                        <a16:creationId xmlns:a16="http://schemas.microsoft.com/office/drawing/2014/main" id="{18C62817-6C9E-40B6-A6AC-E87EBED45C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4" name="Line 48">
                    <a:extLst>
                      <a:ext uri="{FF2B5EF4-FFF2-40B4-BE49-F238E27FC236}">
                        <a16:creationId xmlns:a16="http://schemas.microsoft.com/office/drawing/2014/main" id="{764E5061-E89C-49B1-97B9-9979FE03D0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5" name="Line 48">
                    <a:extLst>
                      <a:ext uri="{FF2B5EF4-FFF2-40B4-BE49-F238E27FC236}">
                        <a16:creationId xmlns:a16="http://schemas.microsoft.com/office/drawing/2014/main" id="{949BE222-9D33-4E68-AF14-98E372B19E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6" name="Line 48">
                    <a:extLst>
                      <a:ext uri="{FF2B5EF4-FFF2-40B4-BE49-F238E27FC236}">
                        <a16:creationId xmlns:a16="http://schemas.microsoft.com/office/drawing/2014/main" id="{4A68532C-00ED-4E7E-8C91-7940F5C5EF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390" y="461824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E0AC51E7-712B-4F47-8764-8927BC2C83DC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4E89B3CA-E35C-4E2E-980E-65B9D7BF809B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9503E33D-C5C2-4BEB-ADC0-189C3EE143E6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21787A1F-FD2A-4C97-9FC4-63393E35502D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BA0FA139-BD95-4D80-9852-98E8181CB9EC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ADED245C-8403-4B61-8D73-5A35A1E50B83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894D1F04-B597-48FD-B590-F50BA5C0C088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FE72BE2E-CC30-4378-AD8C-7A5B2BB5777E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5C9F351A-DB85-48F7-8896-A582BCCA3F8D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FBDBA3EB-11E4-41D8-AA04-6122B9209D6A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D665B01E-D7A0-4C63-83D2-679A9D62F1C7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1A115DC8-8716-4837-B96C-0F2B23F2D2EF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CD363217-C80E-40C9-B633-83AA5D0F85AF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88ADB543-2B2B-4011-9697-D8658E9BD76B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20DC30DB-FB50-4279-88ED-0B0ACB880861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D73621F2-050F-4161-80D0-B9BF3574733E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92931F67-8CA0-4A7B-8DFA-664A705F68B0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48FAD1D5-88E2-4C89-B859-C0964FEC3BDE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2EDD6CAA-6EC0-4A86-A8E0-7CF4D546BF8B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C7279152-DF77-40B9-A38C-D7F695DD1D91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1B221C1B-0425-434B-A89E-00445CF779DD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B77657E5-58AA-4C72-B28D-FE10B9ED840E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204CC282-61D2-4484-A0B0-A7E936463BB7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955" name="TextBox 954">
                  <a:extLst>
                    <a:ext uri="{FF2B5EF4-FFF2-40B4-BE49-F238E27FC236}">
                      <a16:creationId xmlns:a16="http://schemas.microsoft.com/office/drawing/2014/main" id="{6798BB29-6BB0-4BE7-A93F-263969DA9707}"/>
                    </a:ext>
                  </a:extLst>
                </p:cNvPr>
                <p:cNvSpPr txBox="1"/>
                <p:nvPr/>
              </p:nvSpPr>
              <p:spPr>
                <a:xfrm>
                  <a:off x="4111143" y="463528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511" name="Text Box 58">
                <a:extLst>
                  <a:ext uri="{FF2B5EF4-FFF2-40B4-BE49-F238E27FC236}">
                    <a16:creationId xmlns:a16="http://schemas.microsoft.com/office/drawing/2014/main" id="{5DDCF455-9DD2-497B-8FE5-C2A8E05CC0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4814" y="1424514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2" name="Text Box 58">
                <a:extLst>
                  <a:ext uri="{FF2B5EF4-FFF2-40B4-BE49-F238E27FC236}">
                    <a16:creationId xmlns:a16="http://schemas.microsoft.com/office/drawing/2014/main" id="{2FF68A7D-AE77-4769-922C-7C01C33E96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569" y="1429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3" name="Text Box 58">
                <a:extLst>
                  <a:ext uri="{FF2B5EF4-FFF2-40B4-BE49-F238E27FC236}">
                    <a16:creationId xmlns:a16="http://schemas.microsoft.com/office/drawing/2014/main" id="{83DF111F-43A9-409D-8332-45FC96C95C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9518" y="2321544"/>
                <a:ext cx="533400" cy="358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4" name="Text Box 58">
                <a:extLst>
                  <a:ext uri="{FF2B5EF4-FFF2-40B4-BE49-F238E27FC236}">
                    <a16:creationId xmlns:a16="http://schemas.microsoft.com/office/drawing/2014/main" id="{C0A0CBE4-6AF4-4A54-9BAE-AB1669DE1A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3126" y="2842744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5" name="Text Box 58">
                <a:extLst>
                  <a:ext uri="{FF2B5EF4-FFF2-40B4-BE49-F238E27FC236}">
                    <a16:creationId xmlns:a16="http://schemas.microsoft.com/office/drawing/2014/main" id="{0976B024-F181-4BE3-B807-2FD0DE59C1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2275" y="2833057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6" name="Text Box 58">
                <a:extLst>
                  <a:ext uri="{FF2B5EF4-FFF2-40B4-BE49-F238E27FC236}">
                    <a16:creationId xmlns:a16="http://schemas.microsoft.com/office/drawing/2014/main" id="{DD8CA92A-1FC7-4D0D-AD54-BEDDE44D9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7" name="Text Box 58">
                <a:extLst>
                  <a:ext uri="{FF2B5EF4-FFF2-40B4-BE49-F238E27FC236}">
                    <a16:creationId xmlns:a16="http://schemas.microsoft.com/office/drawing/2014/main" id="{6AC8B920-BF8A-4DD0-8AAA-FB898062C2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578" y="3523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8" name="Text Box 58">
                <a:extLst>
                  <a:ext uri="{FF2B5EF4-FFF2-40B4-BE49-F238E27FC236}">
                    <a16:creationId xmlns:a16="http://schemas.microsoft.com/office/drawing/2014/main" id="{2C015F26-D919-4B5D-8460-9A7E4BE2CA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5439" y="35440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9" name="Text Box 58">
                <a:extLst>
                  <a:ext uri="{FF2B5EF4-FFF2-40B4-BE49-F238E27FC236}">
                    <a16:creationId xmlns:a16="http://schemas.microsoft.com/office/drawing/2014/main" id="{615DE27C-7BF6-4F19-825B-0CAEE30D34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20" name="Text Box 58">
                <a:extLst>
                  <a:ext uri="{FF2B5EF4-FFF2-40B4-BE49-F238E27FC236}">
                    <a16:creationId xmlns:a16="http://schemas.microsoft.com/office/drawing/2014/main" id="{47B68E2B-6059-43E3-B14A-633C5D061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5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8754125-8735-4D86-8E0B-C14A6D334009}"/>
              </a:ext>
            </a:extLst>
          </p:cNvPr>
          <p:cNvGrpSpPr/>
          <p:nvPr/>
        </p:nvGrpSpPr>
        <p:grpSpPr>
          <a:xfrm>
            <a:off x="6345356" y="2047199"/>
            <a:ext cx="5692850" cy="3368081"/>
            <a:chOff x="6345356" y="2047199"/>
            <a:chExt cx="5692850" cy="3368081"/>
          </a:xfrm>
        </p:grpSpPr>
        <p:sp>
          <p:nvSpPr>
            <p:cNvPr id="106" name="별: 꼭짓점 16개 105">
              <a:extLst>
                <a:ext uri="{FF2B5EF4-FFF2-40B4-BE49-F238E27FC236}">
                  <a16:creationId xmlns:a16="http://schemas.microsoft.com/office/drawing/2014/main" id="{CF4874A1-72F2-486D-BB03-301285F58E47}"/>
                </a:ext>
              </a:extLst>
            </p:cNvPr>
            <p:cNvSpPr/>
            <p:nvPr/>
          </p:nvSpPr>
          <p:spPr bwMode="auto">
            <a:xfrm>
              <a:off x="8459561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855" name="그룹 854">
              <a:extLst>
                <a:ext uri="{FF2B5EF4-FFF2-40B4-BE49-F238E27FC236}">
                  <a16:creationId xmlns:a16="http://schemas.microsoft.com/office/drawing/2014/main" id="{71DEED37-32D6-4E7D-A906-3F03BFA8ABB6}"/>
                </a:ext>
              </a:extLst>
            </p:cNvPr>
            <p:cNvGrpSpPr/>
            <p:nvPr/>
          </p:nvGrpSpPr>
          <p:grpSpPr>
            <a:xfrm>
              <a:off x="6345356" y="2047199"/>
              <a:ext cx="5692850" cy="3368081"/>
              <a:chOff x="608317" y="1386752"/>
              <a:chExt cx="4419115" cy="2614498"/>
            </a:xfrm>
          </p:grpSpPr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223E1B4B-C338-4E34-B02A-7F92FFE881B7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867" name="그룹 866">
                  <a:extLst>
                    <a:ext uri="{FF2B5EF4-FFF2-40B4-BE49-F238E27FC236}">
                      <a16:creationId xmlns:a16="http://schemas.microsoft.com/office/drawing/2014/main" id="{82C0ED9C-F58B-49FF-B9FD-6A28B1C946DA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891" name="Line 48">
                    <a:extLst>
                      <a:ext uri="{FF2B5EF4-FFF2-40B4-BE49-F238E27FC236}">
                        <a16:creationId xmlns:a16="http://schemas.microsoft.com/office/drawing/2014/main" id="{D0AD1350-3516-4938-B5B7-D2BCF42A12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92" name="Line 48">
                    <a:extLst>
                      <a:ext uri="{FF2B5EF4-FFF2-40B4-BE49-F238E27FC236}">
                        <a16:creationId xmlns:a16="http://schemas.microsoft.com/office/drawing/2014/main" id="{346B3C0D-F1B3-424F-B34F-2041863C40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93" name="Line 48">
                    <a:extLst>
                      <a:ext uri="{FF2B5EF4-FFF2-40B4-BE49-F238E27FC236}">
                        <a16:creationId xmlns:a16="http://schemas.microsoft.com/office/drawing/2014/main" id="{4252EBA5-09F5-416A-B9A9-A3BCFD82D7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4" name="Line 48">
                    <a:extLst>
                      <a:ext uri="{FF2B5EF4-FFF2-40B4-BE49-F238E27FC236}">
                        <a16:creationId xmlns:a16="http://schemas.microsoft.com/office/drawing/2014/main" id="{A010F855-D1EB-4A97-B7F9-4A9F0B3D63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5" name="Line 48">
                    <a:extLst>
                      <a:ext uri="{FF2B5EF4-FFF2-40B4-BE49-F238E27FC236}">
                        <a16:creationId xmlns:a16="http://schemas.microsoft.com/office/drawing/2014/main" id="{1AC76FCB-7D80-46E4-814F-FD894FA495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6" name="Line 48">
                    <a:extLst>
                      <a:ext uri="{FF2B5EF4-FFF2-40B4-BE49-F238E27FC236}">
                        <a16:creationId xmlns:a16="http://schemas.microsoft.com/office/drawing/2014/main" id="{3BF49B62-DC87-4C51-A053-9CE7B66BDF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7" name="Line 48">
                    <a:extLst>
                      <a:ext uri="{FF2B5EF4-FFF2-40B4-BE49-F238E27FC236}">
                        <a16:creationId xmlns:a16="http://schemas.microsoft.com/office/drawing/2014/main" id="{6C39A3DF-F5E1-4C9E-A8AF-7148FAF412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8" name="Line 48">
                    <a:extLst>
                      <a:ext uri="{FF2B5EF4-FFF2-40B4-BE49-F238E27FC236}">
                        <a16:creationId xmlns:a16="http://schemas.microsoft.com/office/drawing/2014/main" id="{82809201-1417-48D3-AD8E-FA92F191EF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9" name="Line 48">
                    <a:extLst>
                      <a:ext uri="{FF2B5EF4-FFF2-40B4-BE49-F238E27FC236}">
                        <a16:creationId xmlns:a16="http://schemas.microsoft.com/office/drawing/2014/main" id="{4A7FE09B-9EEF-4969-B22F-02ED257357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0" name="Line 48">
                    <a:extLst>
                      <a:ext uri="{FF2B5EF4-FFF2-40B4-BE49-F238E27FC236}">
                        <a16:creationId xmlns:a16="http://schemas.microsoft.com/office/drawing/2014/main" id="{8E1ACDCD-A257-4F82-9F14-35D5D9D696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1" name="Line 48">
                    <a:extLst>
                      <a:ext uri="{FF2B5EF4-FFF2-40B4-BE49-F238E27FC236}">
                        <a16:creationId xmlns:a16="http://schemas.microsoft.com/office/drawing/2014/main" id="{B4D8350A-C5DC-4E00-BF11-94C0F6F4A0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54" name="Line 48">
                    <a:extLst>
                      <a:ext uri="{FF2B5EF4-FFF2-40B4-BE49-F238E27FC236}">
                        <a16:creationId xmlns:a16="http://schemas.microsoft.com/office/drawing/2014/main" id="{0C25E24E-176D-4846-AC59-D5A80BA5E8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B029B053-87A1-42A1-BD97-E30F895A79DC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69" name="TextBox 868">
                  <a:extLst>
                    <a:ext uri="{FF2B5EF4-FFF2-40B4-BE49-F238E27FC236}">
                      <a16:creationId xmlns:a16="http://schemas.microsoft.com/office/drawing/2014/main" id="{7A0F2882-C9E1-403E-9AE5-F9EAEC5131E2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3FDB2280-D58D-4809-8850-8FAD5CC99AA0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871" name="TextBox 870">
                  <a:extLst>
                    <a:ext uri="{FF2B5EF4-FFF2-40B4-BE49-F238E27FC236}">
                      <a16:creationId xmlns:a16="http://schemas.microsoft.com/office/drawing/2014/main" id="{2062EC46-D6ED-4169-87F1-8C702A1927DF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FB324803-E728-4FF5-99C5-96363FC0DA1B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873" name="TextBox 872">
                  <a:extLst>
                    <a:ext uri="{FF2B5EF4-FFF2-40B4-BE49-F238E27FC236}">
                      <a16:creationId xmlns:a16="http://schemas.microsoft.com/office/drawing/2014/main" id="{7EC681BF-D2A9-4699-8CC0-958AF36B05C3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834A61BD-2FD7-4342-8074-C33D9B472230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875" name="TextBox 874">
                  <a:extLst>
                    <a:ext uri="{FF2B5EF4-FFF2-40B4-BE49-F238E27FC236}">
                      <a16:creationId xmlns:a16="http://schemas.microsoft.com/office/drawing/2014/main" id="{1A9CFB49-E2CB-40A5-B62A-23A254ABF1CC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7766ED57-F9AC-4F6D-85FE-0D2243271F4A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877" name="TextBox 876">
                  <a:extLst>
                    <a:ext uri="{FF2B5EF4-FFF2-40B4-BE49-F238E27FC236}">
                      <a16:creationId xmlns:a16="http://schemas.microsoft.com/office/drawing/2014/main" id="{B9AAB53E-4C93-49FA-B480-F40A3C68939F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878" name="TextBox 877">
                  <a:extLst>
                    <a:ext uri="{FF2B5EF4-FFF2-40B4-BE49-F238E27FC236}">
                      <a16:creationId xmlns:a16="http://schemas.microsoft.com/office/drawing/2014/main" id="{49D37F6C-A5CB-4A2D-987A-A7318A046C6F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79" name="TextBox 878">
                  <a:extLst>
                    <a:ext uri="{FF2B5EF4-FFF2-40B4-BE49-F238E27FC236}">
                      <a16:creationId xmlns:a16="http://schemas.microsoft.com/office/drawing/2014/main" id="{A813CDC0-EF1D-4024-8E7C-BB721E8BECB8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0" name="TextBox 879">
                  <a:extLst>
                    <a:ext uri="{FF2B5EF4-FFF2-40B4-BE49-F238E27FC236}">
                      <a16:creationId xmlns:a16="http://schemas.microsoft.com/office/drawing/2014/main" id="{01359773-1A91-47AC-8B1E-31844C77BEC5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1" name="TextBox 880">
                  <a:extLst>
                    <a:ext uri="{FF2B5EF4-FFF2-40B4-BE49-F238E27FC236}">
                      <a16:creationId xmlns:a16="http://schemas.microsoft.com/office/drawing/2014/main" id="{EB667875-E04D-488F-B5CA-0A85E1F4A8C7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2" name="TextBox 881">
                  <a:extLst>
                    <a:ext uri="{FF2B5EF4-FFF2-40B4-BE49-F238E27FC236}">
                      <a16:creationId xmlns:a16="http://schemas.microsoft.com/office/drawing/2014/main" id="{7C09576B-E97F-4199-B5C9-E9ED5A9A337D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3" name="TextBox 882">
                  <a:extLst>
                    <a:ext uri="{FF2B5EF4-FFF2-40B4-BE49-F238E27FC236}">
                      <a16:creationId xmlns:a16="http://schemas.microsoft.com/office/drawing/2014/main" id="{A71A0E4F-4AB4-4FDB-AF23-975F1A1072FF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4" name="TextBox 883">
                  <a:extLst>
                    <a:ext uri="{FF2B5EF4-FFF2-40B4-BE49-F238E27FC236}">
                      <a16:creationId xmlns:a16="http://schemas.microsoft.com/office/drawing/2014/main" id="{5919C4DA-7D93-4B71-A6FC-806A72C92936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5" name="TextBox 884">
                  <a:extLst>
                    <a:ext uri="{FF2B5EF4-FFF2-40B4-BE49-F238E27FC236}">
                      <a16:creationId xmlns:a16="http://schemas.microsoft.com/office/drawing/2014/main" id="{8EA5B482-4000-4121-BD63-B4214AAE870F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6" name="TextBox 885">
                  <a:extLst>
                    <a:ext uri="{FF2B5EF4-FFF2-40B4-BE49-F238E27FC236}">
                      <a16:creationId xmlns:a16="http://schemas.microsoft.com/office/drawing/2014/main" id="{0DB57A21-D6A4-4E70-8471-8FE5EB6CAD55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7" name="TextBox 886">
                  <a:extLst>
                    <a:ext uri="{FF2B5EF4-FFF2-40B4-BE49-F238E27FC236}">
                      <a16:creationId xmlns:a16="http://schemas.microsoft.com/office/drawing/2014/main" id="{B23F8690-B096-447A-9A22-3D67FAA4A557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8" name="TextBox 887">
                  <a:extLst>
                    <a:ext uri="{FF2B5EF4-FFF2-40B4-BE49-F238E27FC236}">
                      <a16:creationId xmlns:a16="http://schemas.microsoft.com/office/drawing/2014/main" id="{D7D2F969-194A-4645-B8E6-4BFF27A4B8D5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9" name="TextBox 888">
                  <a:extLst>
                    <a:ext uri="{FF2B5EF4-FFF2-40B4-BE49-F238E27FC236}">
                      <a16:creationId xmlns:a16="http://schemas.microsoft.com/office/drawing/2014/main" id="{47113117-48E8-4C23-8D52-8CD74F76AE5C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890" name="TextBox 889">
                  <a:extLst>
                    <a:ext uri="{FF2B5EF4-FFF2-40B4-BE49-F238E27FC236}">
                      <a16:creationId xmlns:a16="http://schemas.microsoft.com/office/drawing/2014/main" id="{081D89C4-D2CE-4310-9B12-634CA3E27BB3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956" name="TextBox 955">
                  <a:extLst>
                    <a:ext uri="{FF2B5EF4-FFF2-40B4-BE49-F238E27FC236}">
                      <a16:creationId xmlns:a16="http://schemas.microsoft.com/office/drawing/2014/main" id="{954B67F2-FCE3-491C-A216-178AE3F78466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858" name="Text Box 58">
                <a:extLst>
                  <a:ext uri="{FF2B5EF4-FFF2-40B4-BE49-F238E27FC236}">
                    <a16:creationId xmlns:a16="http://schemas.microsoft.com/office/drawing/2014/main" id="{99F11F2D-29D6-4E86-8E74-5B10B7B271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569" y="1429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0" name="Text Box 58">
                <a:extLst>
                  <a:ext uri="{FF2B5EF4-FFF2-40B4-BE49-F238E27FC236}">
                    <a16:creationId xmlns:a16="http://schemas.microsoft.com/office/drawing/2014/main" id="{033ACA47-8C4F-427A-9CEE-851EC3F684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3126" y="2842744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1" name="Text Box 58">
                <a:extLst>
                  <a:ext uri="{FF2B5EF4-FFF2-40B4-BE49-F238E27FC236}">
                    <a16:creationId xmlns:a16="http://schemas.microsoft.com/office/drawing/2014/main" id="{B4FF6C7D-8576-42E3-B39E-21364CBC8B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2275" y="2833057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2" name="Text Box 58">
                <a:extLst>
                  <a:ext uri="{FF2B5EF4-FFF2-40B4-BE49-F238E27FC236}">
                    <a16:creationId xmlns:a16="http://schemas.microsoft.com/office/drawing/2014/main" id="{2EE1648A-FE37-476A-A61A-DCCDC0EEAF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3" name="Text Box 58">
                <a:extLst>
                  <a:ext uri="{FF2B5EF4-FFF2-40B4-BE49-F238E27FC236}">
                    <a16:creationId xmlns:a16="http://schemas.microsoft.com/office/drawing/2014/main" id="{753E81CD-FD72-4EBF-ACA7-DB25F416C7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578" y="3523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4" name="Text Box 58">
                <a:extLst>
                  <a:ext uri="{FF2B5EF4-FFF2-40B4-BE49-F238E27FC236}">
                    <a16:creationId xmlns:a16="http://schemas.microsoft.com/office/drawing/2014/main" id="{1F2768F6-8829-469F-ADD0-D588AE81B3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5439" y="35440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5" name="Text Box 58">
                <a:extLst>
                  <a:ext uri="{FF2B5EF4-FFF2-40B4-BE49-F238E27FC236}">
                    <a16:creationId xmlns:a16="http://schemas.microsoft.com/office/drawing/2014/main" id="{A1942185-8CC2-4CD1-B2BE-631CC5303F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6" name="Text Box 58">
                <a:extLst>
                  <a:ext uri="{FF2B5EF4-FFF2-40B4-BE49-F238E27FC236}">
                    <a16:creationId xmlns:a16="http://schemas.microsoft.com/office/drawing/2014/main" id="{7E345770-6169-43AE-9F15-D18B774A4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02" name="Text Box 58">
              <a:extLst>
                <a:ext uri="{FF2B5EF4-FFF2-40B4-BE49-F238E27FC236}">
                  <a16:creationId xmlns:a16="http://schemas.microsoft.com/office/drawing/2014/main" id="{ADF43ED9-BCF5-4F49-8679-00477A81B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3279" y="2103011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904" name="타원 903">
              <a:extLst>
                <a:ext uri="{FF2B5EF4-FFF2-40B4-BE49-F238E27FC236}">
                  <a16:creationId xmlns:a16="http://schemas.microsoft.com/office/drawing/2014/main" id="{AC500BE0-29C2-4456-9997-442A7BADF790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08" name="Text Box 58">
              <a:extLst>
                <a:ext uri="{FF2B5EF4-FFF2-40B4-BE49-F238E27FC236}">
                  <a16:creationId xmlns:a16="http://schemas.microsoft.com/office/drawing/2014/main" id="{0737C646-8BE2-417B-9FA9-B228AD0B85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7810" y="3293944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6A1ECA-DCA0-4841-815D-16AD157B498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25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378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Middle</a:t>
            </a:r>
            <a:endParaRPr lang="ko-KR" altLang="en-US" sz="20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65EDB73-3981-49FE-AAB7-60D29B0AD5A3}"/>
              </a:ext>
            </a:extLst>
          </p:cNvPr>
          <p:cNvGrpSpPr/>
          <p:nvPr/>
        </p:nvGrpSpPr>
        <p:grpSpPr>
          <a:xfrm>
            <a:off x="60199" y="2047199"/>
            <a:ext cx="5692850" cy="3368081"/>
            <a:chOff x="60199" y="2047199"/>
            <a:chExt cx="5692850" cy="3368081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A8754125-8735-4D86-8E0B-C14A6D334009}"/>
                </a:ext>
              </a:extLst>
            </p:cNvPr>
            <p:cNvGrpSpPr/>
            <p:nvPr/>
          </p:nvGrpSpPr>
          <p:grpSpPr>
            <a:xfrm>
              <a:off x="60199" y="2047199"/>
              <a:ext cx="5692850" cy="3368081"/>
              <a:chOff x="6345356" y="2047199"/>
              <a:chExt cx="5692850" cy="3368081"/>
            </a:xfrm>
          </p:grpSpPr>
          <p:sp>
            <p:nvSpPr>
              <p:cNvPr id="106" name="별: 꼭짓점 16개 105">
                <a:extLst>
                  <a:ext uri="{FF2B5EF4-FFF2-40B4-BE49-F238E27FC236}">
                    <a16:creationId xmlns:a16="http://schemas.microsoft.com/office/drawing/2014/main" id="{CF4874A1-72F2-486D-BB03-301285F58E47}"/>
                  </a:ext>
                </a:extLst>
              </p:cNvPr>
              <p:cNvSpPr/>
              <p:nvPr/>
            </p:nvSpPr>
            <p:spPr bwMode="auto">
              <a:xfrm>
                <a:off x="8459561" y="3438471"/>
                <a:ext cx="524058" cy="524058"/>
              </a:xfrm>
              <a:prstGeom prst="star16">
                <a:avLst/>
              </a:prstGeom>
              <a:solidFill>
                <a:srgbClr val="FF5050"/>
              </a:solidFill>
              <a:ln w="28575">
                <a:noFill/>
                <a:round/>
                <a:headEnd type="oval" w="med" len="med"/>
                <a:tailEnd type="oval" w="med" len="med"/>
              </a:ln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grpSp>
            <p:nvGrpSpPr>
              <p:cNvPr id="855" name="그룹 854">
                <a:extLst>
                  <a:ext uri="{FF2B5EF4-FFF2-40B4-BE49-F238E27FC236}">
                    <a16:creationId xmlns:a16="http://schemas.microsoft.com/office/drawing/2014/main" id="{71DEED37-32D6-4E7D-A906-3F03BFA8ABB6}"/>
                  </a:ext>
                </a:extLst>
              </p:cNvPr>
              <p:cNvGrpSpPr/>
              <p:nvPr/>
            </p:nvGrpSpPr>
            <p:grpSpPr>
              <a:xfrm>
                <a:off x="6345356" y="2047199"/>
                <a:ext cx="5692850" cy="3368081"/>
                <a:chOff x="608317" y="1386752"/>
                <a:chExt cx="4419115" cy="2614498"/>
              </a:xfrm>
            </p:grpSpPr>
            <p:grpSp>
              <p:nvGrpSpPr>
                <p:cNvPr id="856" name="그룹 855">
                  <a:extLst>
                    <a:ext uri="{FF2B5EF4-FFF2-40B4-BE49-F238E27FC236}">
                      <a16:creationId xmlns:a16="http://schemas.microsoft.com/office/drawing/2014/main" id="{223E1B4B-C338-4E34-B02A-7F92FFE881B7}"/>
                    </a:ext>
                  </a:extLst>
                </p:cNvPr>
                <p:cNvGrpSpPr/>
                <p:nvPr/>
              </p:nvGrpSpPr>
              <p:grpSpPr>
                <a:xfrm>
                  <a:off x="686603" y="1386752"/>
                  <a:ext cx="4236718" cy="2277146"/>
                  <a:chOff x="1399132" y="2695092"/>
                  <a:chExt cx="5417077" cy="2911565"/>
                </a:xfrm>
              </p:grpSpPr>
              <p:grpSp>
                <p:nvGrpSpPr>
                  <p:cNvPr id="867" name="그룹 866">
                    <a:extLst>
                      <a:ext uri="{FF2B5EF4-FFF2-40B4-BE49-F238E27FC236}">
                        <a16:creationId xmlns:a16="http://schemas.microsoft.com/office/drawing/2014/main" id="{82C0ED9C-F58B-49FF-B9FD-6A28B1C946DA}"/>
                      </a:ext>
                    </a:extLst>
                  </p:cNvPr>
                  <p:cNvGrpSpPr/>
                  <p:nvPr/>
                </p:nvGrpSpPr>
                <p:grpSpPr>
                  <a:xfrm>
                    <a:off x="1849118" y="3429000"/>
                    <a:ext cx="4276705" cy="1813560"/>
                    <a:chOff x="1849118" y="4003034"/>
                    <a:chExt cx="4276705" cy="1239526"/>
                  </a:xfrm>
                </p:grpSpPr>
                <p:sp>
                  <p:nvSpPr>
                    <p:cNvPr id="891" name="Line 48">
                      <a:extLst>
                        <a:ext uri="{FF2B5EF4-FFF2-40B4-BE49-F238E27FC236}">
                          <a16:creationId xmlns:a16="http://schemas.microsoft.com/office/drawing/2014/main" id="{D0AD1350-3516-4938-B5B7-D2BCF42A124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1849119" y="4003040"/>
                      <a:ext cx="568305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892" name="Line 48">
                      <a:extLst>
                        <a:ext uri="{FF2B5EF4-FFF2-40B4-BE49-F238E27FC236}">
                          <a16:creationId xmlns:a16="http://schemas.microsoft.com/office/drawing/2014/main" id="{346B3C0D-F1B3-424F-B34F-2041863C40A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2985729" y="461369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893" name="Line 48">
                      <a:extLst>
                        <a:ext uri="{FF2B5EF4-FFF2-40B4-BE49-F238E27FC236}">
                          <a16:creationId xmlns:a16="http://schemas.microsoft.com/office/drawing/2014/main" id="{4252EBA5-09F5-416A-B9A9-A3BCFD82D71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1849118" y="4003038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894" name="Line 48">
                      <a:extLst>
                        <a:ext uri="{FF2B5EF4-FFF2-40B4-BE49-F238E27FC236}">
                          <a16:creationId xmlns:a16="http://schemas.microsoft.com/office/drawing/2014/main" id="{A010F855-D1EB-4A97-B7F9-4A9F0B3D637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417421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895" name="Line 48">
                      <a:extLst>
                        <a:ext uri="{FF2B5EF4-FFF2-40B4-BE49-F238E27FC236}">
                          <a16:creationId xmlns:a16="http://schemas.microsoft.com/office/drawing/2014/main" id="{1AC76FCB-7D80-46E4-814F-FD894FA495D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3646785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896" name="Line 48">
                      <a:extLst>
                        <a:ext uri="{FF2B5EF4-FFF2-40B4-BE49-F238E27FC236}">
                          <a16:creationId xmlns:a16="http://schemas.microsoft.com/office/drawing/2014/main" id="{3BF49B62-DC87-4C51-A053-9CE7B66BDF9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3078481" y="4003036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897" name="Line 48">
                      <a:extLst>
                        <a:ext uri="{FF2B5EF4-FFF2-40B4-BE49-F238E27FC236}">
                          <a16:creationId xmlns:a16="http://schemas.microsoft.com/office/drawing/2014/main" id="{6C39A3DF-F5E1-4C9E-A8AF-7148FAF4128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876149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898" name="Line 48">
                      <a:extLst>
                        <a:ext uri="{FF2B5EF4-FFF2-40B4-BE49-F238E27FC236}">
                          <a16:creationId xmlns:a16="http://schemas.microsoft.com/office/drawing/2014/main" id="{82809201-1417-48D3-AD8E-FA92F191EF1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995885" y="5242560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899" name="Line 48">
                      <a:extLst>
                        <a:ext uri="{FF2B5EF4-FFF2-40B4-BE49-F238E27FC236}">
                          <a16:creationId xmlns:a16="http://schemas.microsoft.com/office/drawing/2014/main" id="{4A7FE09B-9EEF-4969-B22F-02ED2573571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235404" y="524255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900" name="Line 48">
                      <a:extLst>
                        <a:ext uri="{FF2B5EF4-FFF2-40B4-BE49-F238E27FC236}">
                          <a16:creationId xmlns:a16="http://schemas.microsoft.com/office/drawing/2014/main" id="{8E1ACDCD-A257-4F82-9F14-35D5D9D696D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5490831" y="4622799"/>
                      <a:ext cx="634992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901" name="Line 48">
                      <a:extLst>
                        <a:ext uri="{FF2B5EF4-FFF2-40B4-BE49-F238E27FC236}">
                          <a16:creationId xmlns:a16="http://schemas.microsoft.com/office/drawing/2014/main" id="{B4D8350A-C5DC-4E00-BF11-94C0F6F4A08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307844" y="4003034"/>
                      <a:ext cx="568303" cy="61967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954" name="Line 48">
                      <a:extLst>
                        <a:ext uri="{FF2B5EF4-FFF2-40B4-BE49-F238E27FC236}">
                          <a16:creationId xmlns:a16="http://schemas.microsoft.com/office/drawing/2014/main" id="{0C25E24E-176D-4846-AC59-D5A80BA5E8E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4222070" y="461369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868" name="TextBox 867">
                    <a:extLst>
                      <a:ext uri="{FF2B5EF4-FFF2-40B4-BE49-F238E27FC236}">
                        <a16:creationId xmlns:a16="http://schemas.microsoft.com/office/drawing/2014/main" id="{B029B053-87A1-42A1-BD97-E30F895A79DC}"/>
                      </a:ext>
                    </a:extLst>
                  </p:cNvPr>
                  <p:cNvSpPr txBox="1"/>
                  <p:nvPr/>
                </p:nvSpPr>
                <p:spPr>
                  <a:xfrm>
                    <a:off x="3447053" y="4349253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 err="1">
                        <a:latin typeface="+mj-ea"/>
                        <a:ea typeface="+mj-ea"/>
                      </a:rPr>
                      <a:t>석계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69" name="TextBox 868">
                    <a:extLst>
                      <a:ext uri="{FF2B5EF4-FFF2-40B4-BE49-F238E27FC236}">
                        <a16:creationId xmlns:a16="http://schemas.microsoft.com/office/drawing/2014/main" id="{7A0F2882-C9E1-403E-9AE5-F9EAEC5131E2}"/>
                      </a:ext>
                    </a:extLst>
                  </p:cNvPr>
                  <p:cNvSpPr txBox="1"/>
                  <p:nvPr/>
                </p:nvSpPr>
                <p:spPr>
                  <a:xfrm>
                    <a:off x="4362055" y="4338094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태릉입구</a:t>
                    </a:r>
                  </a:p>
                </p:txBody>
              </p:sp>
              <p:sp>
                <p:nvSpPr>
                  <p:cNvPr id="870" name="TextBox 869">
                    <a:extLst>
                      <a:ext uri="{FF2B5EF4-FFF2-40B4-BE49-F238E27FC236}">
                        <a16:creationId xmlns:a16="http://schemas.microsoft.com/office/drawing/2014/main" id="{3FDB2280-D58D-4809-8850-8FAD5CC99AA0}"/>
                      </a:ext>
                    </a:extLst>
                  </p:cNvPr>
                  <p:cNvSpPr txBox="1"/>
                  <p:nvPr/>
                </p:nvSpPr>
                <p:spPr>
                  <a:xfrm>
                    <a:off x="5203673" y="5218866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망우</a:t>
                    </a:r>
                  </a:p>
                </p:txBody>
              </p:sp>
              <p:sp>
                <p:nvSpPr>
                  <p:cNvPr id="871" name="TextBox 870">
                    <a:extLst>
                      <a:ext uri="{FF2B5EF4-FFF2-40B4-BE49-F238E27FC236}">
                        <a16:creationId xmlns:a16="http://schemas.microsoft.com/office/drawing/2014/main" id="{2062EC46-D6ED-4169-87F1-8C702A1927DF}"/>
                      </a:ext>
                    </a:extLst>
                  </p:cNvPr>
                  <p:cNvSpPr txBox="1"/>
                  <p:nvPr/>
                </p:nvSpPr>
                <p:spPr>
                  <a:xfrm>
                    <a:off x="3840769" y="5231168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상봉</a:t>
                    </a:r>
                  </a:p>
                </p:txBody>
              </p:sp>
              <p:sp>
                <p:nvSpPr>
                  <p:cNvPr id="872" name="TextBox 871">
                    <a:extLst>
                      <a:ext uri="{FF2B5EF4-FFF2-40B4-BE49-F238E27FC236}">
                        <a16:creationId xmlns:a16="http://schemas.microsoft.com/office/drawing/2014/main" id="{FB324803-E728-4FF5-99C5-96363FC0DA1B}"/>
                      </a:ext>
                    </a:extLst>
                  </p:cNvPr>
                  <p:cNvSpPr txBox="1"/>
                  <p:nvPr/>
                </p:nvSpPr>
                <p:spPr>
                  <a:xfrm>
                    <a:off x="2570098" y="5237325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회기</a:t>
                    </a:r>
                  </a:p>
                </p:txBody>
              </p:sp>
              <p:sp>
                <p:nvSpPr>
                  <p:cNvPr id="873" name="TextBox 872">
                    <a:extLst>
                      <a:ext uri="{FF2B5EF4-FFF2-40B4-BE49-F238E27FC236}">
                        <a16:creationId xmlns:a16="http://schemas.microsoft.com/office/drawing/2014/main" id="{7EC681BF-D2A9-4699-8CC0-958AF36B05C3}"/>
                      </a:ext>
                    </a:extLst>
                  </p:cNvPr>
                  <p:cNvSpPr txBox="1"/>
                  <p:nvPr/>
                </p:nvSpPr>
                <p:spPr>
                  <a:xfrm>
                    <a:off x="1426478" y="4150978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광운대</a:t>
                    </a:r>
                  </a:p>
                </p:txBody>
              </p:sp>
              <p:sp>
                <p:nvSpPr>
                  <p:cNvPr id="874" name="TextBox 873">
                    <a:extLst>
                      <a:ext uri="{FF2B5EF4-FFF2-40B4-BE49-F238E27FC236}">
                        <a16:creationId xmlns:a16="http://schemas.microsoft.com/office/drawing/2014/main" id="{834A61BD-2FD7-4342-8074-C33D9B472230}"/>
                      </a:ext>
                    </a:extLst>
                  </p:cNvPr>
                  <p:cNvSpPr txBox="1"/>
                  <p:nvPr/>
                </p:nvSpPr>
                <p:spPr>
                  <a:xfrm>
                    <a:off x="3993206" y="301479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하계</a:t>
                    </a:r>
                  </a:p>
                </p:txBody>
              </p:sp>
              <p:sp>
                <p:nvSpPr>
                  <p:cNvPr id="875" name="TextBox 874">
                    <a:extLst>
                      <a:ext uri="{FF2B5EF4-FFF2-40B4-BE49-F238E27FC236}">
                        <a16:creationId xmlns:a16="http://schemas.microsoft.com/office/drawing/2014/main" id="{1A9CFB49-E2CB-40A5-B62A-23A254ABF1CC}"/>
                      </a:ext>
                    </a:extLst>
                  </p:cNvPr>
                  <p:cNvSpPr txBox="1"/>
                  <p:nvPr/>
                </p:nvSpPr>
                <p:spPr>
                  <a:xfrm>
                    <a:off x="2699005" y="2984852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노원</a:t>
                    </a:r>
                  </a:p>
                </p:txBody>
              </p:sp>
              <p:sp>
                <p:nvSpPr>
                  <p:cNvPr id="876" name="TextBox 875">
                    <a:extLst>
                      <a:ext uri="{FF2B5EF4-FFF2-40B4-BE49-F238E27FC236}">
                        <a16:creationId xmlns:a16="http://schemas.microsoft.com/office/drawing/2014/main" id="{7766ED57-F9AC-4F6D-85FE-0D2243271F4A}"/>
                      </a:ext>
                    </a:extLst>
                  </p:cNvPr>
                  <p:cNvSpPr txBox="1"/>
                  <p:nvPr/>
                </p:nvSpPr>
                <p:spPr>
                  <a:xfrm>
                    <a:off x="1451680" y="298484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창동</a:t>
                    </a:r>
                  </a:p>
                </p:txBody>
              </p:sp>
              <p:sp>
                <p:nvSpPr>
                  <p:cNvPr id="877" name="TextBox 876">
                    <a:extLst>
                      <a:ext uri="{FF2B5EF4-FFF2-40B4-BE49-F238E27FC236}">
                        <a16:creationId xmlns:a16="http://schemas.microsoft.com/office/drawing/2014/main" id="{B9AAB53E-4C93-49FA-B480-F40A3C68939F}"/>
                      </a:ext>
                    </a:extLst>
                  </p:cNvPr>
                  <p:cNvSpPr txBox="1"/>
                  <p:nvPr/>
                </p:nvSpPr>
                <p:spPr>
                  <a:xfrm>
                    <a:off x="6178359" y="4124504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신내</a:t>
                    </a:r>
                  </a:p>
                </p:txBody>
              </p:sp>
              <p:sp>
                <p:nvSpPr>
                  <p:cNvPr id="878" name="TextBox 877">
                    <a:extLst>
                      <a:ext uri="{FF2B5EF4-FFF2-40B4-BE49-F238E27FC236}">
                        <a16:creationId xmlns:a16="http://schemas.microsoft.com/office/drawing/2014/main" id="{49D37F6C-A5CB-4A2D-987A-A7318A046C6F}"/>
                      </a:ext>
                    </a:extLst>
                  </p:cNvPr>
                  <p:cNvSpPr txBox="1"/>
                  <p:nvPr/>
                </p:nvSpPr>
                <p:spPr>
                  <a:xfrm>
                    <a:off x="3984858" y="4044900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879" name="TextBox 878">
                    <a:extLst>
                      <a:ext uri="{FF2B5EF4-FFF2-40B4-BE49-F238E27FC236}">
                        <a16:creationId xmlns:a16="http://schemas.microsoft.com/office/drawing/2014/main" id="{A813CDC0-EF1D-4024-8E7C-BB721E8BECB8}"/>
                      </a:ext>
                    </a:extLst>
                  </p:cNvPr>
                  <p:cNvSpPr txBox="1"/>
                  <p:nvPr/>
                </p:nvSpPr>
                <p:spPr>
                  <a:xfrm>
                    <a:off x="2776669" y="4021347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880" name="TextBox 879">
                    <a:extLst>
                      <a:ext uri="{FF2B5EF4-FFF2-40B4-BE49-F238E27FC236}">
                        <a16:creationId xmlns:a16="http://schemas.microsoft.com/office/drawing/2014/main" id="{01359773-1A91-47AC-8B1E-31844C77BEC5}"/>
                      </a:ext>
                    </a:extLst>
                  </p:cNvPr>
                  <p:cNvSpPr txBox="1"/>
                  <p:nvPr/>
                </p:nvSpPr>
                <p:spPr>
                  <a:xfrm>
                    <a:off x="5225819" y="4034073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881" name="TextBox 880">
                    <a:extLst>
                      <a:ext uri="{FF2B5EF4-FFF2-40B4-BE49-F238E27FC236}">
                        <a16:creationId xmlns:a16="http://schemas.microsoft.com/office/drawing/2014/main" id="{EB667875-E04D-488F-B5CA-0A85E1F4A8C7}"/>
                      </a:ext>
                    </a:extLst>
                  </p:cNvPr>
                  <p:cNvSpPr txBox="1"/>
                  <p:nvPr/>
                </p:nvSpPr>
                <p:spPr>
                  <a:xfrm>
                    <a:off x="4516743" y="361131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882" name="TextBox 881">
                    <a:extLst>
                      <a:ext uri="{FF2B5EF4-FFF2-40B4-BE49-F238E27FC236}">
                        <a16:creationId xmlns:a16="http://schemas.microsoft.com/office/drawing/2014/main" id="{7C09576B-E97F-4199-B5C9-E9ED5A9A337D}"/>
                      </a:ext>
                    </a:extLst>
                  </p:cNvPr>
                  <p:cNvSpPr txBox="1"/>
                  <p:nvPr/>
                </p:nvSpPr>
                <p:spPr>
                  <a:xfrm>
                    <a:off x="3496878" y="313471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883" name="TextBox 882">
                    <a:extLst>
                      <a:ext uri="{FF2B5EF4-FFF2-40B4-BE49-F238E27FC236}">
                        <a16:creationId xmlns:a16="http://schemas.microsoft.com/office/drawing/2014/main" id="{A71A0E4F-4AB4-4FDB-AF23-975F1A1072FF}"/>
                      </a:ext>
                    </a:extLst>
                  </p:cNvPr>
                  <p:cNvSpPr txBox="1"/>
                  <p:nvPr/>
                </p:nvSpPr>
                <p:spPr>
                  <a:xfrm>
                    <a:off x="2110683" y="3683861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884" name="TextBox 883">
                    <a:extLst>
                      <a:ext uri="{FF2B5EF4-FFF2-40B4-BE49-F238E27FC236}">
                        <a16:creationId xmlns:a16="http://schemas.microsoft.com/office/drawing/2014/main" id="{5919C4DA-7D93-4B71-A6FC-806A72C92936}"/>
                      </a:ext>
                    </a:extLst>
                  </p:cNvPr>
                  <p:cNvSpPr txBox="1"/>
                  <p:nvPr/>
                </p:nvSpPr>
                <p:spPr>
                  <a:xfrm>
                    <a:off x="2186598" y="314543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885" name="TextBox 884">
                    <a:extLst>
                      <a:ext uri="{FF2B5EF4-FFF2-40B4-BE49-F238E27FC236}">
                        <a16:creationId xmlns:a16="http://schemas.microsoft.com/office/drawing/2014/main" id="{8EA5B482-4000-4121-BD63-B4214AAE870F}"/>
                      </a:ext>
                    </a:extLst>
                  </p:cNvPr>
                  <p:cNvSpPr txBox="1"/>
                  <p:nvPr/>
                </p:nvSpPr>
                <p:spPr>
                  <a:xfrm>
                    <a:off x="5752473" y="470755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886" name="TextBox 885">
                    <a:extLst>
                      <a:ext uri="{FF2B5EF4-FFF2-40B4-BE49-F238E27FC236}">
                        <a16:creationId xmlns:a16="http://schemas.microsoft.com/office/drawing/2014/main" id="{0DB57A21-D6A4-4E70-8471-8FE5EB6CAD55}"/>
                      </a:ext>
                    </a:extLst>
                  </p:cNvPr>
                  <p:cNvSpPr txBox="1"/>
                  <p:nvPr/>
                </p:nvSpPr>
                <p:spPr>
                  <a:xfrm>
                    <a:off x="3336955" y="5195856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887" name="TextBox 886">
                    <a:extLst>
                      <a:ext uri="{FF2B5EF4-FFF2-40B4-BE49-F238E27FC236}">
                        <a16:creationId xmlns:a16="http://schemas.microsoft.com/office/drawing/2014/main" id="{B23F8690-B096-447A-9A22-3D67FAA4A557}"/>
                      </a:ext>
                    </a:extLst>
                  </p:cNvPr>
                  <p:cNvSpPr txBox="1"/>
                  <p:nvPr/>
                </p:nvSpPr>
                <p:spPr>
                  <a:xfrm>
                    <a:off x="4627858" y="519319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888" name="TextBox 887">
                    <a:extLst>
                      <a:ext uri="{FF2B5EF4-FFF2-40B4-BE49-F238E27FC236}">
                        <a16:creationId xmlns:a16="http://schemas.microsoft.com/office/drawing/2014/main" id="{D7D2F969-194A-4645-B8E6-4BFF27A4B8D5}"/>
                      </a:ext>
                    </a:extLst>
                  </p:cNvPr>
                  <p:cNvSpPr txBox="1"/>
                  <p:nvPr/>
                </p:nvSpPr>
                <p:spPr>
                  <a:xfrm>
                    <a:off x="2795896" y="4537214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889" name="TextBox 888">
                    <a:extLst>
                      <a:ext uri="{FF2B5EF4-FFF2-40B4-BE49-F238E27FC236}">
                        <a16:creationId xmlns:a16="http://schemas.microsoft.com/office/drawing/2014/main" id="{47113117-48E8-4C23-8D52-8CD74F76AE5C}"/>
                      </a:ext>
                    </a:extLst>
                  </p:cNvPr>
                  <p:cNvSpPr txBox="1"/>
                  <p:nvPr/>
                </p:nvSpPr>
                <p:spPr>
                  <a:xfrm>
                    <a:off x="1399132" y="2695092"/>
                    <a:ext cx="708848" cy="3231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0" name="TextBox 889">
                    <a:extLst>
                      <a:ext uri="{FF2B5EF4-FFF2-40B4-BE49-F238E27FC236}">
                        <a16:creationId xmlns:a16="http://schemas.microsoft.com/office/drawing/2014/main" id="{081D89C4-D2CE-4310-9B12-634CA3E27BB3}"/>
                      </a:ext>
                    </a:extLst>
                  </p:cNvPr>
                  <p:cNvSpPr txBox="1"/>
                  <p:nvPr/>
                </p:nvSpPr>
                <p:spPr>
                  <a:xfrm>
                    <a:off x="6107361" y="3835721"/>
                    <a:ext cx="708848" cy="3231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956" name="TextBox 955">
                    <a:extLst>
                      <a:ext uri="{FF2B5EF4-FFF2-40B4-BE49-F238E27FC236}">
                        <a16:creationId xmlns:a16="http://schemas.microsoft.com/office/drawing/2014/main" id="{954B67F2-FCE3-491C-A216-178AE3F78466}"/>
                      </a:ext>
                    </a:extLst>
                  </p:cNvPr>
                  <p:cNvSpPr txBox="1"/>
                  <p:nvPr/>
                </p:nvSpPr>
                <p:spPr>
                  <a:xfrm>
                    <a:off x="4110276" y="4643402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858" name="Text Box 58">
                  <a:extLst>
                    <a:ext uri="{FF2B5EF4-FFF2-40B4-BE49-F238E27FC236}">
                      <a16:creationId xmlns:a16="http://schemas.microsoft.com/office/drawing/2014/main" id="{99F11F2D-29D6-4E86-8E74-5B10B7B271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79569" y="1429812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861" name="Text Box 58">
                  <a:extLst>
                    <a:ext uri="{FF2B5EF4-FFF2-40B4-BE49-F238E27FC236}">
                      <a16:creationId xmlns:a16="http://schemas.microsoft.com/office/drawing/2014/main" id="{B4FF6C7D-8576-42E3-B39E-21364CBC8B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92275" y="2833057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862" name="Text Box 58">
                  <a:extLst>
                    <a:ext uri="{FF2B5EF4-FFF2-40B4-BE49-F238E27FC236}">
                      <a16:creationId xmlns:a16="http://schemas.microsoft.com/office/drawing/2014/main" id="{2EE1648A-FE37-476A-A61A-DCCDC0EEAF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94032" y="2041498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863" name="Text Box 58">
                  <a:extLst>
                    <a:ext uri="{FF2B5EF4-FFF2-40B4-BE49-F238E27FC236}">
                      <a16:creationId xmlns:a16="http://schemas.microsoft.com/office/drawing/2014/main" id="{753E81CD-FD72-4EBF-ACA7-DB25F416C77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3578" y="3523812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864" name="Text Box 58">
                  <a:extLst>
                    <a:ext uri="{FF2B5EF4-FFF2-40B4-BE49-F238E27FC236}">
                      <a16:creationId xmlns:a16="http://schemas.microsoft.com/office/drawing/2014/main" id="{1F2768F6-8829-469F-ADD0-D588AE81B3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15439" y="3544050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865" name="Text Box 58">
                  <a:extLst>
                    <a:ext uri="{FF2B5EF4-FFF2-40B4-BE49-F238E27FC236}">
                      <a16:creationId xmlns:a16="http://schemas.microsoft.com/office/drawing/2014/main" id="{A1942185-8CC2-4CD1-B2BE-631CC5303F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88944" y="3538016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866" name="Text Box 58">
                  <a:extLst>
                    <a:ext uri="{FF2B5EF4-FFF2-40B4-BE49-F238E27FC236}">
                      <a16:creationId xmlns:a16="http://schemas.microsoft.com/office/drawing/2014/main" id="{7E345770-6169-43AE-9F15-D18B774A45A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317" y="1639501"/>
                  <a:ext cx="533400" cy="323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902" name="Text Box 58">
                <a:extLst>
                  <a:ext uri="{FF2B5EF4-FFF2-40B4-BE49-F238E27FC236}">
                    <a16:creationId xmlns:a16="http://schemas.microsoft.com/office/drawing/2014/main" id="{ADF43ED9-BCF5-4F49-8679-00477A81B2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93279" y="2103011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904" name="타원 903">
                <a:extLst>
                  <a:ext uri="{FF2B5EF4-FFF2-40B4-BE49-F238E27FC236}">
                    <a16:creationId xmlns:a16="http://schemas.microsoft.com/office/drawing/2014/main" id="{AC500BE0-29C2-4456-9997-442A7BADF790}"/>
                  </a:ext>
                </a:extLst>
              </p:cNvPr>
              <p:cNvSpPr/>
              <p:nvPr/>
            </p:nvSpPr>
            <p:spPr bwMode="auto">
              <a:xfrm>
                <a:off x="6526195" y="225552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08" name="Text Box 58">
                <a:extLst>
                  <a:ext uri="{FF2B5EF4-FFF2-40B4-BE49-F238E27FC236}">
                    <a16:creationId xmlns:a16="http://schemas.microsoft.com/office/drawing/2014/main" id="{0737C646-8BE2-417B-9FA9-B228AD0B8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27810" y="3293944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07" name="타원 106">
                <a:extLst>
                  <a:ext uri="{FF2B5EF4-FFF2-40B4-BE49-F238E27FC236}">
                    <a16:creationId xmlns:a16="http://schemas.microsoft.com/office/drawing/2014/main" id="{E423B8F6-E239-4201-BA7A-267395AE205B}"/>
                  </a:ext>
                </a:extLst>
              </p:cNvPr>
              <p:cNvSpPr/>
              <p:nvPr/>
            </p:nvSpPr>
            <p:spPr bwMode="auto">
              <a:xfrm>
                <a:off x="6621599" y="3420576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  <p:sp>
          <p:nvSpPr>
            <p:cNvPr id="109" name="Text Box 58">
              <a:extLst>
                <a:ext uri="{FF2B5EF4-FFF2-40B4-BE49-F238E27FC236}">
                  <a16:creationId xmlns:a16="http://schemas.microsoft.com/office/drawing/2014/main" id="{B6714FE3-9412-4C4E-9A55-D3043FC3C0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977" y="3974768"/>
              <a:ext cx="68714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53FB54A4-4467-4B50-92C8-51D6C9283931}"/>
              </a:ext>
            </a:extLst>
          </p:cNvPr>
          <p:cNvGrpSpPr/>
          <p:nvPr/>
        </p:nvGrpSpPr>
        <p:grpSpPr>
          <a:xfrm>
            <a:off x="6096000" y="1966376"/>
            <a:ext cx="5692850" cy="3448904"/>
            <a:chOff x="60199" y="1966376"/>
            <a:chExt cx="5692850" cy="3448904"/>
          </a:xfrm>
        </p:grpSpPr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A17CB851-9600-402B-9758-2F9A52316D7F}"/>
                </a:ext>
              </a:extLst>
            </p:cNvPr>
            <p:cNvGrpSpPr/>
            <p:nvPr/>
          </p:nvGrpSpPr>
          <p:grpSpPr>
            <a:xfrm>
              <a:off x="60199" y="1966376"/>
              <a:ext cx="5692850" cy="3448904"/>
              <a:chOff x="6345356" y="1966376"/>
              <a:chExt cx="5692850" cy="3448904"/>
            </a:xfrm>
          </p:grpSpPr>
          <p:sp>
            <p:nvSpPr>
              <p:cNvPr id="201" name="별: 꼭짓점 16개 200">
                <a:extLst>
                  <a:ext uri="{FF2B5EF4-FFF2-40B4-BE49-F238E27FC236}">
                    <a16:creationId xmlns:a16="http://schemas.microsoft.com/office/drawing/2014/main" id="{01E16F4E-36C0-42CC-811C-C4E681436889}"/>
                  </a:ext>
                </a:extLst>
              </p:cNvPr>
              <p:cNvSpPr/>
              <p:nvPr/>
            </p:nvSpPr>
            <p:spPr bwMode="auto">
              <a:xfrm>
                <a:off x="8459561" y="3438471"/>
                <a:ext cx="524058" cy="524058"/>
              </a:xfrm>
              <a:prstGeom prst="star16">
                <a:avLst/>
              </a:prstGeom>
              <a:solidFill>
                <a:srgbClr val="FF5050"/>
              </a:solidFill>
              <a:ln w="28575">
                <a:noFill/>
                <a:round/>
                <a:headEnd type="oval" w="med" len="med"/>
                <a:tailEnd type="oval" w="med" len="med"/>
              </a:ln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grpSp>
            <p:nvGrpSpPr>
              <p:cNvPr id="202" name="그룹 201">
                <a:extLst>
                  <a:ext uri="{FF2B5EF4-FFF2-40B4-BE49-F238E27FC236}">
                    <a16:creationId xmlns:a16="http://schemas.microsoft.com/office/drawing/2014/main" id="{03354DD5-A771-4CCB-8777-27A789CE0829}"/>
                  </a:ext>
                </a:extLst>
              </p:cNvPr>
              <p:cNvGrpSpPr/>
              <p:nvPr/>
            </p:nvGrpSpPr>
            <p:grpSpPr>
              <a:xfrm>
                <a:off x="6345356" y="2047199"/>
                <a:ext cx="5692850" cy="3368081"/>
                <a:chOff x="608317" y="1386752"/>
                <a:chExt cx="4419115" cy="2614498"/>
              </a:xfrm>
            </p:grpSpPr>
            <p:grpSp>
              <p:nvGrpSpPr>
                <p:cNvPr id="207" name="그룹 206">
                  <a:extLst>
                    <a:ext uri="{FF2B5EF4-FFF2-40B4-BE49-F238E27FC236}">
                      <a16:creationId xmlns:a16="http://schemas.microsoft.com/office/drawing/2014/main" id="{4C68B118-12BF-4534-B4E9-314921055758}"/>
                    </a:ext>
                  </a:extLst>
                </p:cNvPr>
                <p:cNvGrpSpPr/>
                <p:nvPr/>
              </p:nvGrpSpPr>
              <p:grpSpPr>
                <a:xfrm>
                  <a:off x="686603" y="1386752"/>
                  <a:ext cx="4236718" cy="2277146"/>
                  <a:chOff x="1399132" y="2695092"/>
                  <a:chExt cx="5417077" cy="2911565"/>
                </a:xfrm>
              </p:grpSpPr>
              <p:grpSp>
                <p:nvGrpSpPr>
                  <p:cNvPr id="215" name="그룹 214">
                    <a:extLst>
                      <a:ext uri="{FF2B5EF4-FFF2-40B4-BE49-F238E27FC236}">
                        <a16:creationId xmlns:a16="http://schemas.microsoft.com/office/drawing/2014/main" id="{FEBF2BAB-48BE-48A7-A5C6-6E6BF1670FED}"/>
                      </a:ext>
                    </a:extLst>
                  </p:cNvPr>
                  <p:cNvGrpSpPr/>
                  <p:nvPr/>
                </p:nvGrpSpPr>
                <p:grpSpPr>
                  <a:xfrm>
                    <a:off x="1849118" y="3429000"/>
                    <a:ext cx="4276705" cy="1813560"/>
                    <a:chOff x="1849118" y="4003034"/>
                    <a:chExt cx="4276705" cy="1239526"/>
                  </a:xfrm>
                </p:grpSpPr>
                <p:sp>
                  <p:nvSpPr>
                    <p:cNvPr id="240" name="Line 48">
                      <a:extLst>
                        <a:ext uri="{FF2B5EF4-FFF2-40B4-BE49-F238E27FC236}">
                          <a16:creationId xmlns:a16="http://schemas.microsoft.com/office/drawing/2014/main" id="{238CF7C3-FB30-4E3F-8A39-6362DBDBC05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1849119" y="4003040"/>
                      <a:ext cx="568305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241" name="Line 48">
                      <a:extLst>
                        <a:ext uri="{FF2B5EF4-FFF2-40B4-BE49-F238E27FC236}">
                          <a16:creationId xmlns:a16="http://schemas.microsoft.com/office/drawing/2014/main" id="{6289911C-EEF1-4966-8E0D-1F8E3052B95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2985729" y="461369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242" name="Line 48">
                      <a:extLst>
                        <a:ext uri="{FF2B5EF4-FFF2-40B4-BE49-F238E27FC236}">
                          <a16:creationId xmlns:a16="http://schemas.microsoft.com/office/drawing/2014/main" id="{25FAD924-02F8-4C32-9FD4-929BEBA204F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1849118" y="4003038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43" name="Line 48">
                      <a:extLst>
                        <a:ext uri="{FF2B5EF4-FFF2-40B4-BE49-F238E27FC236}">
                          <a16:creationId xmlns:a16="http://schemas.microsoft.com/office/drawing/2014/main" id="{A4CD99AA-A34C-4EB4-9FF7-0165098C72E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417421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44" name="Line 48">
                      <a:extLst>
                        <a:ext uri="{FF2B5EF4-FFF2-40B4-BE49-F238E27FC236}">
                          <a16:creationId xmlns:a16="http://schemas.microsoft.com/office/drawing/2014/main" id="{535A6253-549F-40F9-B363-627AC3B35B6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3646785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45" name="Line 48">
                      <a:extLst>
                        <a:ext uri="{FF2B5EF4-FFF2-40B4-BE49-F238E27FC236}">
                          <a16:creationId xmlns:a16="http://schemas.microsoft.com/office/drawing/2014/main" id="{74466A5C-D695-46E4-A6F5-1EE59A59AB1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3078481" y="4003036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prstDash val="sysDash"/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46" name="Line 48">
                      <a:extLst>
                        <a:ext uri="{FF2B5EF4-FFF2-40B4-BE49-F238E27FC236}">
                          <a16:creationId xmlns:a16="http://schemas.microsoft.com/office/drawing/2014/main" id="{19BA8F5F-61B9-4D54-88F2-E6308808996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876149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47" name="Line 48">
                      <a:extLst>
                        <a:ext uri="{FF2B5EF4-FFF2-40B4-BE49-F238E27FC236}">
                          <a16:creationId xmlns:a16="http://schemas.microsoft.com/office/drawing/2014/main" id="{27F9F015-C414-45B2-8AE0-D0759E4042A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995885" y="5242560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48" name="Line 48">
                      <a:extLst>
                        <a:ext uri="{FF2B5EF4-FFF2-40B4-BE49-F238E27FC236}">
                          <a16:creationId xmlns:a16="http://schemas.microsoft.com/office/drawing/2014/main" id="{F07DC798-DDE9-4E76-AD5D-3D2AED22D89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235404" y="524255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49" name="Line 48">
                      <a:extLst>
                        <a:ext uri="{FF2B5EF4-FFF2-40B4-BE49-F238E27FC236}">
                          <a16:creationId xmlns:a16="http://schemas.microsoft.com/office/drawing/2014/main" id="{74F16160-6481-4E03-A353-6F5480F56B6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5490831" y="4622799"/>
                      <a:ext cx="634992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50" name="Line 48">
                      <a:extLst>
                        <a:ext uri="{FF2B5EF4-FFF2-40B4-BE49-F238E27FC236}">
                          <a16:creationId xmlns:a16="http://schemas.microsoft.com/office/drawing/2014/main" id="{A746FDBB-0380-4C5F-9E17-625B71A47F9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307844" y="4003034"/>
                      <a:ext cx="568303" cy="61967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51" name="Line 48">
                      <a:extLst>
                        <a:ext uri="{FF2B5EF4-FFF2-40B4-BE49-F238E27FC236}">
                          <a16:creationId xmlns:a16="http://schemas.microsoft.com/office/drawing/2014/main" id="{9F181C2D-ADD9-48E7-A5EB-E6F765BDB3F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4222070" y="461369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DA401675-94B9-443A-898C-EF1F5B149C01}"/>
                      </a:ext>
                    </a:extLst>
                  </p:cNvPr>
                  <p:cNvSpPr txBox="1"/>
                  <p:nvPr/>
                </p:nvSpPr>
                <p:spPr>
                  <a:xfrm>
                    <a:off x="3447053" y="4349253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 err="1">
                        <a:latin typeface="+mj-ea"/>
                        <a:ea typeface="+mj-ea"/>
                      </a:rPr>
                      <a:t>석계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8552E0EF-0187-42BC-B70A-5B4E984CE552}"/>
                      </a:ext>
                    </a:extLst>
                  </p:cNvPr>
                  <p:cNvSpPr txBox="1"/>
                  <p:nvPr/>
                </p:nvSpPr>
                <p:spPr>
                  <a:xfrm>
                    <a:off x="4362055" y="4338094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태릉입구</a:t>
                    </a:r>
                  </a:p>
                </p:txBody>
              </p:sp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65A30CD8-BA70-4BA1-BC11-8F79F15B593A}"/>
                      </a:ext>
                    </a:extLst>
                  </p:cNvPr>
                  <p:cNvSpPr txBox="1"/>
                  <p:nvPr/>
                </p:nvSpPr>
                <p:spPr>
                  <a:xfrm>
                    <a:off x="5203673" y="5218866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망우</a:t>
                    </a:r>
                  </a:p>
                </p:txBody>
              </p:sp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8AF38C43-17DE-4795-84D1-798BEC047A61}"/>
                      </a:ext>
                    </a:extLst>
                  </p:cNvPr>
                  <p:cNvSpPr txBox="1"/>
                  <p:nvPr/>
                </p:nvSpPr>
                <p:spPr>
                  <a:xfrm>
                    <a:off x="3840769" y="5231168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상봉</a:t>
                    </a:r>
                  </a:p>
                </p:txBody>
              </p:sp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8AC3EBC7-80E8-43E1-9B84-55B1ACA067E1}"/>
                      </a:ext>
                    </a:extLst>
                  </p:cNvPr>
                  <p:cNvSpPr txBox="1"/>
                  <p:nvPr/>
                </p:nvSpPr>
                <p:spPr>
                  <a:xfrm>
                    <a:off x="2570098" y="5237325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회기</a:t>
                    </a:r>
                  </a:p>
                </p:txBody>
              </p:sp>
              <p:sp>
                <p:nvSpPr>
                  <p:cNvPr id="221" name="TextBox 220">
                    <a:extLst>
                      <a:ext uri="{FF2B5EF4-FFF2-40B4-BE49-F238E27FC236}">
                        <a16:creationId xmlns:a16="http://schemas.microsoft.com/office/drawing/2014/main" id="{48B59E36-A596-4113-962F-1B2419A42706}"/>
                      </a:ext>
                    </a:extLst>
                  </p:cNvPr>
                  <p:cNvSpPr txBox="1"/>
                  <p:nvPr/>
                </p:nvSpPr>
                <p:spPr>
                  <a:xfrm>
                    <a:off x="1426478" y="4150978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광운대</a:t>
                    </a:r>
                  </a:p>
                </p:txBody>
              </p:sp>
              <p:sp>
                <p:nvSpPr>
                  <p:cNvPr id="222" name="TextBox 221">
                    <a:extLst>
                      <a:ext uri="{FF2B5EF4-FFF2-40B4-BE49-F238E27FC236}">
                        <a16:creationId xmlns:a16="http://schemas.microsoft.com/office/drawing/2014/main" id="{87CF5750-786A-4AE2-BE02-E26ED2C2D6DC}"/>
                      </a:ext>
                    </a:extLst>
                  </p:cNvPr>
                  <p:cNvSpPr txBox="1"/>
                  <p:nvPr/>
                </p:nvSpPr>
                <p:spPr>
                  <a:xfrm>
                    <a:off x="3993206" y="301479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하계</a:t>
                    </a:r>
                  </a:p>
                </p:txBody>
              </p:sp>
              <p:sp>
                <p:nvSpPr>
                  <p:cNvPr id="223" name="TextBox 222">
                    <a:extLst>
                      <a:ext uri="{FF2B5EF4-FFF2-40B4-BE49-F238E27FC236}">
                        <a16:creationId xmlns:a16="http://schemas.microsoft.com/office/drawing/2014/main" id="{ECC5DC86-0CDE-4704-8B1D-B27281B785C8}"/>
                      </a:ext>
                    </a:extLst>
                  </p:cNvPr>
                  <p:cNvSpPr txBox="1"/>
                  <p:nvPr/>
                </p:nvSpPr>
                <p:spPr>
                  <a:xfrm>
                    <a:off x="2699005" y="2984852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노원</a:t>
                    </a:r>
                  </a:p>
                </p:txBody>
              </p:sp>
              <p:sp>
                <p:nvSpPr>
                  <p:cNvPr id="224" name="TextBox 223">
                    <a:extLst>
                      <a:ext uri="{FF2B5EF4-FFF2-40B4-BE49-F238E27FC236}">
                        <a16:creationId xmlns:a16="http://schemas.microsoft.com/office/drawing/2014/main" id="{6B351276-D111-4CE2-9D25-3348ABA59500}"/>
                      </a:ext>
                    </a:extLst>
                  </p:cNvPr>
                  <p:cNvSpPr txBox="1"/>
                  <p:nvPr/>
                </p:nvSpPr>
                <p:spPr>
                  <a:xfrm>
                    <a:off x="1451680" y="298484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창동</a:t>
                    </a:r>
                  </a:p>
                </p:txBody>
              </p:sp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60604722-655E-48B0-9DD5-FB6CBF1E26FE}"/>
                      </a:ext>
                    </a:extLst>
                  </p:cNvPr>
                  <p:cNvSpPr txBox="1"/>
                  <p:nvPr/>
                </p:nvSpPr>
                <p:spPr>
                  <a:xfrm>
                    <a:off x="6178359" y="4124504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신내</a:t>
                    </a:r>
                  </a:p>
                </p:txBody>
              </p:sp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5ADFE960-BC32-420B-88EA-4A6114F303E6}"/>
                      </a:ext>
                    </a:extLst>
                  </p:cNvPr>
                  <p:cNvSpPr txBox="1"/>
                  <p:nvPr/>
                </p:nvSpPr>
                <p:spPr>
                  <a:xfrm>
                    <a:off x="3984858" y="4044900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27" name="TextBox 226">
                    <a:extLst>
                      <a:ext uri="{FF2B5EF4-FFF2-40B4-BE49-F238E27FC236}">
                        <a16:creationId xmlns:a16="http://schemas.microsoft.com/office/drawing/2014/main" id="{EBC687DB-FD52-4EA9-991D-C81B6408EDA0}"/>
                      </a:ext>
                    </a:extLst>
                  </p:cNvPr>
                  <p:cNvSpPr txBox="1"/>
                  <p:nvPr/>
                </p:nvSpPr>
                <p:spPr>
                  <a:xfrm>
                    <a:off x="2776669" y="4021347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442BB292-65F6-4FAF-8117-66EC33601E66}"/>
                      </a:ext>
                    </a:extLst>
                  </p:cNvPr>
                  <p:cNvSpPr txBox="1"/>
                  <p:nvPr/>
                </p:nvSpPr>
                <p:spPr>
                  <a:xfrm>
                    <a:off x="5225819" y="4034073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29" name="TextBox 228">
                    <a:extLst>
                      <a:ext uri="{FF2B5EF4-FFF2-40B4-BE49-F238E27FC236}">
                        <a16:creationId xmlns:a16="http://schemas.microsoft.com/office/drawing/2014/main" id="{2CA82DCC-FB19-4DDD-953B-E078EF99215F}"/>
                      </a:ext>
                    </a:extLst>
                  </p:cNvPr>
                  <p:cNvSpPr txBox="1"/>
                  <p:nvPr/>
                </p:nvSpPr>
                <p:spPr>
                  <a:xfrm>
                    <a:off x="4516743" y="361131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30" name="TextBox 229">
                    <a:extLst>
                      <a:ext uri="{FF2B5EF4-FFF2-40B4-BE49-F238E27FC236}">
                        <a16:creationId xmlns:a16="http://schemas.microsoft.com/office/drawing/2014/main" id="{FBF367F0-91B3-40B0-81C3-9EF77668D236}"/>
                      </a:ext>
                    </a:extLst>
                  </p:cNvPr>
                  <p:cNvSpPr txBox="1"/>
                  <p:nvPr/>
                </p:nvSpPr>
                <p:spPr>
                  <a:xfrm>
                    <a:off x="3496878" y="313471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31" name="TextBox 230">
                    <a:extLst>
                      <a:ext uri="{FF2B5EF4-FFF2-40B4-BE49-F238E27FC236}">
                        <a16:creationId xmlns:a16="http://schemas.microsoft.com/office/drawing/2014/main" id="{593F2CC6-2181-4824-A378-522EAF368D1B}"/>
                      </a:ext>
                    </a:extLst>
                  </p:cNvPr>
                  <p:cNvSpPr txBox="1"/>
                  <p:nvPr/>
                </p:nvSpPr>
                <p:spPr>
                  <a:xfrm>
                    <a:off x="2110683" y="3683861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32" name="TextBox 231">
                    <a:extLst>
                      <a:ext uri="{FF2B5EF4-FFF2-40B4-BE49-F238E27FC236}">
                        <a16:creationId xmlns:a16="http://schemas.microsoft.com/office/drawing/2014/main" id="{32E60C88-4549-4CA8-A1C1-275A15EB3A08}"/>
                      </a:ext>
                    </a:extLst>
                  </p:cNvPr>
                  <p:cNvSpPr txBox="1"/>
                  <p:nvPr/>
                </p:nvSpPr>
                <p:spPr>
                  <a:xfrm>
                    <a:off x="2186598" y="314543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33" name="TextBox 232">
                    <a:extLst>
                      <a:ext uri="{FF2B5EF4-FFF2-40B4-BE49-F238E27FC236}">
                        <a16:creationId xmlns:a16="http://schemas.microsoft.com/office/drawing/2014/main" id="{0F064D66-ABC1-4334-B69C-D94B07610A7F}"/>
                      </a:ext>
                    </a:extLst>
                  </p:cNvPr>
                  <p:cNvSpPr txBox="1"/>
                  <p:nvPr/>
                </p:nvSpPr>
                <p:spPr>
                  <a:xfrm>
                    <a:off x="5752473" y="470755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34" name="TextBox 233">
                    <a:extLst>
                      <a:ext uri="{FF2B5EF4-FFF2-40B4-BE49-F238E27FC236}">
                        <a16:creationId xmlns:a16="http://schemas.microsoft.com/office/drawing/2014/main" id="{EF954F0B-9E99-4581-8295-58C61DA0C7F0}"/>
                      </a:ext>
                    </a:extLst>
                  </p:cNvPr>
                  <p:cNvSpPr txBox="1"/>
                  <p:nvPr/>
                </p:nvSpPr>
                <p:spPr>
                  <a:xfrm>
                    <a:off x="3336955" y="5195856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35" name="TextBox 234">
                    <a:extLst>
                      <a:ext uri="{FF2B5EF4-FFF2-40B4-BE49-F238E27FC236}">
                        <a16:creationId xmlns:a16="http://schemas.microsoft.com/office/drawing/2014/main" id="{DC15BF10-47F4-41D6-87B7-7A2D744E02E0}"/>
                      </a:ext>
                    </a:extLst>
                  </p:cNvPr>
                  <p:cNvSpPr txBox="1"/>
                  <p:nvPr/>
                </p:nvSpPr>
                <p:spPr>
                  <a:xfrm>
                    <a:off x="4627858" y="519319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36" name="TextBox 235">
                    <a:extLst>
                      <a:ext uri="{FF2B5EF4-FFF2-40B4-BE49-F238E27FC236}">
                        <a16:creationId xmlns:a16="http://schemas.microsoft.com/office/drawing/2014/main" id="{92AA8069-3D55-431F-9C57-C721B0F6C9D5}"/>
                      </a:ext>
                    </a:extLst>
                  </p:cNvPr>
                  <p:cNvSpPr txBox="1"/>
                  <p:nvPr/>
                </p:nvSpPr>
                <p:spPr>
                  <a:xfrm>
                    <a:off x="2795896" y="4537214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37" name="TextBox 236">
                    <a:extLst>
                      <a:ext uri="{FF2B5EF4-FFF2-40B4-BE49-F238E27FC236}">
                        <a16:creationId xmlns:a16="http://schemas.microsoft.com/office/drawing/2014/main" id="{6579C222-0C55-41BF-AB34-C3CE97A531A3}"/>
                      </a:ext>
                    </a:extLst>
                  </p:cNvPr>
                  <p:cNvSpPr txBox="1"/>
                  <p:nvPr/>
                </p:nvSpPr>
                <p:spPr>
                  <a:xfrm>
                    <a:off x="1399132" y="2695092"/>
                    <a:ext cx="708848" cy="3231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38" name="TextBox 237">
                    <a:extLst>
                      <a:ext uri="{FF2B5EF4-FFF2-40B4-BE49-F238E27FC236}">
                        <a16:creationId xmlns:a16="http://schemas.microsoft.com/office/drawing/2014/main" id="{66BE5DEA-9E93-467A-B3A2-4FFB0A04837E}"/>
                      </a:ext>
                    </a:extLst>
                  </p:cNvPr>
                  <p:cNvSpPr txBox="1"/>
                  <p:nvPr/>
                </p:nvSpPr>
                <p:spPr>
                  <a:xfrm>
                    <a:off x="6107361" y="3835721"/>
                    <a:ext cx="708848" cy="3231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39" name="TextBox 238">
                    <a:extLst>
                      <a:ext uri="{FF2B5EF4-FFF2-40B4-BE49-F238E27FC236}">
                        <a16:creationId xmlns:a16="http://schemas.microsoft.com/office/drawing/2014/main" id="{B95417EB-82F5-4FD9-9935-1F1D1DB275B5}"/>
                      </a:ext>
                    </a:extLst>
                  </p:cNvPr>
                  <p:cNvSpPr txBox="1"/>
                  <p:nvPr/>
                </p:nvSpPr>
                <p:spPr>
                  <a:xfrm>
                    <a:off x="4110276" y="4643402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209" name="Text Box 58">
                  <a:extLst>
                    <a:ext uri="{FF2B5EF4-FFF2-40B4-BE49-F238E27FC236}">
                      <a16:creationId xmlns:a16="http://schemas.microsoft.com/office/drawing/2014/main" id="{B8FA9C5E-D50F-4D8E-83E1-69E1FE326B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292275" y="2833057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210" name="Text Box 58">
                  <a:extLst>
                    <a:ext uri="{FF2B5EF4-FFF2-40B4-BE49-F238E27FC236}">
                      <a16:creationId xmlns:a16="http://schemas.microsoft.com/office/drawing/2014/main" id="{9E8579DD-8365-4039-A267-1E322B31F1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94032" y="2041498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211" name="Text Box 58">
                  <a:extLst>
                    <a:ext uri="{FF2B5EF4-FFF2-40B4-BE49-F238E27FC236}">
                      <a16:creationId xmlns:a16="http://schemas.microsoft.com/office/drawing/2014/main" id="{8B334A08-971A-4B01-B3FA-823FA75CFE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13578" y="3523812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212" name="Text Box 58">
                  <a:extLst>
                    <a:ext uri="{FF2B5EF4-FFF2-40B4-BE49-F238E27FC236}">
                      <a16:creationId xmlns:a16="http://schemas.microsoft.com/office/drawing/2014/main" id="{F560CA79-197F-4E69-A063-EBEEC78252D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15439" y="3544050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213" name="Text Box 58">
                  <a:extLst>
                    <a:ext uri="{FF2B5EF4-FFF2-40B4-BE49-F238E27FC236}">
                      <a16:creationId xmlns:a16="http://schemas.microsoft.com/office/drawing/2014/main" id="{84968A5B-5AB9-4A91-AD5B-29C68ACAB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88944" y="3538016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214" name="Text Box 58">
                  <a:extLst>
                    <a:ext uri="{FF2B5EF4-FFF2-40B4-BE49-F238E27FC236}">
                      <a16:creationId xmlns:a16="http://schemas.microsoft.com/office/drawing/2014/main" id="{73F2162A-6980-4453-B131-C495CEE021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317" y="1639501"/>
                  <a:ext cx="533400" cy="323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03" name="Text Box 58">
                <a:extLst>
                  <a:ext uri="{FF2B5EF4-FFF2-40B4-BE49-F238E27FC236}">
                    <a16:creationId xmlns:a16="http://schemas.microsoft.com/office/drawing/2014/main" id="{85E27BF6-F316-44E8-BE6A-C44C5E30FA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93279" y="1966376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4" name="타원 203">
                <a:extLst>
                  <a:ext uri="{FF2B5EF4-FFF2-40B4-BE49-F238E27FC236}">
                    <a16:creationId xmlns:a16="http://schemas.microsoft.com/office/drawing/2014/main" id="{279215B3-A437-41A5-8105-542A965AE6F7}"/>
                  </a:ext>
                </a:extLst>
              </p:cNvPr>
              <p:cNvSpPr/>
              <p:nvPr/>
            </p:nvSpPr>
            <p:spPr bwMode="auto">
              <a:xfrm>
                <a:off x="6526195" y="225552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05" name="Text Box 58">
                <a:extLst>
                  <a:ext uri="{FF2B5EF4-FFF2-40B4-BE49-F238E27FC236}">
                    <a16:creationId xmlns:a16="http://schemas.microsoft.com/office/drawing/2014/main" id="{44A736A0-7452-4040-9037-02BECEE8EA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27810" y="3293944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6" name="타원 205">
                <a:extLst>
                  <a:ext uri="{FF2B5EF4-FFF2-40B4-BE49-F238E27FC236}">
                    <a16:creationId xmlns:a16="http://schemas.microsoft.com/office/drawing/2014/main" id="{160047C4-3AB4-4EE8-8D84-F5EF82211CA2}"/>
                  </a:ext>
                </a:extLst>
              </p:cNvPr>
              <p:cNvSpPr/>
              <p:nvPr/>
            </p:nvSpPr>
            <p:spPr bwMode="auto">
              <a:xfrm>
                <a:off x="6621599" y="3420576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54" name="타원 253">
                <a:extLst>
                  <a:ext uri="{FF2B5EF4-FFF2-40B4-BE49-F238E27FC236}">
                    <a16:creationId xmlns:a16="http://schemas.microsoft.com/office/drawing/2014/main" id="{92DB76C9-9674-46EF-AAB5-874C50985FB7}"/>
                  </a:ext>
                </a:extLst>
              </p:cNvPr>
              <p:cNvSpPr/>
              <p:nvPr/>
            </p:nvSpPr>
            <p:spPr bwMode="auto">
              <a:xfrm>
                <a:off x="7786226" y="226459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  <p:sp>
          <p:nvSpPr>
            <p:cNvPr id="200" name="Text Box 58">
              <a:extLst>
                <a:ext uri="{FF2B5EF4-FFF2-40B4-BE49-F238E27FC236}">
                  <a16:creationId xmlns:a16="http://schemas.microsoft.com/office/drawing/2014/main" id="{C9950279-C1F4-47D1-849E-BE33A0A29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977" y="3974768"/>
              <a:ext cx="68714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255" name="Text Box 58">
            <a:extLst>
              <a:ext uri="{FF2B5EF4-FFF2-40B4-BE49-F238E27FC236}">
                <a16:creationId xmlns:a16="http://schemas.microsoft.com/office/drawing/2014/main" id="{08E76AA7-66BF-41F4-8EEC-34007D5DE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2242" y="2137552"/>
            <a:ext cx="163397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11 (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창동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,</a:t>
            </a:r>
            <a:r>
              <a: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노원</a:t>
            </a:r>
            <a:r>
              <a:rPr lang="en-US" altLang="ko-KR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rPr>
              <a:t>)</a:t>
            </a:r>
            <a:endParaRPr lang="ko-KR" altLang="en-US" sz="1500" dirty="0">
              <a:solidFill>
                <a:schemeClr val="accent3">
                  <a:lumMod val="75000"/>
                </a:schemeClr>
              </a:solidFill>
              <a:latin typeface="티머니 둥근바람 Regular" panose="02050503000000000000" pitchFamily="18" charset="-127"/>
              <a:ea typeface="티머니 둥근바람 Regular" panose="02050503000000000000" pitchFamily="18" charset="-127"/>
              <a:cs typeface="Arial" panose="020B0604020202020204" pitchFamily="34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4F4B95E-BAF4-4203-AC45-14ABBD655ED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26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27926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Middle</a:t>
            </a:r>
            <a:endParaRPr lang="ko-KR" altLang="en-US" sz="2000" dirty="0"/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C72E6CDF-0274-4853-9D03-38F0F4027556}"/>
              </a:ext>
            </a:extLst>
          </p:cNvPr>
          <p:cNvGrpSpPr/>
          <p:nvPr/>
        </p:nvGrpSpPr>
        <p:grpSpPr>
          <a:xfrm>
            <a:off x="63087" y="1955869"/>
            <a:ext cx="5692850" cy="3459411"/>
            <a:chOff x="6345356" y="1955869"/>
            <a:chExt cx="5692850" cy="3459411"/>
          </a:xfrm>
        </p:grpSpPr>
        <p:sp>
          <p:nvSpPr>
            <p:cNvPr id="114" name="별: 꼭짓점 16개 113">
              <a:extLst>
                <a:ext uri="{FF2B5EF4-FFF2-40B4-BE49-F238E27FC236}">
                  <a16:creationId xmlns:a16="http://schemas.microsoft.com/office/drawing/2014/main" id="{14920FE6-1DF8-44A3-9BDC-A7EA5E0742D4}"/>
                </a:ext>
              </a:extLst>
            </p:cNvPr>
            <p:cNvSpPr/>
            <p:nvPr/>
          </p:nvSpPr>
          <p:spPr bwMode="auto">
            <a:xfrm>
              <a:off x="8459555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9DDBC5D4-873A-4D9F-AA64-DD05213B5F2A}"/>
                </a:ext>
              </a:extLst>
            </p:cNvPr>
            <p:cNvGrpSpPr/>
            <p:nvPr/>
          </p:nvGrpSpPr>
          <p:grpSpPr>
            <a:xfrm>
              <a:off x="6345356" y="2047199"/>
              <a:ext cx="5692850" cy="3368081"/>
              <a:chOff x="608317" y="1386752"/>
              <a:chExt cx="4419115" cy="2614498"/>
            </a:xfrm>
          </p:grpSpPr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015A44B4-508A-493A-9A0A-A421EF201607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30" name="그룹 129">
                  <a:extLst>
                    <a:ext uri="{FF2B5EF4-FFF2-40B4-BE49-F238E27FC236}">
                      <a16:creationId xmlns:a16="http://schemas.microsoft.com/office/drawing/2014/main" id="{291FC2E6-B860-4644-ABB8-C4AB7634FE71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155" name="Line 48">
                    <a:extLst>
                      <a:ext uri="{FF2B5EF4-FFF2-40B4-BE49-F238E27FC236}">
                        <a16:creationId xmlns:a16="http://schemas.microsoft.com/office/drawing/2014/main" id="{CE7FDA7F-651B-4469-9B7E-4D908B9CB96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56" name="Line 48">
                    <a:extLst>
                      <a:ext uri="{FF2B5EF4-FFF2-40B4-BE49-F238E27FC236}">
                        <a16:creationId xmlns:a16="http://schemas.microsoft.com/office/drawing/2014/main" id="{4ED4CF86-51CB-4BC5-91E1-8E8CF7837E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57" name="Line 48">
                    <a:extLst>
                      <a:ext uri="{FF2B5EF4-FFF2-40B4-BE49-F238E27FC236}">
                        <a16:creationId xmlns:a16="http://schemas.microsoft.com/office/drawing/2014/main" id="{6EF977E6-38F3-4743-814C-B64B068DEF3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8" name="Line 48">
                    <a:extLst>
                      <a:ext uri="{FF2B5EF4-FFF2-40B4-BE49-F238E27FC236}">
                        <a16:creationId xmlns:a16="http://schemas.microsoft.com/office/drawing/2014/main" id="{972216BE-0304-4A9F-848A-4626407F89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59" name="Line 48">
                    <a:extLst>
                      <a:ext uri="{FF2B5EF4-FFF2-40B4-BE49-F238E27FC236}">
                        <a16:creationId xmlns:a16="http://schemas.microsoft.com/office/drawing/2014/main" id="{6B2F5BD7-4604-4454-9DF9-1FFAFA8120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0" name="Line 48">
                    <a:extLst>
                      <a:ext uri="{FF2B5EF4-FFF2-40B4-BE49-F238E27FC236}">
                        <a16:creationId xmlns:a16="http://schemas.microsoft.com/office/drawing/2014/main" id="{5ECCB45D-192B-4C00-B7AD-7680D13E38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1" name="Line 48">
                    <a:extLst>
                      <a:ext uri="{FF2B5EF4-FFF2-40B4-BE49-F238E27FC236}">
                        <a16:creationId xmlns:a16="http://schemas.microsoft.com/office/drawing/2014/main" id="{A4D4D79F-CE04-4FD3-8C2C-7F8233EB96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2" name="Line 48">
                    <a:extLst>
                      <a:ext uri="{FF2B5EF4-FFF2-40B4-BE49-F238E27FC236}">
                        <a16:creationId xmlns:a16="http://schemas.microsoft.com/office/drawing/2014/main" id="{B42C43E2-9648-4270-B4DE-B8750A8D80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3" name="Line 48">
                    <a:extLst>
                      <a:ext uri="{FF2B5EF4-FFF2-40B4-BE49-F238E27FC236}">
                        <a16:creationId xmlns:a16="http://schemas.microsoft.com/office/drawing/2014/main" id="{A9A262A3-9C38-4E2F-AF7D-8E0F966F991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4" name="Line 48">
                    <a:extLst>
                      <a:ext uri="{FF2B5EF4-FFF2-40B4-BE49-F238E27FC236}">
                        <a16:creationId xmlns:a16="http://schemas.microsoft.com/office/drawing/2014/main" id="{EAFD8A5F-D2A6-49C1-890B-C8BB164A42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65" name="Line 48">
                    <a:extLst>
                      <a:ext uri="{FF2B5EF4-FFF2-40B4-BE49-F238E27FC236}">
                        <a16:creationId xmlns:a16="http://schemas.microsoft.com/office/drawing/2014/main" id="{10697909-47F4-49B1-B577-B6A8B9CC85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66" name="Line 48">
                    <a:extLst>
                      <a:ext uri="{FF2B5EF4-FFF2-40B4-BE49-F238E27FC236}">
                        <a16:creationId xmlns:a16="http://schemas.microsoft.com/office/drawing/2014/main" id="{6546EA4A-10D0-4B33-9BE7-DFA303C47A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46ED3FB2-2764-4B8D-B5CA-8E0CCE028851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EBCECBB6-F452-45DE-9CBA-A8F19EBB63F0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AEA389B-AFA9-437E-B163-E13ED9E1E68A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C3C5EFAA-C92C-40D0-ADF7-7C4ACF40C999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6DA7A0E2-8A49-487D-8F6C-7645A334E8A2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C5A9DB55-4C38-407A-AEB6-749B03390A30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7A9F6226-383B-4BBD-9B65-BD2D1F762B42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9CBF1CDA-7B98-49A0-9B50-30DCFB2F7A49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4BDA304B-8FFC-4D8A-B9A5-730AD8D8E74A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FA8B85FC-C008-4C85-BEB2-4A0F522D84A1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4B3E26DD-1911-40B9-9C11-DAB8E2939903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AA2DC4B3-8CE5-4381-BAD6-35CB20FCDAA0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26CC928A-486C-435C-B601-F3C6DB32F6AD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0C7DFEBE-D7C0-496D-9A07-F481E7ACD515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8213A2E2-483E-4EEB-9B7B-7162571870B8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A7E2CE75-2E7C-472B-AA6A-B0846042526B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1308409B-3530-41E9-8EFF-4FB1C3D65A53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6E939DAE-00A8-4D50-A317-1074E269324E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2808F553-9539-40AA-8A0E-DEF3AA8CB30E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BA26F4F-A934-4CB2-9B7E-F0C98458C8EB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0DAF405A-4EBC-4E7B-93F5-EB795470D031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B59F7B04-9562-424C-8263-EDF0EF7373E0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89BB81ED-DEAB-4644-9EFF-71D4CB74884F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D20A1AF0-2B05-4A6E-AA47-2EBDF9220125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25" name="Text Box 58">
                <a:extLst>
                  <a:ext uri="{FF2B5EF4-FFF2-40B4-BE49-F238E27FC236}">
                    <a16:creationId xmlns:a16="http://schemas.microsoft.com/office/drawing/2014/main" id="{1BBED1D2-F39E-4090-9EA3-24A58C95EB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6" name="Text Box 58">
                <a:extLst>
                  <a:ext uri="{FF2B5EF4-FFF2-40B4-BE49-F238E27FC236}">
                    <a16:creationId xmlns:a16="http://schemas.microsoft.com/office/drawing/2014/main" id="{0503D580-73C4-4F11-984F-A8501594C0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578" y="3523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7" name="Text Box 58">
                <a:extLst>
                  <a:ext uri="{FF2B5EF4-FFF2-40B4-BE49-F238E27FC236}">
                    <a16:creationId xmlns:a16="http://schemas.microsoft.com/office/drawing/2014/main" id="{4ECF5F41-102F-4FD9-B37B-CC9720B7DD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5439" y="35440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8" name="Text Box 58">
                <a:extLst>
                  <a:ext uri="{FF2B5EF4-FFF2-40B4-BE49-F238E27FC236}">
                    <a16:creationId xmlns:a16="http://schemas.microsoft.com/office/drawing/2014/main" id="{E440B854-03FF-4A9A-A2E5-517B6A4703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9" name="Text Box 58">
                <a:extLst>
                  <a:ext uri="{FF2B5EF4-FFF2-40B4-BE49-F238E27FC236}">
                    <a16:creationId xmlns:a16="http://schemas.microsoft.com/office/drawing/2014/main" id="{C20A100B-42AF-41B6-8A51-2AA44AB156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6" name="Text Box 58">
              <a:extLst>
                <a:ext uri="{FF2B5EF4-FFF2-40B4-BE49-F238E27FC236}">
                  <a16:creationId xmlns:a16="http://schemas.microsoft.com/office/drawing/2014/main" id="{BAAC235E-CB76-45D3-8847-3A66673D0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871" y="195586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7" name="Text Box 58">
              <a:extLst>
                <a:ext uri="{FF2B5EF4-FFF2-40B4-BE49-F238E27FC236}">
                  <a16:creationId xmlns:a16="http://schemas.microsoft.com/office/drawing/2014/main" id="{B4D2DFFE-9D1D-4BC0-A3A4-2A90ADACFB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2312" y="3975919"/>
              <a:ext cx="40812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9826275E-5F52-4042-BD14-4DA25255103D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5B1C96FE-9A5F-45E8-9968-3A4CE23841FB}"/>
                </a:ext>
              </a:extLst>
            </p:cNvPr>
            <p:cNvSpPr/>
            <p:nvPr/>
          </p:nvSpPr>
          <p:spPr bwMode="auto">
            <a:xfrm>
              <a:off x="7807807" y="2255015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0" name="Text Box 58">
              <a:extLst>
                <a:ext uri="{FF2B5EF4-FFF2-40B4-BE49-F238E27FC236}">
                  <a16:creationId xmlns:a16="http://schemas.microsoft.com/office/drawing/2014/main" id="{27F6DEE1-B6E1-4CA0-BF4E-E3C6AC486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5039" y="1987628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1AB369C7-C6DD-47AC-AC40-AE2E688C9A1E}"/>
                </a:ext>
              </a:extLst>
            </p:cNvPr>
            <p:cNvSpPr/>
            <p:nvPr/>
          </p:nvSpPr>
          <p:spPr bwMode="auto">
            <a:xfrm>
              <a:off x="9079098" y="22890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2" name="Text Box 58">
              <a:extLst>
                <a:ext uri="{FF2B5EF4-FFF2-40B4-BE49-F238E27FC236}">
                  <a16:creationId xmlns:a16="http://schemas.microsoft.com/office/drawing/2014/main" id="{0C63F829-6675-40FF-AD99-9CA7D20F5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095" y="3975919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721FF263-C54D-4ECD-9C96-C5C8A7965E06}"/>
                </a:ext>
              </a:extLst>
            </p:cNvPr>
            <p:cNvSpPr/>
            <p:nvPr/>
          </p:nvSpPr>
          <p:spPr bwMode="auto">
            <a:xfrm>
              <a:off x="6599656" y="343066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8" name="Text Box 58">
              <a:extLst>
                <a:ext uri="{FF2B5EF4-FFF2-40B4-BE49-F238E27FC236}">
                  <a16:creationId xmlns:a16="http://schemas.microsoft.com/office/drawing/2014/main" id="{ACAF1CF4-28A2-4D14-BF03-1C457E8D2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7113" y="3120386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991033AF-BD32-42DF-834F-C41488794027}"/>
              </a:ext>
            </a:extLst>
          </p:cNvPr>
          <p:cNvGrpSpPr/>
          <p:nvPr/>
        </p:nvGrpSpPr>
        <p:grpSpPr>
          <a:xfrm>
            <a:off x="6213395" y="1955869"/>
            <a:ext cx="6041307" cy="3493914"/>
            <a:chOff x="6345356" y="1955869"/>
            <a:chExt cx="6041307" cy="3493914"/>
          </a:xfrm>
        </p:grpSpPr>
        <p:sp>
          <p:nvSpPr>
            <p:cNvPr id="170" name="별: 꼭짓점 16개 169">
              <a:extLst>
                <a:ext uri="{FF2B5EF4-FFF2-40B4-BE49-F238E27FC236}">
                  <a16:creationId xmlns:a16="http://schemas.microsoft.com/office/drawing/2014/main" id="{0B70BF49-30CE-433C-B498-1D5FCD1A5114}"/>
                </a:ext>
              </a:extLst>
            </p:cNvPr>
            <p:cNvSpPr/>
            <p:nvPr/>
          </p:nvSpPr>
          <p:spPr bwMode="auto">
            <a:xfrm>
              <a:off x="8459555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C7E78BF1-C903-4F65-B6A7-B9F86CEBE173}"/>
                </a:ext>
              </a:extLst>
            </p:cNvPr>
            <p:cNvGrpSpPr/>
            <p:nvPr/>
          </p:nvGrpSpPr>
          <p:grpSpPr>
            <a:xfrm>
              <a:off x="6345356" y="2047199"/>
              <a:ext cx="5558731" cy="3360308"/>
              <a:chOff x="608317" y="1386752"/>
              <a:chExt cx="4315004" cy="2608464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8ED545F3-0169-48B1-A971-26E1A1FD4C87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87" name="그룹 186">
                  <a:extLst>
                    <a:ext uri="{FF2B5EF4-FFF2-40B4-BE49-F238E27FC236}">
                      <a16:creationId xmlns:a16="http://schemas.microsoft.com/office/drawing/2014/main" id="{FA342514-7F2C-45A2-A266-CEE69154D07C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267" name="Line 48">
                    <a:extLst>
                      <a:ext uri="{FF2B5EF4-FFF2-40B4-BE49-F238E27FC236}">
                        <a16:creationId xmlns:a16="http://schemas.microsoft.com/office/drawing/2014/main" id="{1F7234BC-6830-482F-81BB-BC35DCDCEF3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68" name="Line 48">
                    <a:extLst>
                      <a:ext uri="{FF2B5EF4-FFF2-40B4-BE49-F238E27FC236}">
                        <a16:creationId xmlns:a16="http://schemas.microsoft.com/office/drawing/2014/main" id="{923C88C8-98AC-47B0-B819-76A3E25CB6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69" name="Line 48">
                    <a:extLst>
                      <a:ext uri="{FF2B5EF4-FFF2-40B4-BE49-F238E27FC236}">
                        <a16:creationId xmlns:a16="http://schemas.microsoft.com/office/drawing/2014/main" id="{C4325BAD-B133-4017-81EC-E9D253282F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0" name="Line 48">
                    <a:extLst>
                      <a:ext uri="{FF2B5EF4-FFF2-40B4-BE49-F238E27FC236}">
                        <a16:creationId xmlns:a16="http://schemas.microsoft.com/office/drawing/2014/main" id="{833BDACC-645B-4945-8505-040A3DC240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1" name="Line 48">
                    <a:extLst>
                      <a:ext uri="{FF2B5EF4-FFF2-40B4-BE49-F238E27FC236}">
                        <a16:creationId xmlns:a16="http://schemas.microsoft.com/office/drawing/2014/main" id="{499111D1-6481-427B-A1C1-D7655D8F10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olid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2" name="Line 48">
                    <a:extLst>
                      <a:ext uri="{FF2B5EF4-FFF2-40B4-BE49-F238E27FC236}">
                        <a16:creationId xmlns:a16="http://schemas.microsoft.com/office/drawing/2014/main" id="{B22DEE2F-1C33-40B0-AB24-59562646F0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3" name="Line 48">
                    <a:extLst>
                      <a:ext uri="{FF2B5EF4-FFF2-40B4-BE49-F238E27FC236}">
                        <a16:creationId xmlns:a16="http://schemas.microsoft.com/office/drawing/2014/main" id="{3291C269-0465-4810-810B-D1216D57F1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4" name="Line 48">
                    <a:extLst>
                      <a:ext uri="{FF2B5EF4-FFF2-40B4-BE49-F238E27FC236}">
                        <a16:creationId xmlns:a16="http://schemas.microsoft.com/office/drawing/2014/main" id="{4D77A18D-A35A-4993-BFDC-E9BD7BAA7D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5" name="Line 48">
                    <a:extLst>
                      <a:ext uri="{FF2B5EF4-FFF2-40B4-BE49-F238E27FC236}">
                        <a16:creationId xmlns:a16="http://schemas.microsoft.com/office/drawing/2014/main" id="{A18B52DC-9B62-44FF-B69C-F21FECC7C6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6" name="Line 48">
                    <a:extLst>
                      <a:ext uri="{FF2B5EF4-FFF2-40B4-BE49-F238E27FC236}">
                        <a16:creationId xmlns:a16="http://schemas.microsoft.com/office/drawing/2014/main" id="{C9E5859E-B84F-4D65-BF69-7ADB088423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7" name="Line 48">
                    <a:extLst>
                      <a:ext uri="{FF2B5EF4-FFF2-40B4-BE49-F238E27FC236}">
                        <a16:creationId xmlns:a16="http://schemas.microsoft.com/office/drawing/2014/main" id="{27CFB95C-EE51-481B-BD68-C3AA867595E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8" name="Line 48">
                    <a:extLst>
                      <a:ext uri="{FF2B5EF4-FFF2-40B4-BE49-F238E27FC236}">
                        <a16:creationId xmlns:a16="http://schemas.microsoft.com/office/drawing/2014/main" id="{6472711D-0EF4-473C-B52C-E26E68B3A4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5584447C-5D68-48DF-BBEC-7D4F2D17984E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49FDFE3A-4282-40AB-8C7F-FB9BFD0127A8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47A88BD3-F948-4A7A-BBA8-98A3FA15078E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7694C26B-9228-4A4D-9027-EA1EC578AAEC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6C1542C-2839-4873-A794-D8AEF76EDDA2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68F91FA8-348B-4B07-A417-160144DFFF0B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FD8256E1-13A9-4D60-B565-805BA8EB85D5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4B88A4C5-4065-4998-B45A-0B6B17FDC2A1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893ADCF9-15DA-4B78-BB4E-CB2B6125AAA2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F38E4DE0-521D-4440-AAA9-511C175218E7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99FA28A0-6C61-453B-8C73-749C86AC6973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8983C460-D4A4-4E57-B563-F43B0BA62328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50B69BD0-988D-480E-BD16-C730CC4B585A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45B4213C-BF92-4893-8FB0-55BB2B1DE21D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BC3DD663-A8D8-4F0F-A0AD-5A1E31CE2767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7E80E9DD-4B61-4A72-8CBC-8F0DB1970EEF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153A97A2-B904-44BE-8C66-67327312D856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FC5D494E-2ECE-4A77-9F1E-D7D759857279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3FEB32A0-62B6-4E1F-B63A-E4AB8A596B8F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8FA7A0C8-4232-4202-B881-ECCEDB3C5084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6223B076-884F-48A2-B8B4-E9407945F593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C4996B36-2F67-4369-9ABC-C3F1D2A09A65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5DF6C661-47A5-464F-8238-50F30C08FBBF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4419762F-6437-4B58-AD7C-32D8815C3969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83" name="Text Box 58">
                <a:extLst>
                  <a:ext uri="{FF2B5EF4-FFF2-40B4-BE49-F238E27FC236}">
                    <a16:creationId xmlns:a16="http://schemas.microsoft.com/office/drawing/2014/main" id="{D8A0A86C-60FF-4529-B5F0-4E32128082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578" y="3523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85" name="Text Box 58">
                <a:extLst>
                  <a:ext uri="{FF2B5EF4-FFF2-40B4-BE49-F238E27FC236}">
                    <a16:creationId xmlns:a16="http://schemas.microsoft.com/office/drawing/2014/main" id="{BFD68AF5-AFB7-458D-BC23-51A6003074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86" name="Text Box 58">
                <a:extLst>
                  <a:ext uri="{FF2B5EF4-FFF2-40B4-BE49-F238E27FC236}">
                    <a16:creationId xmlns:a16="http://schemas.microsoft.com/office/drawing/2014/main" id="{92747BC1-998C-4290-AA12-47BA25DCAF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 Box 58">
              <a:extLst>
                <a:ext uri="{FF2B5EF4-FFF2-40B4-BE49-F238E27FC236}">
                  <a16:creationId xmlns:a16="http://schemas.microsoft.com/office/drawing/2014/main" id="{1C36D802-570E-4520-B9AE-0BED3919B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871" y="195586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73" name="Text Box 58">
              <a:extLst>
                <a:ext uri="{FF2B5EF4-FFF2-40B4-BE49-F238E27FC236}">
                  <a16:creationId xmlns:a16="http://schemas.microsoft.com/office/drawing/2014/main" id="{7D5FA212-998C-4A9F-8E9D-0FD7E0837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2312" y="3975919"/>
              <a:ext cx="40812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07FABC74-3ED6-4E44-88C2-7590AD461D8E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EA2B3D11-B503-49FB-BE0D-428DAB30B652}"/>
                </a:ext>
              </a:extLst>
            </p:cNvPr>
            <p:cNvSpPr/>
            <p:nvPr/>
          </p:nvSpPr>
          <p:spPr bwMode="auto">
            <a:xfrm>
              <a:off x="7807807" y="2255015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6" name="Text Box 58">
              <a:extLst>
                <a:ext uri="{FF2B5EF4-FFF2-40B4-BE49-F238E27FC236}">
                  <a16:creationId xmlns:a16="http://schemas.microsoft.com/office/drawing/2014/main" id="{091F1E74-135B-40AD-AAEA-EB64E916C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5039" y="1987628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E6D31E44-F3F8-467D-A67B-FDEA99195623}"/>
                </a:ext>
              </a:extLst>
            </p:cNvPr>
            <p:cNvSpPr/>
            <p:nvPr/>
          </p:nvSpPr>
          <p:spPr bwMode="auto">
            <a:xfrm>
              <a:off x="9079098" y="22890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8" name="Text Box 58">
              <a:extLst>
                <a:ext uri="{FF2B5EF4-FFF2-40B4-BE49-F238E27FC236}">
                  <a16:creationId xmlns:a16="http://schemas.microsoft.com/office/drawing/2014/main" id="{235EBE17-CA0F-47A2-A7CD-39046CDD0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095" y="3975919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738FEC74-18D8-4CCA-8FB9-78800AF96390}"/>
                </a:ext>
              </a:extLst>
            </p:cNvPr>
            <p:cNvSpPr/>
            <p:nvPr/>
          </p:nvSpPr>
          <p:spPr bwMode="auto">
            <a:xfrm>
              <a:off x="6599656" y="343066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80" name="Text Box 58">
              <a:extLst>
                <a:ext uri="{FF2B5EF4-FFF2-40B4-BE49-F238E27FC236}">
                  <a16:creationId xmlns:a16="http://schemas.microsoft.com/office/drawing/2014/main" id="{E19BA675-32BB-4CB8-9BCB-90A5375DD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7113" y="3120386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C07E9A5A-BCDF-4641-A399-372F2F009F8B}"/>
                </a:ext>
              </a:extLst>
            </p:cNvPr>
            <p:cNvSpPr/>
            <p:nvPr/>
          </p:nvSpPr>
          <p:spPr bwMode="auto">
            <a:xfrm>
              <a:off x="9636421" y="356608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82" name="Text Box 58">
              <a:extLst>
                <a:ext uri="{FF2B5EF4-FFF2-40B4-BE49-F238E27FC236}">
                  <a16:creationId xmlns:a16="http://schemas.microsoft.com/office/drawing/2014/main" id="{5E5A589C-F282-401A-A36C-E8BA9894D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5866" y="4895785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83" name="Text Box 58">
              <a:extLst>
                <a:ext uri="{FF2B5EF4-FFF2-40B4-BE49-F238E27FC236}">
                  <a16:creationId xmlns:a16="http://schemas.microsoft.com/office/drawing/2014/main" id="{20EA9B6F-A49C-4A99-B11B-1510E5A34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32268" y="2728520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24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8973234-DC92-4164-9598-CCCFCB8FF0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27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0996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Middle</a:t>
            </a:r>
            <a:endParaRPr lang="ko-KR" altLang="en-US" sz="2000" dirty="0"/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991033AF-BD32-42DF-834F-C41488794027}"/>
              </a:ext>
            </a:extLst>
          </p:cNvPr>
          <p:cNvGrpSpPr/>
          <p:nvPr/>
        </p:nvGrpSpPr>
        <p:grpSpPr>
          <a:xfrm>
            <a:off x="54352" y="1955869"/>
            <a:ext cx="6041307" cy="3712972"/>
            <a:chOff x="6345356" y="1955869"/>
            <a:chExt cx="6041307" cy="3712972"/>
          </a:xfrm>
        </p:grpSpPr>
        <p:sp>
          <p:nvSpPr>
            <p:cNvPr id="170" name="별: 꼭짓점 16개 169">
              <a:extLst>
                <a:ext uri="{FF2B5EF4-FFF2-40B4-BE49-F238E27FC236}">
                  <a16:creationId xmlns:a16="http://schemas.microsoft.com/office/drawing/2014/main" id="{0B70BF49-30CE-433C-B498-1D5FCD1A5114}"/>
                </a:ext>
              </a:extLst>
            </p:cNvPr>
            <p:cNvSpPr/>
            <p:nvPr/>
          </p:nvSpPr>
          <p:spPr bwMode="auto">
            <a:xfrm>
              <a:off x="8459555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C7E78BF1-C903-4F65-B6A7-B9F86CEBE173}"/>
                </a:ext>
              </a:extLst>
            </p:cNvPr>
            <p:cNvGrpSpPr/>
            <p:nvPr/>
          </p:nvGrpSpPr>
          <p:grpSpPr>
            <a:xfrm>
              <a:off x="6345356" y="2047199"/>
              <a:ext cx="5558731" cy="2933493"/>
              <a:chOff x="608317" y="1386752"/>
              <a:chExt cx="4315004" cy="2277146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8ED545F3-0169-48B1-A971-26E1A1FD4C87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87" name="그룹 186">
                  <a:extLst>
                    <a:ext uri="{FF2B5EF4-FFF2-40B4-BE49-F238E27FC236}">
                      <a16:creationId xmlns:a16="http://schemas.microsoft.com/office/drawing/2014/main" id="{FA342514-7F2C-45A2-A266-CEE69154D07C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267" name="Line 48">
                    <a:extLst>
                      <a:ext uri="{FF2B5EF4-FFF2-40B4-BE49-F238E27FC236}">
                        <a16:creationId xmlns:a16="http://schemas.microsoft.com/office/drawing/2014/main" id="{1F7234BC-6830-482F-81BB-BC35DCDCEF3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68" name="Line 48">
                    <a:extLst>
                      <a:ext uri="{FF2B5EF4-FFF2-40B4-BE49-F238E27FC236}">
                        <a16:creationId xmlns:a16="http://schemas.microsoft.com/office/drawing/2014/main" id="{923C88C8-98AC-47B0-B819-76A3E25CB69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69" name="Line 48">
                    <a:extLst>
                      <a:ext uri="{FF2B5EF4-FFF2-40B4-BE49-F238E27FC236}">
                        <a16:creationId xmlns:a16="http://schemas.microsoft.com/office/drawing/2014/main" id="{C4325BAD-B133-4017-81EC-E9D253282F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0" name="Line 48">
                    <a:extLst>
                      <a:ext uri="{FF2B5EF4-FFF2-40B4-BE49-F238E27FC236}">
                        <a16:creationId xmlns:a16="http://schemas.microsoft.com/office/drawing/2014/main" id="{833BDACC-645B-4945-8505-040A3DC240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1" name="Line 48">
                    <a:extLst>
                      <a:ext uri="{FF2B5EF4-FFF2-40B4-BE49-F238E27FC236}">
                        <a16:creationId xmlns:a16="http://schemas.microsoft.com/office/drawing/2014/main" id="{499111D1-6481-427B-A1C1-D7655D8F10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2" name="Line 48">
                    <a:extLst>
                      <a:ext uri="{FF2B5EF4-FFF2-40B4-BE49-F238E27FC236}">
                        <a16:creationId xmlns:a16="http://schemas.microsoft.com/office/drawing/2014/main" id="{B22DEE2F-1C33-40B0-AB24-59562646F0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3" name="Line 48">
                    <a:extLst>
                      <a:ext uri="{FF2B5EF4-FFF2-40B4-BE49-F238E27FC236}">
                        <a16:creationId xmlns:a16="http://schemas.microsoft.com/office/drawing/2014/main" id="{3291C269-0465-4810-810B-D1216D57F1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4" name="Line 48">
                    <a:extLst>
                      <a:ext uri="{FF2B5EF4-FFF2-40B4-BE49-F238E27FC236}">
                        <a16:creationId xmlns:a16="http://schemas.microsoft.com/office/drawing/2014/main" id="{4D77A18D-A35A-4993-BFDC-E9BD7BAA7D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5" name="Line 48">
                    <a:extLst>
                      <a:ext uri="{FF2B5EF4-FFF2-40B4-BE49-F238E27FC236}">
                        <a16:creationId xmlns:a16="http://schemas.microsoft.com/office/drawing/2014/main" id="{A18B52DC-9B62-44FF-B69C-F21FECC7C6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6" name="Line 48">
                    <a:extLst>
                      <a:ext uri="{FF2B5EF4-FFF2-40B4-BE49-F238E27FC236}">
                        <a16:creationId xmlns:a16="http://schemas.microsoft.com/office/drawing/2014/main" id="{C9E5859E-B84F-4D65-BF69-7ADB088423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7" name="Line 48">
                    <a:extLst>
                      <a:ext uri="{FF2B5EF4-FFF2-40B4-BE49-F238E27FC236}">
                        <a16:creationId xmlns:a16="http://schemas.microsoft.com/office/drawing/2014/main" id="{27CFB95C-EE51-481B-BD68-C3AA867595E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78" name="Line 48">
                    <a:extLst>
                      <a:ext uri="{FF2B5EF4-FFF2-40B4-BE49-F238E27FC236}">
                        <a16:creationId xmlns:a16="http://schemas.microsoft.com/office/drawing/2014/main" id="{6472711D-0EF4-473C-B52C-E26E68B3A4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5584447C-5D68-48DF-BBEC-7D4F2D17984E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49FDFE3A-4282-40AB-8C7F-FB9BFD0127A8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47A88BD3-F948-4A7A-BBA8-98A3FA15078E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7694C26B-9228-4A4D-9027-EA1EC578AAEC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6C1542C-2839-4873-A794-D8AEF76EDDA2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68F91FA8-348B-4B07-A417-160144DFFF0B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FD8256E1-13A9-4D60-B565-805BA8EB85D5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4B88A4C5-4065-4998-B45A-0B6B17FDC2A1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893ADCF9-15DA-4B78-BB4E-CB2B6125AAA2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F38E4DE0-521D-4440-AAA9-511C175218E7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99FA28A0-6C61-453B-8C73-749C86AC6973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8983C460-D4A4-4E57-B563-F43B0BA62328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50B69BD0-988D-480E-BD16-C730CC4B585A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45B4213C-BF92-4893-8FB0-55BB2B1DE21D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BC3DD663-A8D8-4F0F-A0AD-5A1E31CE2767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7E80E9DD-4B61-4A72-8CBC-8F0DB1970EEF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153A97A2-B904-44BE-8C66-67327312D856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FC5D494E-2ECE-4A77-9F1E-D7D759857279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3FEB32A0-62B6-4E1F-B63A-E4AB8A596B8F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8FA7A0C8-4232-4202-B881-ECCEDB3C5084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6223B076-884F-48A2-B8B4-E9407945F593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C4996B36-2F67-4369-9ABC-C3F1D2A09A65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5DF6C661-47A5-464F-8238-50F30C08FBBF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4419762F-6437-4B58-AD7C-32D8815C3969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86" name="Text Box 58">
                <a:extLst>
                  <a:ext uri="{FF2B5EF4-FFF2-40B4-BE49-F238E27FC236}">
                    <a16:creationId xmlns:a16="http://schemas.microsoft.com/office/drawing/2014/main" id="{92747BC1-998C-4290-AA12-47BA25DCAF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 Box 58">
              <a:extLst>
                <a:ext uri="{FF2B5EF4-FFF2-40B4-BE49-F238E27FC236}">
                  <a16:creationId xmlns:a16="http://schemas.microsoft.com/office/drawing/2014/main" id="{1C36D802-570E-4520-B9AE-0BED3919B4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871" y="195586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73" name="Text Box 58">
              <a:extLst>
                <a:ext uri="{FF2B5EF4-FFF2-40B4-BE49-F238E27FC236}">
                  <a16:creationId xmlns:a16="http://schemas.microsoft.com/office/drawing/2014/main" id="{7D5FA212-998C-4A9F-8E9D-0FD7E0837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2312" y="3975919"/>
              <a:ext cx="40812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07FABC74-3ED6-4E44-88C2-7590AD461D8E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EA2B3D11-B503-49FB-BE0D-428DAB30B652}"/>
                </a:ext>
              </a:extLst>
            </p:cNvPr>
            <p:cNvSpPr/>
            <p:nvPr/>
          </p:nvSpPr>
          <p:spPr bwMode="auto">
            <a:xfrm>
              <a:off x="7807807" y="2255015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6" name="Text Box 58">
              <a:extLst>
                <a:ext uri="{FF2B5EF4-FFF2-40B4-BE49-F238E27FC236}">
                  <a16:creationId xmlns:a16="http://schemas.microsoft.com/office/drawing/2014/main" id="{091F1E74-135B-40AD-AAEA-EB64E916C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5039" y="1987628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E6D31E44-F3F8-467D-A67B-FDEA99195623}"/>
                </a:ext>
              </a:extLst>
            </p:cNvPr>
            <p:cNvSpPr/>
            <p:nvPr/>
          </p:nvSpPr>
          <p:spPr bwMode="auto">
            <a:xfrm>
              <a:off x="9079098" y="22890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8" name="Text Box 58">
              <a:extLst>
                <a:ext uri="{FF2B5EF4-FFF2-40B4-BE49-F238E27FC236}">
                  <a16:creationId xmlns:a16="http://schemas.microsoft.com/office/drawing/2014/main" id="{235EBE17-CA0F-47A2-A7CD-39046CDD0A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095" y="3975919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738FEC74-18D8-4CCA-8FB9-78800AF96390}"/>
                </a:ext>
              </a:extLst>
            </p:cNvPr>
            <p:cNvSpPr/>
            <p:nvPr/>
          </p:nvSpPr>
          <p:spPr bwMode="auto">
            <a:xfrm>
              <a:off x="6599656" y="343066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80" name="Text Box 58">
              <a:extLst>
                <a:ext uri="{FF2B5EF4-FFF2-40B4-BE49-F238E27FC236}">
                  <a16:creationId xmlns:a16="http://schemas.microsoft.com/office/drawing/2014/main" id="{E19BA675-32BB-4CB8-9BCB-90A5375DD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7113" y="3120386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C07E9A5A-BCDF-4641-A399-372F2F009F8B}"/>
                </a:ext>
              </a:extLst>
            </p:cNvPr>
            <p:cNvSpPr/>
            <p:nvPr/>
          </p:nvSpPr>
          <p:spPr bwMode="auto">
            <a:xfrm>
              <a:off x="9636421" y="356608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82" name="Text Box 58">
              <a:extLst>
                <a:ext uri="{FF2B5EF4-FFF2-40B4-BE49-F238E27FC236}">
                  <a16:creationId xmlns:a16="http://schemas.microsoft.com/office/drawing/2014/main" id="{5E5A589C-F282-401A-A36C-E8BA9894D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5866" y="4895785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83" name="Text Box 58">
              <a:extLst>
                <a:ext uri="{FF2B5EF4-FFF2-40B4-BE49-F238E27FC236}">
                  <a16:creationId xmlns:a16="http://schemas.microsoft.com/office/drawing/2014/main" id="{20EA9B6F-A49C-4A99-B11B-1510E5A346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32268" y="2728520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24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E988B16B-D1F8-4AA0-B27E-20ACDE0EE047}"/>
                </a:ext>
              </a:extLst>
            </p:cNvPr>
            <p:cNvSpPr/>
            <p:nvPr/>
          </p:nvSpPr>
          <p:spPr bwMode="auto">
            <a:xfrm>
              <a:off x="8952847" y="452438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82" name="Text Box 58">
              <a:extLst>
                <a:ext uri="{FF2B5EF4-FFF2-40B4-BE49-F238E27FC236}">
                  <a16:creationId xmlns:a16="http://schemas.microsoft.com/office/drawing/2014/main" id="{EB06B46D-795B-41B3-9179-AD1022AC0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1816" y="4884011"/>
              <a:ext cx="1554395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80" name="Text Box 58">
              <a:extLst>
                <a:ext uri="{FF2B5EF4-FFF2-40B4-BE49-F238E27FC236}">
                  <a16:creationId xmlns:a16="http://schemas.microsoft.com/office/drawing/2014/main" id="{E1EAABDB-2B55-4B36-A4F3-9640EFF66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91362" y="4883412"/>
              <a:ext cx="1554395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B980C6AB-B9E6-434B-9B45-17D9AD386616}"/>
              </a:ext>
            </a:extLst>
          </p:cNvPr>
          <p:cNvGrpSpPr/>
          <p:nvPr/>
        </p:nvGrpSpPr>
        <p:grpSpPr>
          <a:xfrm>
            <a:off x="6045244" y="1955869"/>
            <a:ext cx="6332790" cy="3712972"/>
            <a:chOff x="6345356" y="1955869"/>
            <a:chExt cx="6332790" cy="3712972"/>
          </a:xfrm>
        </p:grpSpPr>
        <p:sp>
          <p:nvSpPr>
            <p:cNvPr id="285" name="별: 꼭짓점 16개 284">
              <a:extLst>
                <a:ext uri="{FF2B5EF4-FFF2-40B4-BE49-F238E27FC236}">
                  <a16:creationId xmlns:a16="http://schemas.microsoft.com/office/drawing/2014/main" id="{CF36A283-F16C-4E47-A63B-98313D925DA2}"/>
                </a:ext>
              </a:extLst>
            </p:cNvPr>
            <p:cNvSpPr/>
            <p:nvPr/>
          </p:nvSpPr>
          <p:spPr bwMode="auto">
            <a:xfrm>
              <a:off x="8459555" y="343847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286" name="그룹 285">
              <a:extLst>
                <a:ext uri="{FF2B5EF4-FFF2-40B4-BE49-F238E27FC236}">
                  <a16:creationId xmlns:a16="http://schemas.microsoft.com/office/drawing/2014/main" id="{B7FDAE29-96F2-411E-8E08-CFE45FD0BB4B}"/>
                </a:ext>
              </a:extLst>
            </p:cNvPr>
            <p:cNvGrpSpPr/>
            <p:nvPr/>
          </p:nvGrpSpPr>
          <p:grpSpPr>
            <a:xfrm>
              <a:off x="6345356" y="2047199"/>
              <a:ext cx="5558731" cy="2933493"/>
              <a:chOff x="608317" y="1386752"/>
              <a:chExt cx="4315004" cy="2277146"/>
            </a:xfrm>
          </p:grpSpPr>
          <p:grpSp>
            <p:nvGrpSpPr>
              <p:cNvPr id="302" name="그룹 301">
                <a:extLst>
                  <a:ext uri="{FF2B5EF4-FFF2-40B4-BE49-F238E27FC236}">
                    <a16:creationId xmlns:a16="http://schemas.microsoft.com/office/drawing/2014/main" id="{E93D6A55-1F4F-4F11-9E3E-AC91C880AF6F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304" name="그룹 303">
                  <a:extLst>
                    <a:ext uri="{FF2B5EF4-FFF2-40B4-BE49-F238E27FC236}">
                      <a16:creationId xmlns:a16="http://schemas.microsoft.com/office/drawing/2014/main" id="{7E2475DA-03D8-4765-A351-9B616BCA4C44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329" name="Line 48">
                    <a:extLst>
                      <a:ext uri="{FF2B5EF4-FFF2-40B4-BE49-F238E27FC236}">
                        <a16:creationId xmlns:a16="http://schemas.microsoft.com/office/drawing/2014/main" id="{29544786-665A-4001-8E58-2E524ECC6D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330" name="Line 48">
                    <a:extLst>
                      <a:ext uri="{FF2B5EF4-FFF2-40B4-BE49-F238E27FC236}">
                        <a16:creationId xmlns:a16="http://schemas.microsoft.com/office/drawing/2014/main" id="{F66B4071-5534-4728-B51C-E0CF9F2A015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olid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331" name="Line 48">
                    <a:extLst>
                      <a:ext uri="{FF2B5EF4-FFF2-40B4-BE49-F238E27FC236}">
                        <a16:creationId xmlns:a16="http://schemas.microsoft.com/office/drawing/2014/main" id="{08F2DD59-A7C5-4AE0-8195-B750815006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2" name="Line 48">
                    <a:extLst>
                      <a:ext uri="{FF2B5EF4-FFF2-40B4-BE49-F238E27FC236}">
                        <a16:creationId xmlns:a16="http://schemas.microsoft.com/office/drawing/2014/main" id="{649C53B5-B478-43CF-AB36-4063F640A8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3" name="Line 48">
                    <a:extLst>
                      <a:ext uri="{FF2B5EF4-FFF2-40B4-BE49-F238E27FC236}">
                        <a16:creationId xmlns:a16="http://schemas.microsoft.com/office/drawing/2014/main" id="{E63CA4B8-F985-4280-89AE-639ED0B8BED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4" name="Line 48">
                    <a:extLst>
                      <a:ext uri="{FF2B5EF4-FFF2-40B4-BE49-F238E27FC236}">
                        <a16:creationId xmlns:a16="http://schemas.microsoft.com/office/drawing/2014/main" id="{87AF613E-616F-43E1-9E9B-72F54E6F28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5" name="Line 48">
                    <a:extLst>
                      <a:ext uri="{FF2B5EF4-FFF2-40B4-BE49-F238E27FC236}">
                        <a16:creationId xmlns:a16="http://schemas.microsoft.com/office/drawing/2014/main" id="{B21EF840-4583-49C9-BB7A-CAC2FEE871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6" name="Line 48">
                    <a:extLst>
                      <a:ext uri="{FF2B5EF4-FFF2-40B4-BE49-F238E27FC236}">
                        <a16:creationId xmlns:a16="http://schemas.microsoft.com/office/drawing/2014/main" id="{80EA3C77-E41E-47FE-9398-149298E57F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7" name="Line 48">
                    <a:extLst>
                      <a:ext uri="{FF2B5EF4-FFF2-40B4-BE49-F238E27FC236}">
                        <a16:creationId xmlns:a16="http://schemas.microsoft.com/office/drawing/2014/main" id="{9138B3E3-7651-406C-BA61-133F3227DB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olid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8" name="Line 48">
                    <a:extLst>
                      <a:ext uri="{FF2B5EF4-FFF2-40B4-BE49-F238E27FC236}">
                        <a16:creationId xmlns:a16="http://schemas.microsoft.com/office/drawing/2014/main" id="{494229E3-A794-4974-9BBB-06161EB00CD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9" name="Line 48">
                    <a:extLst>
                      <a:ext uri="{FF2B5EF4-FFF2-40B4-BE49-F238E27FC236}">
                        <a16:creationId xmlns:a16="http://schemas.microsoft.com/office/drawing/2014/main" id="{CD7E4490-F582-4AC5-8632-ECE492297BF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340" name="Line 48">
                    <a:extLst>
                      <a:ext uri="{FF2B5EF4-FFF2-40B4-BE49-F238E27FC236}">
                        <a16:creationId xmlns:a16="http://schemas.microsoft.com/office/drawing/2014/main" id="{CB8C9AA7-CAFB-4E2F-A28E-3A8627E5F45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D474A5F4-B4D3-4B21-9C2A-9BB202A885D5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CDB92C68-F900-46F0-B8DB-61900A751E1B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307" name="TextBox 306">
                  <a:extLst>
                    <a:ext uri="{FF2B5EF4-FFF2-40B4-BE49-F238E27FC236}">
                      <a16:creationId xmlns:a16="http://schemas.microsoft.com/office/drawing/2014/main" id="{0147F883-78EB-443A-AEC3-BD3AA2783830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308" name="TextBox 307">
                  <a:extLst>
                    <a:ext uri="{FF2B5EF4-FFF2-40B4-BE49-F238E27FC236}">
                      <a16:creationId xmlns:a16="http://schemas.microsoft.com/office/drawing/2014/main" id="{B8B1E572-8B52-47DC-8E27-1123C48110A0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68CA9EAA-797F-4F34-94D0-EA9F0345B46C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310" name="TextBox 309">
                  <a:extLst>
                    <a:ext uri="{FF2B5EF4-FFF2-40B4-BE49-F238E27FC236}">
                      <a16:creationId xmlns:a16="http://schemas.microsoft.com/office/drawing/2014/main" id="{C3E61C3C-7E76-47F1-8E2E-C1B0A31CDB2F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id="{DE73D33E-A3FF-4E84-A271-361B93BE6B70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312" name="TextBox 311">
                  <a:extLst>
                    <a:ext uri="{FF2B5EF4-FFF2-40B4-BE49-F238E27FC236}">
                      <a16:creationId xmlns:a16="http://schemas.microsoft.com/office/drawing/2014/main" id="{1E0679AA-51D5-4875-87E7-03D8AB1EA9B7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313" name="TextBox 312">
                  <a:extLst>
                    <a:ext uri="{FF2B5EF4-FFF2-40B4-BE49-F238E27FC236}">
                      <a16:creationId xmlns:a16="http://schemas.microsoft.com/office/drawing/2014/main" id="{5AD23C59-CF99-474D-841B-4F1A38799A07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314" name="TextBox 313">
                  <a:extLst>
                    <a:ext uri="{FF2B5EF4-FFF2-40B4-BE49-F238E27FC236}">
                      <a16:creationId xmlns:a16="http://schemas.microsoft.com/office/drawing/2014/main" id="{4D959FB6-83A7-4395-82A3-90C51E48D944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315" name="TextBox 314">
                  <a:extLst>
                    <a:ext uri="{FF2B5EF4-FFF2-40B4-BE49-F238E27FC236}">
                      <a16:creationId xmlns:a16="http://schemas.microsoft.com/office/drawing/2014/main" id="{166AD213-3D91-458E-9D0F-7E285E209D55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16" name="TextBox 315">
                  <a:extLst>
                    <a:ext uri="{FF2B5EF4-FFF2-40B4-BE49-F238E27FC236}">
                      <a16:creationId xmlns:a16="http://schemas.microsoft.com/office/drawing/2014/main" id="{C0B3E9A0-2E36-410A-8CDF-5837A7CDE3E4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17" name="TextBox 316">
                  <a:extLst>
                    <a:ext uri="{FF2B5EF4-FFF2-40B4-BE49-F238E27FC236}">
                      <a16:creationId xmlns:a16="http://schemas.microsoft.com/office/drawing/2014/main" id="{AA65639D-DD27-460C-A86E-8E52EF212CC0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18" name="TextBox 317">
                  <a:extLst>
                    <a:ext uri="{FF2B5EF4-FFF2-40B4-BE49-F238E27FC236}">
                      <a16:creationId xmlns:a16="http://schemas.microsoft.com/office/drawing/2014/main" id="{A7322844-AA71-4BB6-8C94-7985F7F9F997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19" name="TextBox 318">
                  <a:extLst>
                    <a:ext uri="{FF2B5EF4-FFF2-40B4-BE49-F238E27FC236}">
                      <a16:creationId xmlns:a16="http://schemas.microsoft.com/office/drawing/2014/main" id="{F996F750-B6EB-4E49-9C8A-9654B20AB549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20" name="TextBox 319">
                  <a:extLst>
                    <a:ext uri="{FF2B5EF4-FFF2-40B4-BE49-F238E27FC236}">
                      <a16:creationId xmlns:a16="http://schemas.microsoft.com/office/drawing/2014/main" id="{581293B0-8F47-40AD-B105-32D71E68B81C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E1380F34-7C48-4665-89AF-398828319BEA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CB21A43D-2D15-4EE1-84FB-2F1BA785E889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23" name="TextBox 322">
                  <a:extLst>
                    <a:ext uri="{FF2B5EF4-FFF2-40B4-BE49-F238E27FC236}">
                      <a16:creationId xmlns:a16="http://schemas.microsoft.com/office/drawing/2014/main" id="{7B5043EE-6F7F-4293-9F01-9E61FC06DEEE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24" name="TextBox 323">
                  <a:extLst>
                    <a:ext uri="{FF2B5EF4-FFF2-40B4-BE49-F238E27FC236}">
                      <a16:creationId xmlns:a16="http://schemas.microsoft.com/office/drawing/2014/main" id="{F1187EC7-0AB9-4CF0-8B7D-9582BA835748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25" name="TextBox 324">
                  <a:extLst>
                    <a:ext uri="{FF2B5EF4-FFF2-40B4-BE49-F238E27FC236}">
                      <a16:creationId xmlns:a16="http://schemas.microsoft.com/office/drawing/2014/main" id="{94BBFAB6-4CC3-479E-84A7-E6FAD76D821D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326" name="TextBox 325">
                  <a:extLst>
                    <a:ext uri="{FF2B5EF4-FFF2-40B4-BE49-F238E27FC236}">
                      <a16:creationId xmlns:a16="http://schemas.microsoft.com/office/drawing/2014/main" id="{B4BEDA66-01A0-4100-AD7E-5CB58BE53003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327" name="TextBox 326">
                  <a:extLst>
                    <a:ext uri="{FF2B5EF4-FFF2-40B4-BE49-F238E27FC236}">
                      <a16:creationId xmlns:a16="http://schemas.microsoft.com/office/drawing/2014/main" id="{76D4C083-4DB2-49A0-9406-83DFB7E16E28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328" name="TextBox 327">
                  <a:extLst>
                    <a:ext uri="{FF2B5EF4-FFF2-40B4-BE49-F238E27FC236}">
                      <a16:creationId xmlns:a16="http://schemas.microsoft.com/office/drawing/2014/main" id="{69EB3493-5739-4851-8CAD-DCDA953C98AE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303" name="Text Box 58">
                <a:extLst>
                  <a:ext uri="{FF2B5EF4-FFF2-40B4-BE49-F238E27FC236}">
                    <a16:creationId xmlns:a16="http://schemas.microsoft.com/office/drawing/2014/main" id="{5878ECD3-D6A9-4551-AE54-9C477DFE23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87" name="Text Box 58">
              <a:extLst>
                <a:ext uri="{FF2B5EF4-FFF2-40B4-BE49-F238E27FC236}">
                  <a16:creationId xmlns:a16="http://schemas.microsoft.com/office/drawing/2014/main" id="{E89E0BCD-A654-40FA-8BD9-C3B384EFE1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7871" y="1955869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88" name="Text Box 58">
              <a:extLst>
                <a:ext uri="{FF2B5EF4-FFF2-40B4-BE49-F238E27FC236}">
                  <a16:creationId xmlns:a16="http://schemas.microsoft.com/office/drawing/2014/main" id="{D3D566A1-DDC1-46AC-A170-A62A35243A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2312" y="3975919"/>
              <a:ext cx="408127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89" name="타원 288">
              <a:extLst>
                <a:ext uri="{FF2B5EF4-FFF2-40B4-BE49-F238E27FC236}">
                  <a16:creationId xmlns:a16="http://schemas.microsoft.com/office/drawing/2014/main" id="{AF5322C5-E587-4807-8365-04C922F256EA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90" name="타원 289">
              <a:extLst>
                <a:ext uri="{FF2B5EF4-FFF2-40B4-BE49-F238E27FC236}">
                  <a16:creationId xmlns:a16="http://schemas.microsoft.com/office/drawing/2014/main" id="{749ECE58-D55F-41B1-A58F-8D636CDD56E3}"/>
                </a:ext>
              </a:extLst>
            </p:cNvPr>
            <p:cNvSpPr/>
            <p:nvPr/>
          </p:nvSpPr>
          <p:spPr bwMode="auto">
            <a:xfrm>
              <a:off x="7807807" y="2255015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91" name="Text Box 58">
              <a:extLst>
                <a:ext uri="{FF2B5EF4-FFF2-40B4-BE49-F238E27FC236}">
                  <a16:creationId xmlns:a16="http://schemas.microsoft.com/office/drawing/2014/main" id="{6E3440CA-59F2-40E5-9F7E-E09EF699A1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5039" y="1987628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92" name="타원 291">
              <a:extLst>
                <a:ext uri="{FF2B5EF4-FFF2-40B4-BE49-F238E27FC236}">
                  <a16:creationId xmlns:a16="http://schemas.microsoft.com/office/drawing/2014/main" id="{3B2425BB-A5DE-4BE5-906D-F739FAA534D9}"/>
                </a:ext>
              </a:extLst>
            </p:cNvPr>
            <p:cNvSpPr/>
            <p:nvPr/>
          </p:nvSpPr>
          <p:spPr bwMode="auto">
            <a:xfrm>
              <a:off x="9079098" y="228903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93" name="Text Box 58">
              <a:extLst>
                <a:ext uri="{FF2B5EF4-FFF2-40B4-BE49-F238E27FC236}">
                  <a16:creationId xmlns:a16="http://schemas.microsoft.com/office/drawing/2014/main" id="{A0A7C947-3FD4-46B1-B923-99CF8F209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8095" y="3975919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94" name="타원 293">
              <a:extLst>
                <a:ext uri="{FF2B5EF4-FFF2-40B4-BE49-F238E27FC236}">
                  <a16:creationId xmlns:a16="http://schemas.microsoft.com/office/drawing/2014/main" id="{3CA5F03C-7947-4317-A07E-6B832F403F2D}"/>
                </a:ext>
              </a:extLst>
            </p:cNvPr>
            <p:cNvSpPr/>
            <p:nvPr/>
          </p:nvSpPr>
          <p:spPr bwMode="auto">
            <a:xfrm>
              <a:off x="6599656" y="343066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95" name="Text Box 58">
              <a:extLst>
                <a:ext uri="{FF2B5EF4-FFF2-40B4-BE49-F238E27FC236}">
                  <a16:creationId xmlns:a16="http://schemas.microsoft.com/office/drawing/2014/main" id="{61E1C0D9-E67A-418A-84AE-432B25FA1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7113" y="3120386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96" name="타원 295">
              <a:extLst>
                <a:ext uri="{FF2B5EF4-FFF2-40B4-BE49-F238E27FC236}">
                  <a16:creationId xmlns:a16="http://schemas.microsoft.com/office/drawing/2014/main" id="{CE770123-28C4-4B56-A5E3-F29C852663FF}"/>
                </a:ext>
              </a:extLst>
            </p:cNvPr>
            <p:cNvSpPr/>
            <p:nvPr/>
          </p:nvSpPr>
          <p:spPr bwMode="auto">
            <a:xfrm>
              <a:off x="9636421" y="3566087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97" name="Text Box 58">
              <a:extLst>
                <a:ext uri="{FF2B5EF4-FFF2-40B4-BE49-F238E27FC236}">
                  <a16:creationId xmlns:a16="http://schemas.microsoft.com/office/drawing/2014/main" id="{F902ADF8-BA3F-4A65-A1AE-29C0119443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75866" y="4895785"/>
              <a:ext cx="1554395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23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98" name="Text Box 58">
              <a:extLst>
                <a:ext uri="{FF2B5EF4-FFF2-40B4-BE49-F238E27FC236}">
                  <a16:creationId xmlns:a16="http://schemas.microsoft.com/office/drawing/2014/main" id="{57A4C167-B14A-43FB-91B1-3272915FF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46588" y="2653098"/>
              <a:ext cx="2731558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24 (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 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&lt; 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27 (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망우</a:t>
              </a:r>
            </a:p>
          </p:txBody>
        </p:sp>
        <p:sp>
          <p:nvSpPr>
            <p:cNvPr id="299" name="타원 298">
              <a:extLst>
                <a:ext uri="{FF2B5EF4-FFF2-40B4-BE49-F238E27FC236}">
                  <a16:creationId xmlns:a16="http://schemas.microsoft.com/office/drawing/2014/main" id="{1B9F42A7-9BB4-43E4-84F0-FACB3846B73C}"/>
                </a:ext>
              </a:extLst>
            </p:cNvPr>
            <p:cNvSpPr/>
            <p:nvPr/>
          </p:nvSpPr>
          <p:spPr bwMode="auto">
            <a:xfrm>
              <a:off x="8952847" y="4524382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300" name="Text Box 58">
              <a:extLst>
                <a:ext uri="{FF2B5EF4-FFF2-40B4-BE49-F238E27FC236}">
                  <a16:creationId xmlns:a16="http://schemas.microsoft.com/office/drawing/2014/main" id="{7C1F3AED-60CE-45EE-8C09-E80F6E740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1816" y="4884011"/>
              <a:ext cx="1554395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01" name="Text Box 58">
              <a:extLst>
                <a:ext uri="{FF2B5EF4-FFF2-40B4-BE49-F238E27FC236}">
                  <a16:creationId xmlns:a16="http://schemas.microsoft.com/office/drawing/2014/main" id="{03A11B65-8B22-4382-820E-EC8297D5B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91362" y="4883412"/>
              <a:ext cx="1554395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25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노원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하계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태릉입구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343" name="타원 342">
              <a:extLst>
                <a:ext uri="{FF2B5EF4-FFF2-40B4-BE49-F238E27FC236}">
                  <a16:creationId xmlns:a16="http://schemas.microsoft.com/office/drawing/2014/main" id="{1A95CADF-F64D-4C7D-9607-FA55B61CF4C6}"/>
                </a:ext>
              </a:extLst>
            </p:cNvPr>
            <p:cNvSpPr/>
            <p:nvPr/>
          </p:nvSpPr>
          <p:spPr bwMode="auto">
            <a:xfrm>
              <a:off x="10297022" y="4495349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344" name="타원 343">
              <a:extLst>
                <a:ext uri="{FF2B5EF4-FFF2-40B4-BE49-F238E27FC236}">
                  <a16:creationId xmlns:a16="http://schemas.microsoft.com/office/drawing/2014/main" id="{3C79D137-15C2-4B89-B1D2-2D90A4B568C8}"/>
                </a:ext>
              </a:extLst>
            </p:cNvPr>
            <p:cNvSpPr/>
            <p:nvPr/>
          </p:nvSpPr>
          <p:spPr bwMode="auto">
            <a:xfrm>
              <a:off x="7658234" y="4491595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B8A106D-01D6-4A70-A8FB-42A33F5BF8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28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7649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Middle</a:t>
            </a:r>
            <a:endParaRPr lang="ko-KR" altLang="en-US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EF6A41F-1E17-4F73-AD6E-A46D27DBE88A}"/>
              </a:ext>
            </a:extLst>
          </p:cNvPr>
          <p:cNvGrpSpPr/>
          <p:nvPr/>
        </p:nvGrpSpPr>
        <p:grpSpPr>
          <a:xfrm>
            <a:off x="3159459" y="1955869"/>
            <a:ext cx="6641998" cy="3712972"/>
            <a:chOff x="3564812" y="1955869"/>
            <a:chExt cx="6641998" cy="3712972"/>
          </a:xfrm>
        </p:grpSpPr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E2DA44E9-A4D4-4E40-A49B-A687638715D4}"/>
                </a:ext>
              </a:extLst>
            </p:cNvPr>
            <p:cNvSpPr/>
            <p:nvPr/>
          </p:nvSpPr>
          <p:spPr bwMode="auto">
            <a:xfrm rot="16200000">
              <a:off x="7575079" y="2911020"/>
              <a:ext cx="430819" cy="16339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DD52E8DF-F6BF-44AE-9C95-26BEBFAC4B41}"/>
                </a:ext>
              </a:extLst>
            </p:cNvPr>
            <p:cNvSpPr/>
            <p:nvPr/>
          </p:nvSpPr>
          <p:spPr bwMode="auto">
            <a:xfrm rot="19772435">
              <a:off x="6689601" y="2599229"/>
              <a:ext cx="430819" cy="126403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830D0E83-55CB-446C-A190-0369275E2CA4}"/>
                </a:ext>
              </a:extLst>
            </p:cNvPr>
            <p:cNvSpPr/>
            <p:nvPr/>
          </p:nvSpPr>
          <p:spPr bwMode="auto">
            <a:xfrm rot="16200000">
              <a:off x="5202901" y="1420276"/>
              <a:ext cx="430819" cy="2776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284" name="그룹 283">
              <a:extLst>
                <a:ext uri="{FF2B5EF4-FFF2-40B4-BE49-F238E27FC236}">
                  <a16:creationId xmlns:a16="http://schemas.microsoft.com/office/drawing/2014/main" id="{B980C6AB-B9E6-434B-9B45-17D9AD386616}"/>
                </a:ext>
              </a:extLst>
            </p:cNvPr>
            <p:cNvGrpSpPr/>
            <p:nvPr/>
          </p:nvGrpSpPr>
          <p:grpSpPr>
            <a:xfrm>
              <a:off x="3564812" y="1955869"/>
              <a:ext cx="6641998" cy="3712972"/>
              <a:chOff x="6345356" y="1955869"/>
              <a:chExt cx="6641998" cy="3712972"/>
            </a:xfrm>
          </p:grpSpPr>
          <p:sp>
            <p:nvSpPr>
              <p:cNvPr id="285" name="별: 꼭짓점 16개 284">
                <a:extLst>
                  <a:ext uri="{FF2B5EF4-FFF2-40B4-BE49-F238E27FC236}">
                    <a16:creationId xmlns:a16="http://schemas.microsoft.com/office/drawing/2014/main" id="{CF36A283-F16C-4E47-A63B-98313D925DA2}"/>
                  </a:ext>
                </a:extLst>
              </p:cNvPr>
              <p:cNvSpPr/>
              <p:nvPr/>
            </p:nvSpPr>
            <p:spPr bwMode="auto">
              <a:xfrm>
                <a:off x="8459555" y="3438471"/>
                <a:ext cx="524058" cy="524058"/>
              </a:xfrm>
              <a:prstGeom prst="star16">
                <a:avLst/>
              </a:prstGeom>
              <a:solidFill>
                <a:srgbClr val="FF5050"/>
              </a:solidFill>
              <a:ln w="28575">
                <a:noFill/>
                <a:round/>
                <a:headEnd type="oval" w="med" len="med"/>
                <a:tailEnd type="oval" w="med" len="med"/>
              </a:ln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grpSp>
            <p:nvGrpSpPr>
              <p:cNvPr id="286" name="그룹 285">
                <a:extLst>
                  <a:ext uri="{FF2B5EF4-FFF2-40B4-BE49-F238E27FC236}">
                    <a16:creationId xmlns:a16="http://schemas.microsoft.com/office/drawing/2014/main" id="{B7FDAE29-96F2-411E-8E08-CFE45FD0BB4B}"/>
                  </a:ext>
                </a:extLst>
              </p:cNvPr>
              <p:cNvGrpSpPr/>
              <p:nvPr/>
            </p:nvGrpSpPr>
            <p:grpSpPr>
              <a:xfrm>
                <a:off x="6345356" y="2047199"/>
                <a:ext cx="5558731" cy="2933493"/>
                <a:chOff x="608317" y="1386752"/>
                <a:chExt cx="4315004" cy="2277146"/>
              </a:xfrm>
            </p:grpSpPr>
            <p:grpSp>
              <p:nvGrpSpPr>
                <p:cNvPr id="302" name="그룹 301">
                  <a:extLst>
                    <a:ext uri="{FF2B5EF4-FFF2-40B4-BE49-F238E27FC236}">
                      <a16:creationId xmlns:a16="http://schemas.microsoft.com/office/drawing/2014/main" id="{E93D6A55-1F4F-4F11-9E3E-AC91C880AF6F}"/>
                    </a:ext>
                  </a:extLst>
                </p:cNvPr>
                <p:cNvGrpSpPr/>
                <p:nvPr/>
              </p:nvGrpSpPr>
              <p:grpSpPr>
                <a:xfrm>
                  <a:off x="686603" y="1386752"/>
                  <a:ext cx="4236718" cy="2277146"/>
                  <a:chOff x="1399132" y="2695092"/>
                  <a:chExt cx="5417077" cy="2911565"/>
                </a:xfrm>
              </p:grpSpPr>
              <p:grpSp>
                <p:nvGrpSpPr>
                  <p:cNvPr id="304" name="그룹 303">
                    <a:extLst>
                      <a:ext uri="{FF2B5EF4-FFF2-40B4-BE49-F238E27FC236}">
                        <a16:creationId xmlns:a16="http://schemas.microsoft.com/office/drawing/2014/main" id="{7E2475DA-03D8-4765-A351-9B616BCA4C44}"/>
                      </a:ext>
                    </a:extLst>
                  </p:cNvPr>
                  <p:cNvGrpSpPr/>
                  <p:nvPr/>
                </p:nvGrpSpPr>
                <p:grpSpPr>
                  <a:xfrm>
                    <a:off x="1849118" y="3429000"/>
                    <a:ext cx="4276705" cy="1813560"/>
                    <a:chOff x="1849118" y="4003034"/>
                    <a:chExt cx="4276705" cy="1239526"/>
                  </a:xfrm>
                </p:grpSpPr>
                <p:sp>
                  <p:nvSpPr>
                    <p:cNvPr id="329" name="Line 48">
                      <a:extLst>
                        <a:ext uri="{FF2B5EF4-FFF2-40B4-BE49-F238E27FC236}">
                          <a16:creationId xmlns:a16="http://schemas.microsoft.com/office/drawing/2014/main" id="{29544786-665A-4001-8E58-2E524ECC6D3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1849119" y="4003040"/>
                      <a:ext cx="568305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330" name="Line 48">
                      <a:extLst>
                        <a:ext uri="{FF2B5EF4-FFF2-40B4-BE49-F238E27FC236}">
                          <a16:creationId xmlns:a16="http://schemas.microsoft.com/office/drawing/2014/main" id="{F66B4071-5534-4728-B51C-E0CF9F2A015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2985729" y="461369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331" name="Line 48">
                      <a:extLst>
                        <a:ext uri="{FF2B5EF4-FFF2-40B4-BE49-F238E27FC236}">
                          <a16:creationId xmlns:a16="http://schemas.microsoft.com/office/drawing/2014/main" id="{08F2DD59-A7C5-4AE0-8195-B7508150066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1849118" y="4003038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332" name="Line 48">
                      <a:extLst>
                        <a:ext uri="{FF2B5EF4-FFF2-40B4-BE49-F238E27FC236}">
                          <a16:creationId xmlns:a16="http://schemas.microsoft.com/office/drawing/2014/main" id="{649C53B5-B478-43CF-AB36-4063F640A86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417421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333" name="Line 48">
                      <a:extLst>
                        <a:ext uri="{FF2B5EF4-FFF2-40B4-BE49-F238E27FC236}">
                          <a16:creationId xmlns:a16="http://schemas.microsoft.com/office/drawing/2014/main" id="{E63CA4B8-F985-4280-89AE-639ED0B8BED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3646785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334" name="Line 48">
                      <a:extLst>
                        <a:ext uri="{FF2B5EF4-FFF2-40B4-BE49-F238E27FC236}">
                          <a16:creationId xmlns:a16="http://schemas.microsoft.com/office/drawing/2014/main" id="{87AF613E-616F-43E1-9E9B-72F54E6F28B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3078481" y="4003036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335" name="Line 48">
                      <a:extLst>
                        <a:ext uri="{FF2B5EF4-FFF2-40B4-BE49-F238E27FC236}">
                          <a16:creationId xmlns:a16="http://schemas.microsoft.com/office/drawing/2014/main" id="{B21EF840-4583-49C9-BB7A-CAC2FEE871F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876149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336" name="Line 48">
                      <a:extLst>
                        <a:ext uri="{FF2B5EF4-FFF2-40B4-BE49-F238E27FC236}">
                          <a16:creationId xmlns:a16="http://schemas.microsoft.com/office/drawing/2014/main" id="{80EA3C77-E41E-47FE-9398-149298E57F1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995885" y="5242560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337" name="Line 48">
                      <a:extLst>
                        <a:ext uri="{FF2B5EF4-FFF2-40B4-BE49-F238E27FC236}">
                          <a16:creationId xmlns:a16="http://schemas.microsoft.com/office/drawing/2014/main" id="{9138B3E3-7651-406C-BA61-133F3227DB5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235404" y="524255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338" name="Line 48">
                      <a:extLst>
                        <a:ext uri="{FF2B5EF4-FFF2-40B4-BE49-F238E27FC236}">
                          <a16:creationId xmlns:a16="http://schemas.microsoft.com/office/drawing/2014/main" id="{494229E3-A794-4974-9BBB-06161EB00CD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5490831" y="4622799"/>
                      <a:ext cx="634992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339" name="Line 48">
                      <a:extLst>
                        <a:ext uri="{FF2B5EF4-FFF2-40B4-BE49-F238E27FC236}">
                          <a16:creationId xmlns:a16="http://schemas.microsoft.com/office/drawing/2014/main" id="{CD7E4490-F582-4AC5-8632-ECE492297BF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307844" y="4003034"/>
                      <a:ext cx="568303" cy="61967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340" name="Line 48">
                      <a:extLst>
                        <a:ext uri="{FF2B5EF4-FFF2-40B4-BE49-F238E27FC236}">
                          <a16:creationId xmlns:a16="http://schemas.microsoft.com/office/drawing/2014/main" id="{CB8C9AA7-CAFB-4E2F-A28E-3A8627E5F45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4222070" y="461369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305" name="TextBox 304">
                    <a:extLst>
                      <a:ext uri="{FF2B5EF4-FFF2-40B4-BE49-F238E27FC236}">
                        <a16:creationId xmlns:a16="http://schemas.microsoft.com/office/drawing/2014/main" id="{D474A5F4-B4D3-4B21-9C2A-9BB202A885D5}"/>
                      </a:ext>
                    </a:extLst>
                  </p:cNvPr>
                  <p:cNvSpPr txBox="1"/>
                  <p:nvPr/>
                </p:nvSpPr>
                <p:spPr>
                  <a:xfrm>
                    <a:off x="3447053" y="4349253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 err="1">
                        <a:latin typeface="+mj-ea"/>
                        <a:ea typeface="+mj-ea"/>
                      </a:rPr>
                      <a:t>석계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306" name="TextBox 305">
                    <a:extLst>
                      <a:ext uri="{FF2B5EF4-FFF2-40B4-BE49-F238E27FC236}">
                        <a16:creationId xmlns:a16="http://schemas.microsoft.com/office/drawing/2014/main" id="{CDB92C68-F900-46F0-B8DB-61900A751E1B}"/>
                      </a:ext>
                    </a:extLst>
                  </p:cNvPr>
                  <p:cNvSpPr txBox="1"/>
                  <p:nvPr/>
                </p:nvSpPr>
                <p:spPr>
                  <a:xfrm>
                    <a:off x="4362055" y="4338094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태릉입구</a:t>
                    </a:r>
                  </a:p>
                </p:txBody>
              </p:sp>
              <p:sp>
                <p:nvSpPr>
                  <p:cNvPr id="307" name="TextBox 306">
                    <a:extLst>
                      <a:ext uri="{FF2B5EF4-FFF2-40B4-BE49-F238E27FC236}">
                        <a16:creationId xmlns:a16="http://schemas.microsoft.com/office/drawing/2014/main" id="{0147F883-78EB-443A-AEC3-BD3AA2783830}"/>
                      </a:ext>
                    </a:extLst>
                  </p:cNvPr>
                  <p:cNvSpPr txBox="1"/>
                  <p:nvPr/>
                </p:nvSpPr>
                <p:spPr>
                  <a:xfrm>
                    <a:off x="5203673" y="5218866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망우</a:t>
                    </a:r>
                  </a:p>
                </p:txBody>
              </p:sp>
              <p:sp>
                <p:nvSpPr>
                  <p:cNvPr id="308" name="TextBox 307">
                    <a:extLst>
                      <a:ext uri="{FF2B5EF4-FFF2-40B4-BE49-F238E27FC236}">
                        <a16:creationId xmlns:a16="http://schemas.microsoft.com/office/drawing/2014/main" id="{B8B1E572-8B52-47DC-8E27-1123C48110A0}"/>
                      </a:ext>
                    </a:extLst>
                  </p:cNvPr>
                  <p:cNvSpPr txBox="1"/>
                  <p:nvPr/>
                </p:nvSpPr>
                <p:spPr>
                  <a:xfrm>
                    <a:off x="3840769" y="5231168"/>
                    <a:ext cx="604654" cy="3693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상봉</a:t>
                    </a:r>
                  </a:p>
                </p:txBody>
              </p:sp>
              <p:sp>
                <p:nvSpPr>
                  <p:cNvPr id="309" name="TextBox 308">
                    <a:extLst>
                      <a:ext uri="{FF2B5EF4-FFF2-40B4-BE49-F238E27FC236}">
                        <a16:creationId xmlns:a16="http://schemas.microsoft.com/office/drawing/2014/main" id="{68CA9EAA-797F-4F34-94D0-EA9F0345B46C}"/>
                      </a:ext>
                    </a:extLst>
                  </p:cNvPr>
                  <p:cNvSpPr txBox="1"/>
                  <p:nvPr/>
                </p:nvSpPr>
                <p:spPr>
                  <a:xfrm>
                    <a:off x="2570098" y="5237325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회기</a:t>
                    </a:r>
                  </a:p>
                </p:txBody>
              </p:sp>
              <p:sp>
                <p:nvSpPr>
                  <p:cNvPr id="310" name="TextBox 309">
                    <a:extLst>
                      <a:ext uri="{FF2B5EF4-FFF2-40B4-BE49-F238E27FC236}">
                        <a16:creationId xmlns:a16="http://schemas.microsoft.com/office/drawing/2014/main" id="{C3E61C3C-7E76-47F1-8E2E-C1B0A31CDB2F}"/>
                      </a:ext>
                    </a:extLst>
                  </p:cNvPr>
                  <p:cNvSpPr txBox="1"/>
                  <p:nvPr/>
                </p:nvSpPr>
                <p:spPr>
                  <a:xfrm>
                    <a:off x="1426478" y="4150978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광운대</a:t>
                    </a:r>
                  </a:p>
                </p:txBody>
              </p:sp>
              <p:sp>
                <p:nvSpPr>
                  <p:cNvPr id="311" name="TextBox 310">
                    <a:extLst>
                      <a:ext uri="{FF2B5EF4-FFF2-40B4-BE49-F238E27FC236}">
                        <a16:creationId xmlns:a16="http://schemas.microsoft.com/office/drawing/2014/main" id="{DE73D33E-A3FF-4E84-A271-361B93BE6B70}"/>
                      </a:ext>
                    </a:extLst>
                  </p:cNvPr>
                  <p:cNvSpPr txBox="1"/>
                  <p:nvPr/>
                </p:nvSpPr>
                <p:spPr>
                  <a:xfrm>
                    <a:off x="3993206" y="301479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하계</a:t>
                    </a:r>
                  </a:p>
                </p:txBody>
              </p:sp>
              <p:sp>
                <p:nvSpPr>
                  <p:cNvPr id="312" name="TextBox 311">
                    <a:extLst>
                      <a:ext uri="{FF2B5EF4-FFF2-40B4-BE49-F238E27FC236}">
                        <a16:creationId xmlns:a16="http://schemas.microsoft.com/office/drawing/2014/main" id="{1E0679AA-51D5-4875-87E7-03D8AB1EA9B7}"/>
                      </a:ext>
                    </a:extLst>
                  </p:cNvPr>
                  <p:cNvSpPr txBox="1"/>
                  <p:nvPr/>
                </p:nvSpPr>
                <p:spPr>
                  <a:xfrm>
                    <a:off x="2699005" y="2984852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노원</a:t>
                    </a:r>
                  </a:p>
                </p:txBody>
              </p:sp>
              <p:sp>
                <p:nvSpPr>
                  <p:cNvPr id="313" name="TextBox 312">
                    <a:extLst>
                      <a:ext uri="{FF2B5EF4-FFF2-40B4-BE49-F238E27FC236}">
                        <a16:creationId xmlns:a16="http://schemas.microsoft.com/office/drawing/2014/main" id="{5AD23C59-CF99-474D-841B-4F1A38799A07}"/>
                      </a:ext>
                    </a:extLst>
                  </p:cNvPr>
                  <p:cNvSpPr txBox="1"/>
                  <p:nvPr/>
                </p:nvSpPr>
                <p:spPr>
                  <a:xfrm>
                    <a:off x="1451680" y="298484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창동</a:t>
                    </a:r>
                  </a:p>
                </p:txBody>
              </p:sp>
              <p:sp>
                <p:nvSpPr>
                  <p:cNvPr id="314" name="TextBox 313">
                    <a:extLst>
                      <a:ext uri="{FF2B5EF4-FFF2-40B4-BE49-F238E27FC236}">
                        <a16:creationId xmlns:a16="http://schemas.microsoft.com/office/drawing/2014/main" id="{4D959FB6-83A7-4395-82A3-90C51E48D944}"/>
                      </a:ext>
                    </a:extLst>
                  </p:cNvPr>
                  <p:cNvSpPr txBox="1"/>
                  <p:nvPr/>
                </p:nvSpPr>
                <p:spPr>
                  <a:xfrm>
                    <a:off x="6178359" y="4124504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신내</a:t>
                    </a:r>
                  </a:p>
                </p:txBody>
              </p:sp>
              <p:sp>
                <p:nvSpPr>
                  <p:cNvPr id="315" name="TextBox 314">
                    <a:extLst>
                      <a:ext uri="{FF2B5EF4-FFF2-40B4-BE49-F238E27FC236}">
                        <a16:creationId xmlns:a16="http://schemas.microsoft.com/office/drawing/2014/main" id="{166AD213-3D91-458E-9D0F-7E285E209D55}"/>
                      </a:ext>
                    </a:extLst>
                  </p:cNvPr>
                  <p:cNvSpPr txBox="1"/>
                  <p:nvPr/>
                </p:nvSpPr>
                <p:spPr>
                  <a:xfrm>
                    <a:off x="3984858" y="4044900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316" name="TextBox 315">
                    <a:extLst>
                      <a:ext uri="{FF2B5EF4-FFF2-40B4-BE49-F238E27FC236}">
                        <a16:creationId xmlns:a16="http://schemas.microsoft.com/office/drawing/2014/main" id="{C0B3E9A0-2E36-410A-8CDF-5837A7CDE3E4}"/>
                      </a:ext>
                    </a:extLst>
                  </p:cNvPr>
                  <p:cNvSpPr txBox="1"/>
                  <p:nvPr/>
                </p:nvSpPr>
                <p:spPr>
                  <a:xfrm>
                    <a:off x="2776669" y="4021347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317" name="TextBox 316">
                    <a:extLst>
                      <a:ext uri="{FF2B5EF4-FFF2-40B4-BE49-F238E27FC236}">
                        <a16:creationId xmlns:a16="http://schemas.microsoft.com/office/drawing/2014/main" id="{AA65639D-DD27-460C-A86E-8E52EF212CC0}"/>
                      </a:ext>
                    </a:extLst>
                  </p:cNvPr>
                  <p:cNvSpPr txBox="1"/>
                  <p:nvPr/>
                </p:nvSpPr>
                <p:spPr>
                  <a:xfrm>
                    <a:off x="5225819" y="4034073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318" name="TextBox 317">
                    <a:extLst>
                      <a:ext uri="{FF2B5EF4-FFF2-40B4-BE49-F238E27FC236}">
                        <a16:creationId xmlns:a16="http://schemas.microsoft.com/office/drawing/2014/main" id="{A7322844-AA71-4BB6-8C94-7985F7F9F997}"/>
                      </a:ext>
                    </a:extLst>
                  </p:cNvPr>
                  <p:cNvSpPr txBox="1"/>
                  <p:nvPr/>
                </p:nvSpPr>
                <p:spPr>
                  <a:xfrm>
                    <a:off x="4516743" y="361131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319" name="TextBox 318">
                    <a:extLst>
                      <a:ext uri="{FF2B5EF4-FFF2-40B4-BE49-F238E27FC236}">
                        <a16:creationId xmlns:a16="http://schemas.microsoft.com/office/drawing/2014/main" id="{F996F750-B6EB-4E49-9C8A-9654B20AB549}"/>
                      </a:ext>
                    </a:extLst>
                  </p:cNvPr>
                  <p:cNvSpPr txBox="1"/>
                  <p:nvPr/>
                </p:nvSpPr>
                <p:spPr>
                  <a:xfrm>
                    <a:off x="3496878" y="313471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320" name="TextBox 319">
                    <a:extLst>
                      <a:ext uri="{FF2B5EF4-FFF2-40B4-BE49-F238E27FC236}">
                        <a16:creationId xmlns:a16="http://schemas.microsoft.com/office/drawing/2014/main" id="{581293B0-8F47-40AD-B105-32D71E68B81C}"/>
                      </a:ext>
                    </a:extLst>
                  </p:cNvPr>
                  <p:cNvSpPr txBox="1"/>
                  <p:nvPr/>
                </p:nvSpPr>
                <p:spPr>
                  <a:xfrm>
                    <a:off x="2110683" y="3683861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321" name="TextBox 320">
                    <a:extLst>
                      <a:ext uri="{FF2B5EF4-FFF2-40B4-BE49-F238E27FC236}">
                        <a16:creationId xmlns:a16="http://schemas.microsoft.com/office/drawing/2014/main" id="{E1380F34-7C48-4665-89AF-398828319BEA}"/>
                      </a:ext>
                    </a:extLst>
                  </p:cNvPr>
                  <p:cNvSpPr txBox="1"/>
                  <p:nvPr/>
                </p:nvSpPr>
                <p:spPr>
                  <a:xfrm>
                    <a:off x="2186598" y="314543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322" name="TextBox 321">
                    <a:extLst>
                      <a:ext uri="{FF2B5EF4-FFF2-40B4-BE49-F238E27FC236}">
                        <a16:creationId xmlns:a16="http://schemas.microsoft.com/office/drawing/2014/main" id="{CB21A43D-2D15-4EE1-84FB-2F1BA785E889}"/>
                      </a:ext>
                    </a:extLst>
                  </p:cNvPr>
                  <p:cNvSpPr txBox="1"/>
                  <p:nvPr/>
                </p:nvSpPr>
                <p:spPr>
                  <a:xfrm>
                    <a:off x="5752473" y="470755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323" name="TextBox 322">
                    <a:extLst>
                      <a:ext uri="{FF2B5EF4-FFF2-40B4-BE49-F238E27FC236}">
                        <a16:creationId xmlns:a16="http://schemas.microsoft.com/office/drawing/2014/main" id="{7B5043EE-6F7F-4293-9F01-9E61FC06DEEE}"/>
                      </a:ext>
                    </a:extLst>
                  </p:cNvPr>
                  <p:cNvSpPr txBox="1"/>
                  <p:nvPr/>
                </p:nvSpPr>
                <p:spPr>
                  <a:xfrm>
                    <a:off x="3336955" y="5195856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324" name="TextBox 323">
                    <a:extLst>
                      <a:ext uri="{FF2B5EF4-FFF2-40B4-BE49-F238E27FC236}">
                        <a16:creationId xmlns:a16="http://schemas.microsoft.com/office/drawing/2014/main" id="{F1187EC7-0AB9-4CF0-8B7D-9582BA835748}"/>
                      </a:ext>
                    </a:extLst>
                  </p:cNvPr>
                  <p:cNvSpPr txBox="1"/>
                  <p:nvPr/>
                </p:nvSpPr>
                <p:spPr>
                  <a:xfrm>
                    <a:off x="4627858" y="519319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325" name="TextBox 324">
                    <a:extLst>
                      <a:ext uri="{FF2B5EF4-FFF2-40B4-BE49-F238E27FC236}">
                        <a16:creationId xmlns:a16="http://schemas.microsoft.com/office/drawing/2014/main" id="{94BBFAB6-4CC3-479E-84A7-E6FAD76D821D}"/>
                      </a:ext>
                    </a:extLst>
                  </p:cNvPr>
                  <p:cNvSpPr txBox="1"/>
                  <p:nvPr/>
                </p:nvSpPr>
                <p:spPr>
                  <a:xfrm>
                    <a:off x="2795896" y="4537214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326" name="TextBox 325">
                    <a:extLst>
                      <a:ext uri="{FF2B5EF4-FFF2-40B4-BE49-F238E27FC236}">
                        <a16:creationId xmlns:a16="http://schemas.microsoft.com/office/drawing/2014/main" id="{B4BEDA66-01A0-4100-AD7E-5CB58BE53003}"/>
                      </a:ext>
                    </a:extLst>
                  </p:cNvPr>
                  <p:cNvSpPr txBox="1"/>
                  <p:nvPr/>
                </p:nvSpPr>
                <p:spPr>
                  <a:xfrm>
                    <a:off x="1399132" y="2695092"/>
                    <a:ext cx="708848" cy="3231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327" name="TextBox 326">
                    <a:extLst>
                      <a:ext uri="{FF2B5EF4-FFF2-40B4-BE49-F238E27FC236}">
                        <a16:creationId xmlns:a16="http://schemas.microsoft.com/office/drawing/2014/main" id="{76D4C083-4DB2-49A0-9406-83DFB7E16E28}"/>
                      </a:ext>
                    </a:extLst>
                  </p:cNvPr>
                  <p:cNvSpPr txBox="1"/>
                  <p:nvPr/>
                </p:nvSpPr>
                <p:spPr>
                  <a:xfrm>
                    <a:off x="6107361" y="3835721"/>
                    <a:ext cx="708848" cy="3231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328" name="TextBox 327">
                    <a:extLst>
                      <a:ext uri="{FF2B5EF4-FFF2-40B4-BE49-F238E27FC236}">
                        <a16:creationId xmlns:a16="http://schemas.microsoft.com/office/drawing/2014/main" id="{69EB3493-5739-4851-8CAD-DCDA953C98AE}"/>
                      </a:ext>
                    </a:extLst>
                  </p:cNvPr>
                  <p:cNvSpPr txBox="1"/>
                  <p:nvPr/>
                </p:nvSpPr>
                <p:spPr>
                  <a:xfrm>
                    <a:off x="4110276" y="4643402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303" name="Text Box 58">
                  <a:extLst>
                    <a:ext uri="{FF2B5EF4-FFF2-40B4-BE49-F238E27FC236}">
                      <a16:creationId xmlns:a16="http://schemas.microsoft.com/office/drawing/2014/main" id="{5878ECD3-D6A9-4551-AE54-9C477DFE23E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317" y="1639501"/>
                  <a:ext cx="533400" cy="323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87" name="Text Box 58">
                <a:extLst>
                  <a:ext uri="{FF2B5EF4-FFF2-40B4-BE49-F238E27FC236}">
                    <a16:creationId xmlns:a16="http://schemas.microsoft.com/office/drawing/2014/main" id="{E89E0BCD-A654-40FA-8BD9-C3B384EFE1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7871" y="1955869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88" name="Text Box 58">
                <a:extLst>
                  <a:ext uri="{FF2B5EF4-FFF2-40B4-BE49-F238E27FC236}">
                    <a16:creationId xmlns:a16="http://schemas.microsoft.com/office/drawing/2014/main" id="{D3D566A1-DDC1-46AC-A170-A62A35243A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62312" y="3975919"/>
                <a:ext cx="408127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89" name="타원 288">
                <a:extLst>
                  <a:ext uri="{FF2B5EF4-FFF2-40B4-BE49-F238E27FC236}">
                    <a16:creationId xmlns:a16="http://schemas.microsoft.com/office/drawing/2014/main" id="{AF5322C5-E587-4807-8365-04C922F256EA}"/>
                  </a:ext>
                </a:extLst>
              </p:cNvPr>
              <p:cNvSpPr/>
              <p:nvPr/>
            </p:nvSpPr>
            <p:spPr bwMode="auto">
              <a:xfrm>
                <a:off x="6526195" y="225552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90" name="타원 289">
                <a:extLst>
                  <a:ext uri="{FF2B5EF4-FFF2-40B4-BE49-F238E27FC236}">
                    <a16:creationId xmlns:a16="http://schemas.microsoft.com/office/drawing/2014/main" id="{749ECE58-D55F-41B1-A58F-8D636CDD56E3}"/>
                  </a:ext>
                </a:extLst>
              </p:cNvPr>
              <p:cNvSpPr/>
              <p:nvPr/>
            </p:nvSpPr>
            <p:spPr bwMode="auto">
              <a:xfrm>
                <a:off x="7807807" y="2255015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91" name="Text Box 58">
                <a:extLst>
                  <a:ext uri="{FF2B5EF4-FFF2-40B4-BE49-F238E27FC236}">
                    <a16:creationId xmlns:a16="http://schemas.microsoft.com/office/drawing/2014/main" id="{6E3440CA-59F2-40E5-9F7E-E09EF699A1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75039" y="1987628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11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노원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92" name="타원 291">
                <a:extLst>
                  <a:ext uri="{FF2B5EF4-FFF2-40B4-BE49-F238E27FC236}">
                    <a16:creationId xmlns:a16="http://schemas.microsoft.com/office/drawing/2014/main" id="{3B2425BB-A5DE-4BE5-906D-F739FAA534D9}"/>
                  </a:ext>
                </a:extLst>
              </p:cNvPr>
              <p:cNvSpPr/>
              <p:nvPr/>
            </p:nvSpPr>
            <p:spPr bwMode="auto">
              <a:xfrm>
                <a:off x="9079098" y="2289037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93" name="Text Box 58">
                <a:extLst>
                  <a:ext uri="{FF2B5EF4-FFF2-40B4-BE49-F238E27FC236}">
                    <a16:creationId xmlns:a16="http://schemas.microsoft.com/office/drawing/2014/main" id="{A0A7C947-3FD4-46B1-B923-99CF8F2093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88095" y="3975919"/>
                <a:ext cx="1554395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15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노원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하계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94" name="타원 293">
                <a:extLst>
                  <a:ext uri="{FF2B5EF4-FFF2-40B4-BE49-F238E27FC236}">
                    <a16:creationId xmlns:a16="http://schemas.microsoft.com/office/drawing/2014/main" id="{3CA5F03C-7947-4317-A07E-6B832F403F2D}"/>
                  </a:ext>
                </a:extLst>
              </p:cNvPr>
              <p:cNvSpPr/>
              <p:nvPr/>
            </p:nvSpPr>
            <p:spPr bwMode="auto">
              <a:xfrm>
                <a:off x="6599656" y="3430669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95" name="Text Box 58">
                <a:extLst>
                  <a:ext uri="{FF2B5EF4-FFF2-40B4-BE49-F238E27FC236}">
                    <a16:creationId xmlns:a16="http://schemas.microsoft.com/office/drawing/2014/main" id="{61E1C0D9-E67A-418A-84AE-432B25FA15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17113" y="3120386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96" name="타원 295">
                <a:extLst>
                  <a:ext uri="{FF2B5EF4-FFF2-40B4-BE49-F238E27FC236}">
                    <a16:creationId xmlns:a16="http://schemas.microsoft.com/office/drawing/2014/main" id="{CE770123-28C4-4B56-A5E3-F29C852663FF}"/>
                  </a:ext>
                </a:extLst>
              </p:cNvPr>
              <p:cNvSpPr/>
              <p:nvPr/>
            </p:nvSpPr>
            <p:spPr bwMode="auto">
              <a:xfrm>
                <a:off x="9636421" y="3566087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97" name="Text Box 58">
                <a:extLst>
                  <a:ext uri="{FF2B5EF4-FFF2-40B4-BE49-F238E27FC236}">
                    <a16:creationId xmlns:a16="http://schemas.microsoft.com/office/drawing/2014/main" id="{F902ADF8-BA3F-4A65-A1AE-29C0119443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75866" y="4895785"/>
                <a:ext cx="1554395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노원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하계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태릉입구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98" name="Text Box 58">
                <a:extLst>
                  <a:ext uri="{FF2B5EF4-FFF2-40B4-BE49-F238E27FC236}">
                    <a16:creationId xmlns:a16="http://schemas.microsoft.com/office/drawing/2014/main" id="{57A4C167-B14A-43FB-91B1-3272915FF9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55796" y="2872057"/>
                <a:ext cx="2731558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24 (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노원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하계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태릉입구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99" name="타원 298">
                <a:extLst>
                  <a:ext uri="{FF2B5EF4-FFF2-40B4-BE49-F238E27FC236}">
                    <a16:creationId xmlns:a16="http://schemas.microsoft.com/office/drawing/2014/main" id="{1B9F42A7-9BB4-43E4-84F0-FACB3846B73C}"/>
                  </a:ext>
                </a:extLst>
              </p:cNvPr>
              <p:cNvSpPr/>
              <p:nvPr/>
            </p:nvSpPr>
            <p:spPr bwMode="auto">
              <a:xfrm>
                <a:off x="8952847" y="452438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300" name="Text Box 58">
                <a:extLst>
                  <a:ext uri="{FF2B5EF4-FFF2-40B4-BE49-F238E27FC236}">
                    <a16:creationId xmlns:a16="http://schemas.microsoft.com/office/drawing/2014/main" id="{7C1F3AED-60CE-45EE-8C09-E80F6E7409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01816" y="4884011"/>
                <a:ext cx="1554395" cy="784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25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노원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하계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태릉입구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상봉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01" name="Text Box 58">
                <a:extLst>
                  <a:ext uri="{FF2B5EF4-FFF2-40B4-BE49-F238E27FC236}">
                    <a16:creationId xmlns:a16="http://schemas.microsoft.com/office/drawing/2014/main" id="{03A11B65-8B22-4382-820E-EC8297D5B3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91362" y="4883412"/>
                <a:ext cx="1554395" cy="784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25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노원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하계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태릉입구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상봉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43" name="타원 342">
                <a:extLst>
                  <a:ext uri="{FF2B5EF4-FFF2-40B4-BE49-F238E27FC236}">
                    <a16:creationId xmlns:a16="http://schemas.microsoft.com/office/drawing/2014/main" id="{1A95CADF-F64D-4C7D-9607-FA55B61CF4C6}"/>
                  </a:ext>
                </a:extLst>
              </p:cNvPr>
              <p:cNvSpPr/>
              <p:nvPr/>
            </p:nvSpPr>
            <p:spPr bwMode="auto">
              <a:xfrm>
                <a:off x="10297022" y="4495349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344" name="타원 343">
                <a:extLst>
                  <a:ext uri="{FF2B5EF4-FFF2-40B4-BE49-F238E27FC236}">
                    <a16:creationId xmlns:a16="http://schemas.microsoft.com/office/drawing/2014/main" id="{3C79D137-15C2-4B89-B1D2-2D90A4B568C8}"/>
                  </a:ext>
                </a:extLst>
              </p:cNvPr>
              <p:cNvSpPr/>
              <p:nvPr/>
            </p:nvSpPr>
            <p:spPr bwMode="auto">
              <a:xfrm>
                <a:off x="7658234" y="4491595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03F36C88-C0E5-44FE-AA63-7BEBFD926829}"/>
                  </a:ext>
                </a:extLst>
              </p:cNvPr>
              <p:cNvSpPr/>
              <p:nvPr/>
            </p:nvSpPr>
            <p:spPr bwMode="auto">
              <a:xfrm>
                <a:off x="11275153" y="3423079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079478-D8AA-4AB2-AEB8-8979FD9BAED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29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44716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Later</a:t>
            </a:r>
            <a:endParaRPr lang="ko-KR" altLang="en-US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86D200E-7010-494D-9072-502508DA05B8}"/>
              </a:ext>
            </a:extLst>
          </p:cNvPr>
          <p:cNvGrpSpPr/>
          <p:nvPr/>
        </p:nvGrpSpPr>
        <p:grpSpPr>
          <a:xfrm>
            <a:off x="70677" y="2047199"/>
            <a:ext cx="5692853" cy="3368081"/>
            <a:chOff x="70677" y="2047199"/>
            <a:chExt cx="5692853" cy="3368081"/>
          </a:xfrm>
        </p:grpSpPr>
        <p:sp>
          <p:nvSpPr>
            <p:cNvPr id="103" name="별: 꼭짓점 16개 102">
              <a:extLst>
                <a:ext uri="{FF2B5EF4-FFF2-40B4-BE49-F238E27FC236}">
                  <a16:creationId xmlns:a16="http://schemas.microsoft.com/office/drawing/2014/main" id="{B8991764-2411-49A6-BFAF-69723CCEB9A9}"/>
                </a:ext>
              </a:extLst>
            </p:cNvPr>
            <p:cNvSpPr/>
            <p:nvPr/>
          </p:nvSpPr>
          <p:spPr bwMode="auto">
            <a:xfrm>
              <a:off x="3406135" y="3423622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73D788F3-F9B1-4946-A355-2CF5CABE6792}"/>
                </a:ext>
              </a:extLst>
            </p:cNvPr>
            <p:cNvGrpSpPr/>
            <p:nvPr/>
          </p:nvGrpSpPr>
          <p:grpSpPr>
            <a:xfrm>
              <a:off x="70677" y="2047199"/>
              <a:ext cx="5692853" cy="3368081"/>
              <a:chOff x="608315" y="1386752"/>
              <a:chExt cx="4419117" cy="2614498"/>
            </a:xfrm>
          </p:grpSpPr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83B7A166-E708-4944-B076-20A090095C97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51" name="그룹 150">
                  <a:extLst>
                    <a:ext uri="{FF2B5EF4-FFF2-40B4-BE49-F238E27FC236}">
                      <a16:creationId xmlns:a16="http://schemas.microsoft.com/office/drawing/2014/main" id="{9760E1CD-2F1D-4491-BA29-D1FE2C61A2D0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20217"/>
                  <a:chOff x="1849118" y="4003034"/>
                  <a:chExt cx="4276705" cy="1244076"/>
                </a:xfrm>
              </p:grpSpPr>
              <p:sp>
                <p:nvSpPr>
                  <p:cNvPr id="175" name="Line 48">
                    <a:extLst>
                      <a:ext uri="{FF2B5EF4-FFF2-40B4-BE49-F238E27FC236}">
                        <a16:creationId xmlns:a16="http://schemas.microsoft.com/office/drawing/2014/main" id="{03D574BD-0290-40F4-B4F6-BE2B82C862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76" name="Line 48">
                    <a:extLst>
                      <a:ext uri="{FF2B5EF4-FFF2-40B4-BE49-F238E27FC236}">
                        <a16:creationId xmlns:a16="http://schemas.microsoft.com/office/drawing/2014/main" id="{36271D4C-4B81-4EED-BBB6-54FD159A13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7" name="Line 48">
                    <a:extLst>
                      <a:ext uri="{FF2B5EF4-FFF2-40B4-BE49-F238E27FC236}">
                        <a16:creationId xmlns:a16="http://schemas.microsoft.com/office/drawing/2014/main" id="{9DF30372-3D44-42A7-B242-90EC0A69C8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8" name="Line 48">
                    <a:extLst>
                      <a:ext uri="{FF2B5EF4-FFF2-40B4-BE49-F238E27FC236}">
                        <a16:creationId xmlns:a16="http://schemas.microsoft.com/office/drawing/2014/main" id="{BB9AB1D8-1876-4CE7-8520-4F0B55BA54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9" name="Line 48">
                    <a:extLst>
                      <a:ext uri="{FF2B5EF4-FFF2-40B4-BE49-F238E27FC236}">
                        <a16:creationId xmlns:a16="http://schemas.microsoft.com/office/drawing/2014/main" id="{0D74060C-96F5-4D9B-A9CF-6692E08AEB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0" name="Line 48">
                    <a:extLst>
                      <a:ext uri="{FF2B5EF4-FFF2-40B4-BE49-F238E27FC236}">
                        <a16:creationId xmlns:a16="http://schemas.microsoft.com/office/drawing/2014/main" id="{77714945-EDDC-4660-ACDF-14CC229433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1" name="Line 48">
                    <a:extLst>
                      <a:ext uri="{FF2B5EF4-FFF2-40B4-BE49-F238E27FC236}">
                        <a16:creationId xmlns:a16="http://schemas.microsoft.com/office/drawing/2014/main" id="{7B713A61-A8DA-40D2-BBDE-DED2FC757B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2" name="Line 48">
                    <a:extLst>
                      <a:ext uri="{FF2B5EF4-FFF2-40B4-BE49-F238E27FC236}">
                        <a16:creationId xmlns:a16="http://schemas.microsoft.com/office/drawing/2014/main" id="{7EE89F97-BD5F-47C5-8DE5-FD0AD39172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3" name="Line 48">
                    <a:extLst>
                      <a:ext uri="{FF2B5EF4-FFF2-40B4-BE49-F238E27FC236}">
                        <a16:creationId xmlns:a16="http://schemas.microsoft.com/office/drawing/2014/main" id="{18C62817-6C9E-40B6-A6AC-E87EBED45C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4" name="Line 48">
                    <a:extLst>
                      <a:ext uri="{FF2B5EF4-FFF2-40B4-BE49-F238E27FC236}">
                        <a16:creationId xmlns:a16="http://schemas.microsoft.com/office/drawing/2014/main" id="{764E5061-E89C-49B1-97B9-9979FE03D0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5" name="Line 48">
                    <a:extLst>
                      <a:ext uri="{FF2B5EF4-FFF2-40B4-BE49-F238E27FC236}">
                        <a16:creationId xmlns:a16="http://schemas.microsoft.com/office/drawing/2014/main" id="{949BE222-9D33-4E68-AF14-98E372B19E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6" name="Line 48">
                    <a:extLst>
                      <a:ext uri="{FF2B5EF4-FFF2-40B4-BE49-F238E27FC236}">
                        <a16:creationId xmlns:a16="http://schemas.microsoft.com/office/drawing/2014/main" id="{4A68532C-00ED-4E7E-8C91-7940F5C5EF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390" y="461824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</p:grp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E0AC51E7-712B-4F47-8764-8927BC2C83DC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4E89B3CA-E35C-4E2E-980E-65B9D7BF809B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9503E33D-C5C2-4BEB-ADC0-189C3EE143E6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21787A1F-FD2A-4C97-9FC4-63393E35502D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BA0FA139-BD95-4D80-9852-98E8181CB9EC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ADED245C-8403-4B61-8D73-5A35A1E50B83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894D1F04-B597-48FD-B590-F50BA5C0C088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FE72BE2E-CC30-4378-AD8C-7A5B2BB5777E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5C9F351A-DB85-48F7-8896-A582BCCA3F8D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FBDBA3EB-11E4-41D8-AA04-6122B9209D6A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D665B01E-D7A0-4C63-83D2-679A9D62F1C7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1A115DC8-8716-4837-B96C-0F2B23F2D2EF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CD363217-C80E-40C9-B633-83AA5D0F85AF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88ADB543-2B2B-4011-9697-D8658E9BD76B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20DC30DB-FB50-4279-88ED-0B0ACB880861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D73621F2-050F-4161-80D0-B9BF3574733E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92931F67-8CA0-4A7B-8DFA-664A705F68B0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48FAD1D5-88E2-4C89-B859-C0964FEC3BDE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2EDD6CAA-6EC0-4A86-A8E0-7CF4D546BF8B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C7279152-DF77-40B9-A38C-D7F695DD1D91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1B221C1B-0425-434B-A89E-00445CF779DD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B77657E5-58AA-4C72-B28D-FE10B9ED840E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204CC282-61D2-4484-A0B0-A7E936463BB7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955" name="TextBox 954">
                  <a:extLst>
                    <a:ext uri="{FF2B5EF4-FFF2-40B4-BE49-F238E27FC236}">
                      <a16:creationId xmlns:a16="http://schemas.microsoft.com/office/drawing/2014/main" id="{6798BB29-6BB0-4BE7-A93F-263969DA9707}"/>
                    </a:ext>
                  </a:extLst>
                </p:cNvPr>
                <p:cNvSpPr txBox="1"/>
                <p:nvPr/>
              </p:nvSpPr>
              <p:spPr>
                <a:xfrm>
                  <a:off x="4111143" y="463528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511" name="Text Box 58">
                <a:extLst>
                  <a:ext uri="{FF2B5EF4-FFF2-40B4-BE49-F238E27FC236}">
                    <a16:creationId xmlns:a16="http://schemas.microsoft.com/office/drawing/2014/main" id="{5DDCF455-9DD2-497B-8FE5-C2A8E05CC0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94814" y="1424514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2" name="Text Box 58">
                <a:extLst>
                  <a:ext uri="{FF2B5EF4-FFF2-40B4-BE49-F238E27FC236}">
                    <a16:creationId xmlns:a16="http://schemas.microsoft.com/office/drawing/2014/main" id="{2FF68A7D-AE77-4769-922C-7C01C33E96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569" y="1429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3" name="Text Box 58">
                <a:extLst>
                  <a:ext uri="{FF2B5EF4-FFF2-40B4-BE49-F238E27FC236}">
                    <a16:creationId xmlns:a16="http://schemas.microsoft.com/office/drawing/2014/main" id="{83DF111F-43A9-409D-8332-45FC96C95C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9518" y="2321544"/>
                <a:ext cx="533400" cy="358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4" name="Text Box 58">
                <a:extLst>
                  <a:ext uri="{FF2B5EF4-FFF2-40B4-BE49-F238E27FC236}">
                    <a16:creationId xmlns:a16="http://schemas.microsoft.com/office/drawing/2014/main" id="{C0A0CBE4-6AF4-4A54-9BAE-AB1669DE1A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3126" y="2842744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5" name="Text Box 58">
                <a:extLst>
                  <a:ext uri="{FF2B5EF4-FFF2-40B4-BE49-F238E27FC236}">
                    <a16:creationId xmlns:a16="http://schemas.microsoft.com/office/drawing/2014/main" id="{0976B024-F181-4BE3-B807-2FD0DE59C1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2275" y="2833057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6" name="Text Box 58">
                <a:extLst>
                  <a:ext uri="{FF2B5EF4-FFF2-40B4-BE49-F238E27FC236}">
                    <a16:creationId xmlns:a16="http://schemas.microsoft.com/office/drawing/2014/main" id="{DD8CA92A-1FC7-4D0D-AD54-BEDDE44D9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7" name="Text Box 58">
                <a:extLst>
                  <a:ext uri="{FF2B5EF4-FFF2-40B4-BE49-F238E27FC236}">
                    <a16:creationId xmlns:a16="http://schemas.microsoft.com/office/drawing/2014/main" id="{6AC8B920-BF8A-4DD0-8AAA-FB898062C2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578" y="3523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8" name="Text Box 58">
                <a:extLst>
                  <a:ext uri="{FF2B5EF4-FFF2-40B4-BE49-F238E27FC236}">
                    <a16:creationId xmlns:a16="http://schemas.microsoft.com/office/drawing/2014/main" id="{2C015F26-D919-4B5D-8460-9A7E4BE2CA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5439" y="35440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19" name="Text Box 58">
                <a:extLst>
                  <a:ext uri="{FF2B5EF4-FFF2-40B4-BE49-F238E27FC236}">
                    <a16:creationId xmlns:a16="http://schemas.microsoft.com/office/drawing/2014/main" id="{615DE27C-7BF6-4F19-825B-0CAEE30D34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520" name="Text Box 58">
                <a:extLst>
                  <a:ext uri="{FF2B5EF4-FFF2-40B4-BE49-F238E27FC236}">
                    <a16:creationId xmlns:a16="http://schemas.microsoft.com/office/drawing/2014/main" id="{47B68E2B-6059-43E3-B14A-633C5D0619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5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8754125-8735-4D86-8E0B-C14A6D334009}"/>
              </a:ext>
            </a:extLst>
          </p:cNvPr>
          <p:cNvGrpSpPr/>
          <p:nvPr/>
        </p:nvGrpSpPr>
        <p:grpSpPr>
          <a:xfrm>
            <a:off x="6345356" y="2047199"/>
            <a:ext cx="5692850" cy="3368081"/>
            <a:chOff x="6345356" y="2047199"/>
            <a:chExt cx="5692850" cy="3368081"/>
          </a:xfrm>
        </p:grpSpPr>
        <p:sp>
          <p:nvSpPr>
            <p:cNvPr id="106" name="별: 꼭짓점 16개 105">
              <a:extLst>
                <a:ext uri="{FF2B5EF4-FFF2-40B4-BE49-F238E27FC236}">
                  <a16:creationId xmlns:a16="http://schemas.microsoft.com/office/drawing/2014/main" id="{CF4874A1-72F2-486D-BB03-301285F58E47}"/>
                </a:ext>
              </a:extLst>
            </p:cNvPr>
            <p:cNvSpPr/>
            <p:nvPr/>
          </p:nvSpPr>
          <p:spPr bwMode="auto">
            <a:xfrm>
              <a:off x="9678748" y="342796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855" name="그룹 854">
              <a:extLst>
                <a:ext uri="{FF2B5EF4-FFF2-40B4-BE49-F238E27FC236}">
                  <a16:creationId xmlns:a16="http://schemas.microsoft.com/office/drawing/2014/main" id="{71DEED37-32D6-4E7D-A906-3F03BFA8ABB6}"/>
                </a:ext>
              </a:extLst>
            </p:cNvPr>
            <p:cNvGrpSpPr/>
            <p:nvPr/>
          </p:nvGrpSpPr>
          <p:grpSpPr>
            <a:xfrm>
              <a:off x="6345356" y="2047199"/>
              <a:ext cx="5692850" cy="3368081"/>
              <a:chOff x="608317" y="1386752"/>
              <a:chExt cx="4419115" cy="2614498"/>
            </a:xfrm>
          </p:grpSpPr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223E1B4B-C338-4E34-B02A-7F92FFE881B7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867" name="그룹 866">
                  <a:extLst>
                    <a:ext uri="{FF2B5EF4-FFF2-40B4-BE49-F238E27FC236}">
                      <a16:creationId xmlns:a16="http://schemas.microsoft.com/office/drawing/2014/main" id="{82C0ED9C-F58B-49FF-B9FD-6A28B1C946DA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891" name="Line 48">
                    <a:extLst>
                      <a:ext uri="{FF2B5EF4-FFF2-40B4-BE49-F238E27FC236}">
                        <a16:creationId xmlns:a16="http://schemas.microsoft.com/office/drawing/2014/main" id="{D0AD1350-3516-4938-B5B7-D2BCF42A12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92" name="Line 48">
                    <a:extLst>
                      <a:ext uri="{FF2B5EF4-FFF2-40B4-BE49-F238E27FC236}">
                        <a16:creationId xmlns:a16="http://schemas.microsoft.com/office/drawing/2014/main" id="{346B3C0D-F1B3-424F-B34F-2041863C40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93" name="Line 48">
                    <a:extLst>
                      <a:ext uri="{FF2B5EF4-FFF2-40B4-BE49-F238E27FC236}">
                        <a16:creationId xmlns:a16="http://schemas.microsoft.com/office/drawing/2014/main" id="{4252EBA5-09F5-416A-B9A9-A3BCFD82D7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4" name="Line 48">
                    <a:extLst>
                      <a:ext uri="{FF2B5EF4-FFF2-40B4-BE49-F238E27FC236}">
                        <a16:creationId xmlns:a16="http://schemas.microsoft.com/office/drawing/2014/main" id="{A010F855-D1EB-4A97-B7F9-4A9F0B3D63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5" name="Line 48">
                    <a:extLst>
                      <a:ext uri="{FF2B5EF4-FFF2-40B4-BE49-F238E27FC236}">
                        <a16:creationId xmlns:a16="http://schemas.microsoft.com/office/drawing/2014/main" id="{1AC76FCB-7D80-46E4-814F-FD894FA495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6" name="Line 48">
                    <a:extLst>
                      <a:ext uri="{FF2B5EF4-FFF2-40B4-BE49-F238E27FC236}">
                        <a16:creationId xmlns:a16="http://schemas.microsoft.com/office/drawing/2014/main" id="{3BF49B62-DC87-4C51-A053-9CE7B66BDF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7" name="Line 48">
                    <a:extLst>
                      <a:ext uri="{FF2B5EF4-FFF2-40B4-BE49-F238E27FC236}">
                        <a16:creationId xmlns:a16="http://schemas.microsoft.com/office/drawing/2014/main" id="{6C39A3DF-F5E1-4C9E-A8AF-7148FAF412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8" name="Line 48">
                    <a:extLst>
                      <a:ext uri="{FF2B5EF4-FFF2-40B4-BE49-F238E27FC236}">
                        <a16:creationId xmlns:a16="http://schemas.microsoft.com/office/drawing/2014/main" id="{82809201-1417-48D3-AD8E-FA92F191EF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9" name="Line 48">
                    <a:extLst>
                      <a:ext uri="{FF2B5EF4-FFF2-40B4-BE49-F238E27FC236}">
                        <a16:creationId xmlns:a16="http://schemas.microsoft.com/office/drawing/2014/main" id="{4A7FE09B-9EEF-4969-B22F-02ED257357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0" name="Line 48">
                    <a:extLst>
                      <a:ext uri="{FF2B5EF4-FFF2-40B4-BE49-F238E27FC236}">
                        <a16:creationId xmlns:a16="http://schemas.microsoft.com/office/drawing/2014/main" id="{8E1ACDCD-A257-4F82-9F14-35D5D9D696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1" name="Line 48">
                    <a:extLst>
                      <a:ext uri="{FF2B5EF4-FFF2-40B4-BE49-F238E27FC236}">
                        <a16:creationId xmlns:a16="http://schemas.microsoft.com/office/drawing/2014/main" id="{B4D8350A-C5DC-4E00-BF11-94C0F6F4A0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54" name="Line 48">
                    <a:extLst>
                      <a:ext uri="{FF2B5EF4-FFF2-40B4-BE49-F238E27FC236}">
                        <a16:creationId xmlns:a16="http://schemas.microsoft.com/office/drawing/2014/main" id="{0C25E24E-176D-4846-AC59-D5A80BA5E8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B029B053-87A1-42A1-BD97-E30F895A79DC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69" name="TextBox 868">
                  <a:extLst>
                    <a:ext uri="{FF2B5EF4-FFF2-40B4-BE49-F238E27FC236}">
                      <a16:creationId xmlns:a16="http://schemas.microsoft.com/office/drawing/2014/main" id="{7A0F2882-C9E1-403E-9AE5-F9EAEC5131E2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3FDB2280-D58D-4809-8850-8FAD5CC99AA0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871" name="TextBox 870">
                  <a:extLst>
                    <a:ext uri="{FF2B5EF4-FFF2-40B4-BE49-F238E27FC236}">
                      <a16:creationId xmlns:a16="http://schemas.microsoft.com/office/drawing/2014/main" id="{2062EC46-D6ED-4169-87F1-8C702A1927DF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FB324803-E728-4FF5-99C5-96363FC0DA1B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873" name="TextBox 872">
                  <a:extLst>
                    <a:ext uri="{FF2B5EF4-FFF2-40B4-BE49-F238E27FC236}">
                      <a16:creationId xmlns:a16="http://schemas.microsoft.com/office/drawing/2014/main" id="{7EC681BF-D2A9-4699-8CC0-958AF36B05C3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834A61BD-2FD7-4342-8074-C33D9B472230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875" name="TextBox 874">
                  <a:extLst>
                    <a:ext uri="{FF2B5EF4-FFF2-40B4-BE49-F238E27FC236}">
                      <a16:creationId xmlns:a16="http://schemas.microsoft.com/office/drawing/2014/main" id="{1A9CFB49-E2CB-40A5-B62A-23A254ABF1CC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7766ED57-F9AC-4F6D-85FE-0D2243271F4A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877" name="TextBox 876">
                  <a:extLst>
                    <a:ext uri="{FF2B5EF4-FFF2-40B4-BE49-F238E27FC236}">
                      <a16:creationId xmlns:a16="http://schemas.microsoft.com/office/drawing/2014/main" id="{B9AAB53E-4C93-49FA-B480-F40A3C68939F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878" name="TextBox 877">
                  <a:extLst>
                    <a:ext uri="{FF2B5EF4-FFF2-40B4-BE49-F238E27FC236}">
                      <a16:creationId xmlns:a16="http://schemas.microsoft.com/office/drawing/2014/main" id="{49D37F6C-A5CB-4A2D-987A-A7318A046C6F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79" name="TextBox 878">
                  <a:extLst>
                    <a:ext uri="{FF2B5EF4-FFF2-40B4-BE49-F238E27FC236}">
                      <a16:creationId xmlns:a16="http://schemas.microsoft.com/office/drawing/2014/main" id="{A813CDC0-EF1D-4024-8E7C-BB721E8BECB8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0" name="TextBox 879">
                  <a:extLst>
                    <a:ext uri="{FF2B5EF4-FFF2-40B4-BE49-F238E27FC236}">
                      <a16:creationId xmlns:a16="http://schemas.microsoft.com/office/drawing/2014/main" id="{01359773-1A91-47AC-8B1E-31844C77BEC5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1" name="TextBox 880">
                  <a:extLst>
                    <a:ext uri="{FF2B5EF4-FFF2-40B4-BE49-F238E27FC236}">
                      <a16:creationId xmlns:a16="http://schemas.microsoft.com/office/drawing/2014/main" id="{EB667875-E04D-488F-B5CA-0A85E1F4A8C7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2" name="TextBox 881">
                  <a:extLst>
                    <a:ext uri="{FF2B5EF4-FFF2-40B4-BE49-F238E27FC236}">
                      <a16:creationId xmlns:a16="http://schemas.microsoft.com/office/drawing/2014/main" id="{7C09576B-E97F-4199-B5C9-E9ED5A9A337D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3" name="TextBox 882">
                  <a:extLst>
                    <a:ext uri="{FF2B5EF4-FFF2-40B4-BE49-F238E27FC236}">
                      <a16:creationId xmlns:a16="http://schemas.microsoft.com/office/drawing/2014/main" id="{A71A0E4F-4AB4-4FDB-AF23-975F1A1072FF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4" name="TextBox 883">
                  <a:extLst>
                    <a:ext uri="{FF2B5EF4-FFF2-40B4-BE49-F238E27FC236}">
                      <a16:creationId xmlns:a16="http://schemas.microsoft.com/office/drawing/2014/main" id="{5919C4DA-7D93-4B71-A6FC-806A72C92936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5" name="TextBox 884">
                  <a:extLst>
                    <a:ext uri="{FF2B5EF4-FFF2-40B4-BE49-F238E27FC236}">
                      <a16:creationId xmlns:a16="http://schemas.microsoft.com/office/drawing/2014/main" id="{8EA5B482-4000-4121-BD63-B4214AAE870F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6" name="TextBox 885">
                  <a:extLst>
                    <a:ext uri="{FF2B5EF4-FFF2-40B4-BE49-F238E27FC236}">
                      <a16:creationId xmlns:a16="http://schemas.microsoft.com/office/drawing/2014/main" id="{0DB57A21-D6A4-4E70-8471-8FE5EB6CAD55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7" name="TextBox 886">
                  <a:extLst>
                    <a:ext uri="{FF2B5EF4-FFF2-40B4-BE49-F238E27FC236}">
                      <a16:creationId xmlns:a16="http://schemas.microsoft.com/office/drawing/2014/main" id="{B23F8690-B096-447A-9A22-3D67FAA4A557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8" name="TextBox 887">
                  <a:extLst>
                    <a:ext uri="{FF2B5EF4-FFF2-40B4-BE49-F238E27FC236}">
                      <a16:creationId xmlns:a16="http://schemas.microsoft.com/office/drawing/2014/main" id="{D7D2F969-194A-4645-B8E6-4BFF27A4B8D5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9" name="TextBox 888">
                  <a:extLst>
                    <a:ext uri="{FF2B5EF4-FFF2-40B4-BE49-F238E27FC236}">
                      <a16:creationId xmlns:a16="http://schemas.microsoft.com/office/drawing/2014/main" id="{47113117-48E8-4C23-8D52-8CD74F76AE5C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890" name="TextBox 889">
                  <a:extLst>
                    <a:ext uri="{FF2B5EF4-FFF2-40B4-BE49-F238E27FC236}">
                      <a16:creationId xmlns:a16="http://schemas.microsoft.com/office/drawing/2014/main" id="{081D89C4-D2CE-4310-9B12-634CA3E27BB3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956" name="TextBox 955">
                  <a:extLst>
                    <a:ext uri="{FF2B5EF4-FFF2-40B4-BE49-F238E27FC236}">
                      <a16:creationId xmlns:a16="http://schemas.microsoft.com/office/drawing/2014/main" id="{954B67F2-FCE3-491C-A216-178AE3F78466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858" name="Text Box 58">
                <a:extLst>
                  <a:ext uri="{FF2B5EF4-FFF2-40B4-BE49-F238E27FC236}">
                    <a16:creationId xmlns:a16="http://schemas.microsoft.com/office/drawing/2014/main" id="{99F11F2D-29D6-4E86-8E74-5B10B7B271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569" y="1429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0" name="Text Box 58">
                <a:extLst>
                  <a:ext uri="{FF2B5EF4-FFF2-40B4-BE49-F238E27FC236}">
                    <a16:creationId xmlns:a16="http://schemas.microsoft.com/office/drawing/2014/main" id="{033ACA47-8C4F-427A-9CEE-851EC3F684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3126" y="2842744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1" name="Text Box 58">
                <a:extLst>
                  <a:ext uri="{FF2B5EF4-FFF2-40B4-BE49-F238E27FC236}">
                    <a16:creationId xmlns:a16="http://schemas.microsoft.com/office/drawing/2014/main" id="{B4FF6C7D-8576-42E3-B39E-21364CBC8B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2275" y="2833057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2" name="Text Box 58">
                <a:extLst>
                  <a:ext uri="{FF2B5EF4-FFF2-40B4-BE49-F238E27FC236}">
                    <a16:creationId xmlns:a16="http://schemas.microsoft.com/office/drawing/2014/main" id="{2EE1648A-FE37-476A-A61A-DCCDC0EEAF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3" name="Text Box 58">
                <a:extLst>
                  <a:ext uri="{FF2B5EF4-FFF2-40B4-BE49-F238E27FC236}">
                    <a16:creationId xmlns:a16="http://schemas.microsoft.com/office/drawing/2014/main" id="{753E81CD-FD72-4EBF-ACA7-DB25F416C7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578" y="3523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4" name="Text Box 58">
                <a:extLst>
                  <a:ext uri="{FF2B5EF4-FFF2-40B4-BE49-F238E27FC236}">
                    <a16:creationId xmlns:a16="http://schemas.microsoft.com/office/drawing/2014/main" id="{1F2768F6-8829-469F-ADD0-D588AE81B3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5439" y="35440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5" name="Text Box 58">
                <a:extLst>
                  <a:ext uri="{FF2B5EF4-FFF2-40B4-BE49-F238E27FC236}">
                    <a16:creationId xmlns:a16="http://schemas.microsoft.com/office/drawing/2014/main" id="{A1942185-8CC2-4CD1-B2BE-631CC5303F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6" name="Text Box 58">
                <a:extLst>
                  <a:ext uri="{FF2B5EF4-FFF2-40B4-BE49-F238E27FC236}">
                    <a16:creationId xmlns:a16="http://schemas.microsoft.com/office/drawing/2014/main" id="{7E345770-6169-43AE-9F15-D18B774A4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02" name="Text Box 58">
              <a:extLst>
                <a:ext uri="{FF2B5EF4-FFF2-40B4-BE49-F238E27FC236}">
                  <a16:creationId xmlns:a16="http://schemas.microsoft.com/office/drawing/2014/main" id="{ADF43ED9-BCF5-4F49-8679-00477A81B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3279" y="2103011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903" name="Text Box 58">
              <a:extLst>
                <a:ext uri="{FF2B5EF4-FFF2-40B4-BE49-F238E27FC236}">
                  <a16:creationId xmlns:a16="http://schemas.microsoft.com/office/drawing/2014/main" id="{FC4A4A98-242A-4A28-BDB8-2C43F20FC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7177" y="3262039"/>
              <a:ext cx="87445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904" name="타원 903">
              <a:extLst>
                <a:ext uri="{FF2B5EF4-FFF2-40B4-BE49-F238E27FC236}">
                  <a16:creationId xmlns:a16="http://schemas.microsoft.com/office/drawing/2014/main" id="{AC500BE0-29C2-4456-9997-442A7BADF790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101BB6-A156-4D7E-935A-BC5EB203E24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30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4805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Later</a:t>
            </a:r>
            <a:endParaRPr lang="ko-KR" altLang="en-US" sz="20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8754125-8735-4D86-8E0B-C14A6D334009}"/>
              </a:ext>
            </a:extLst>
          </p:cNvPr>
          <p:cNvGrpSpPr/>
          <p:nvPr/>
        </p:nvGrpSpPr>
        <p:grpSpPr>
          <a:xfrm>
            <a:off x="39176" y="2047199"/>
            <a:ext cx="5692850" cy="3368081"/>
            <a:chOff x="6345356" y="2047199"/>
            <a:chExt cx="5692850" cy="3368081"/>
          </a:xfrm>
        </p:grpSpPr>
        <p:sp>
          <p:nvSpPr>
            <p:cNvPr id="106" name="별: 꼭짓점 16개 105">
              <a:extLst>
                <a:ext uri="{FF2B5EF4-FFF2-40B4-BE49-F238E27FC236}">
                  <a16:creationId xmlns:a16="http://schemas.microsoft.com/office/drawing/2014/main" id="{CF4874A1-72F2-486D-BB03-301285F58E47}"/>
                </a:ext>
              </a:extLst>
            </p:cNvPr>
            <p:cNvSpPr/>
            <p:nvPr/>
          </p:nvSpPr>
          <p:spPr bwMode="auto">
            <a:xfrm>
              <a:off x="9678748" y="342796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855" name="그룹 854">
              <a:extLst>
                <a:ext uri="{FF2B5EF4-FFF2-40B4-BE49-F238E27FC236}">
                  <a16:creationId xmlns:a16="http://schemas.microsoft.com/office/drawing/2014/main" id="{71DEED37-32D6-4E7D-A906-3F03BFA8ABB6}"/>
                </a:ext>
              </a:extLst>
            </p:cNvPr>
            <p:cNvGrpSpPr/>
            <p:nvPr/>
          </p:nvGrpSpPr>
          <p:grpSpPr>
            <a:xfrm>
              <a:off x="6345356" y="2047199"/>
              <a:ext cx="5692850" cy="3368081"/>
              <a:chOff x="608317" y="1386752"/>
              <a:chExt cx="4419115" cy="2614498"/>
            </a:xfrm>
          </p:grpSpPr>
          <p:grpSp>
            <p:nvGrpSpPr>
              <p:cNvPr id="856" name="그룹 855">
                <a:extLst>
                  <a:ext uri="{FF2B5EF4-FFF2-40B4-BE49-F238E27FC236}">
                    <a16:creationId xmlns:a16="http://schemas.microsoft.com/office/drawing/2014/main" id="{223E1B4B-C338-4E34-B02A-7F92FFE881B7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867" name="그룹 866">
                  <a:extLst>
                    <a:ext uri="{FF2B5EF4-FFF2-40B4-BE49-F238E27FC236}">
                      <a16:creationId xmlns:a16="http://schemas.microsoft.com/office/drawing/2014/main" id="{82C0ED9C-F58B-49FF-B9FD-6A28B1C946DA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891" name="Line 48">
                    <a:extLst>
                      <a:ext uri="{FF2B5EF4-FFF2-40B4-BE49-F238E27FC236}">
                        <a16:creationId xmlns:a16="http://schemas.microsoft.com/office/drawing/2014/main" id="{D0AD1350-3516-4938-B5B7-D2BCF42A12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92" name="Line 48">
                    <a:extLst>
                      <a:ext uri="{FF2B5EF4-FFF2-40B4-BE49-F238E27FC236}">
                        <a16:creationId xmlns:a16="http://schemas.microsoft.com/office/drawing/2014/main" id="{346B3C0D-F1B3-424F-B34F-2041863C40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893" name="Line 48">
                    <a:extLst>
                      <a:ext uri="{FF2B5EF4-FFF2-40B4-BE49-F238E27FC236}">
                        <a16:creationId xmlns:a16="http://schemas.microsoft.com/office/drawing/2014/main" id="{4252EBA5-09F5-416A-B9A9-A3BCFD82D7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4" name="Line 48">
                    <a:extLst>
                      <a:ext uri="{FF2B5EF4-FFF2-40B4-BE49-F238E27FC236}">
                        <a16:creationId xmlns:a16="http://schemas.microsoft.com/office/drawing/2014/main" id="{A010F855-D1EB-4A97-B7F9-4A9F0B3D63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5" name="Line 48">
                    <a:extLst>
                      <a:ext uri="{FF2B5EF4-FFF2-40B4-BE49-F238E27FC236}">
                        <a16:creationId xmlns:a16="http://schemas.microsoft.com/office/drawing/2014/main" id="{1AC76FCB-7D80-46E4-814F-FD894FA495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6" name="Line 48">
                    <a:extLst>
                      <a:ext uri="{FF2B5EF4-FFF2-40B4-BE49-F238E27FC236}">
                        <a16:creationId xmlns:a16="http://schemas.microsoft.com/office/drawing/2014/main" id="{3BF49B62-DC87-4C51-A053-9CE7B66BDF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7" name="Line 48">
                    <a:extLst>
                      <a:ext uri="{FF2B5EF4-FFF2-40B4-BE49-F238E27FC236}">
                        <a16:creationId xmlns:a16="http://schemas.microsoft.com/office/drawing/2014/main" id="{6C39A3DF-F5E1-4C9E-A8AF-7148FAF412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8" name="Line 48">
                    <a:extLst>
                      <a:ext uri="{FF2B5EF4-FFF2-40B4-BE49-F238E27FC236}">
                        <a16:creationId xmlns:a16="http://schemas.microsoft.com/office/drawing/2014/main" id="{82809201-1417-48D3-AD8E-FA92F191EF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899" name="Line 48">
                    <a:extLst>
                      <a:ext uri="{FF2B5EF4-FFF2-40B4-BE49-F238E27FC236}">
                        <a16:creationId xmlns:a16="http://schemas.microsoft.com/office/drawing/2014/main" id="{4A7FE09B-9EEF-4969-B22F-02ED257357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0" name="Line 48">
                    <a:extLst>
                      <a:ext uri="{FF2B5EF4-FFF2-40B4-BE49-F238E27FC236}">
                        <a16:creationId xmlns:a16="http://schemas.microsoft.com/office/drawing/2014/main" id="{8E1ACDCD-A257-4F82-9F14-35D5D9D696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01" name="Line 48">
                    <a:extLst>
                      <a:ext uri="{FF2B5EF4-FFF2-40B4-BE49-F238E27FC236}">
                        <a16:creationId xmlns:a16="http://schemas.microsoft.com/office/drawing/2014/main" id="{B4D8350A-C5DC-4E00-BF11-94C0F6F4A0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954" name="Line 48">
                    <a:extLst>
                      <a:ext uri="{FF2B5EF4-FFF2-40B4-BE49-F238E27FC236}">
                        <a16:creationId xmlns:a16="http://schemas.microsoft.com/office/drawing/2014/main" id="{0C25E24E-176D-4846-AC59-D5A80BA5E8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868" name="TextBox 867">
                  <a:extLst>
                    <a:ext uri="{FF2B5EF4-FFF2-40B4-BE49-F238E27FC236}">
                      <a16:creationId xmlns:a16="http://schemas.microsoft.com/office/drawing/2014/main" id="{B029B053-87A1-42A1-BD97-E30F895A79DC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69" name="TextBox 868">
                  <a:extLst>
                    <a:ext uri="{FF2B5EF4-FFF2-40B4-BE49-F238E27FC236}">
                      <a16:creationId xmlns:a16="http://schemas.microsoft.com/office/drawing/2014/main" id="{7A0F2882-C9E1-403E-9AE5-F9EAEC5131E2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870" name="TextBox 869">
                  <a:extLst>
                    <a:ext uri="{FF2B5EF4-FFF2-40B4-BE49-F238E27FC236}">
                      <a16:creationId xmlns:a16="http://schemas.microsoft.com/office/drawing/2014/main" id="{3FDB2280-D58D-4809-8850-8FAD5CC99AA0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871" name="TextBox 870">
                  <a:extLst>
                    <a:ext uri="{FF2B5EF4-FFF2-40B4-BE49-F238E27FC236}">
                      <a16:creationId xmlns:a16="http://schemas.microsoft.com/office/drawing/2014/main" id="{2062EC46-D6ED-4169-87F1-8C702A1927DF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872" name="TextBox 871">
                  <a:extLst>
                    <a:ext uri="{FF2B5EF4-FFF2-40B4-BE49-F238E27FC236}">
                      <a16:creationId xmlns:a16="http://schemas.microsoft.com/office/drawing/2014/main" id="{FB324803-E728-4FF5-99C5-96363FC0DA1B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873" name="TextBox 872">
                  <a:extLst>
                    <a:ext uri="{FF2B5EF4-FFF2-40B4-BE49-F238E27FC236}">
                      <a16:creationId xmlns:a16="http://schemas.microsoft.com/office/drawing/2014/main" id="{7EC681BF-D2A9-4699-8CC0-958AF36B05C3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874" name="TextBox 873">
                  <a:extLst>
                    <a:ext uri="{FF2B5EF4-FFF2-40B4-BE49-F238E27FC236}">
                      <a16:creationId xmlns:a16="http://schemas.microsoft.com/office/drawing/2014/main" id="{834A61BD-2FD7-4342-8074-C33D9B472230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875" name="TextBox 874">
                  <a:extLst>
                    <a:ext uri="{FF2B5EF4-FFF2-40B4-BE49-F238E27FC236}">
                      <a16:creationId xmlns:a16="http://schemas.microsoft.com/office/drawing/2014/main" id="{1A9CFB49-E2CB-40A5-B62A-23A254ABF1CC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876" name="TextBox 875">
                  <a:extLst>
                    <a:ext uri="{FF2B5EF4-FFF2-40B4-BE49-F238E27FC236}">
                      <a16:creationId xmlns:a16="http://schemas.microsoft.com/office/drawing/2014/main" id="{7766ED57-F9AC-4F6D-85FE-0D2243271F4A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877" name="TextBox 876">
                  <a:extLst>
                    <a:ext uri="{FF2B5EF4-FFF2-40B4-BE49-F238E27FC236}">
                      <a16:creationId xmlns:a16="http://schemas.microsoft.com/office/drawing/2014/main" id="{B9AAB53E-4C93-49FA-B480-F40A3C68939F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878" name="TextBox 877">
                  <a:extLst>
                    <a:ext uri="{FF2B5EF4-FFF2-40B4-BE49-F238E27FC236}">
                      <a16:creationId xmlns:a16="http://schemas.microsoft.com/office/drawing/2014/main" id="{49D37F6C-A5CB-4A2D-987A-A7318A046C6F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79" name="TextBox 878">
                  <a:extLst>
                    <a:ext uri="{FF2B5EF4-FFF2-40B4-BE49-F238E27FC236}">
                      <a16:creationId xmlns:a16="http://schemas.microsoft.com/office/drawing/2014/main" id="{A813CDC0-EF1D-4024-8E7C-BB721E8BECB8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0" name="TextBox 879">
                  <a:extLst>
                    <a:ext uri="{FF2B5EF4-FFF2-40B4-BE49-F238E27FC236}">
                      <a16:creationId xmlns:a16="http://schemas.microsoft.com/office/drawing/2014/main" id="{01359773-1A91-47AC-8B1E-31844C77BEC5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1" name="TextBox 880">
                  <a:extLst>
                    <a:ext uri="{FF2B5EF4-FFF2-40B4-BE49-F238E27FC236}">
                      <a16:creationId xmlns:a16="http://schemas.microsoft.com/office/drawing/2014/main" id="{EB667875-E04D-488F-B5CA-0A85E1F4A8C7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2" name="TextBox 881">
                  <a:extLst>
                    <a:ext uri="{FF2B5EF4-FFF2-40B4-BE49-F238E27FC236}">
                      <a16:creationId xmlns:a16="http://schemas.microsoft.com/office/drawing/2014/main" id="{7C09576B-E97F-4199-B5C9-E9ED5A9A337D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3" name="TextBox 882">
                  <a:extLst>
                    <a:ext uri="{FF2B5EF4-FFF2-40B4-BE49-F238E27FC236}">
                      <a16:creationId xmlns:a16="http://schemas.microsoft.com/office/drawing/2014/main" id="{A71A0E4F-4AB4-4FDB-AF23-975F1A1072FF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4" name="TextBox 883">
                  <a:extLst>
                    <a:ext uri="{FF2B5EF4-FFF2-40B4-BE49-F238E27FC236}">
                      <a16:creationId xmlns:a16="http://schemas.microsoft.com/office/drawing/2014/main" id="{5919C4DA-7D93-4B71-A6FC-806A72C92936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5" name="TextBox 884">
                  <a:extLst>
                    <a:ext uri="{FF2B5EF4-FFF2-40B4-BE49-F238E27FC236}">
                      <a16:creationId xmlns:a16="http://schemas.microsoft.com/office/drawing/2014/main" id="{8EA5B482-4000-4121-BD63-B4214AAE870F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6" name="TextBox 885">
                  <a:extLst>
                    <a:ext uri="{FF2B5EF4-FFF2-40B4-BE49-F238E27FC236}">
                      <a16:creationId xmlns:a16="http://schemas.microsoft.com/office/drawing/2014/main" id="{0DB57A21-D6A4-4E70-8471-8FE5EB6CAD55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7" name="TextBox 886">
                  <a:extLst>
                    <a:ext uri="{FF2B5EF4-FFF2-40B4-BE49-F238E27FC236}">
                      <a16:creationId xmlns:a16="http://schemas.microsoft.com/office/drawing/2014/main" id="{B23F8690-B096-447A-9A22-3D67FAA4A557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8" name="TextBox 887">
                  <a:extLst>
                    <a:ext uri="{FF2B5EF4-FFF2-40B4-BE49-F238E27FC236}">
                      <a16:creationId xmlns:a16="http://schemas.microsoft.com/office/drawing/2014/main" id="{D7D2F969-194A-4645-B8E6-4BFF27A4B8D5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9" name="TextBox 888">
                  <a:extLst>
                    <a:ext uri="{FF2B5EF4-FFF2-40B4-BE49-F238E27FC236}">
                      <a16:creationId xmlns:a16="http://schemas.microsoft.com/office/drawing/2014/main" id="{47113117-48E8-4C23-8D52-8CD74F76AE5C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890" name="TextBox 889">
                  <a:extLst>
                    <a:ext uri="{FF2B5EF4-FFF2-40B4-BE49-F238E27FC236}">
                      <a16:creationId xmlns:a16="http://schemas.microsoft.com/office/drawing/2014/main" id="{081D89C4-D2CE-4310-9B12-634CA3E27BB3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956" name="TextBox 955">
                  <a:extLst>
                    <a:ext uri="{FF2B5EF4-FFF2-40B4-BE49-F238E27FC236}">
                      <a16:creationId xmlns:a16="http://schemas.microsoft.com/office/drawing/2014/main" id="{954B67F2-FCE3-491C-A216-178AE3F78466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858" name="Text Box 58">
                <a:extLst>
                  <a:ext uri="{FF2B5EF4-FFF2-40B4-BE49-F238E27FC236}">
                    <a16:creationId xmlns:a16="http://schemas.microsoft.com/office/drawing/2014/main" id="{99F11F2D-29D6-4E86-8E74-5B10B7B271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569" y="1429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1" name="Text Box 58">
                <a:extLst>
                  <a:ext uri="{FF2B5EF4-FFF2-40B4-BE49-F238E27FC236}">
                    <a16:creationId xmlns:a16="http://schemas.microsoft.com/office/drawing/2014/main" id="{B4FF6C7D-8576-42E3-B39E-21364CBC8B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2275" y="2833057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2" name="Text Box 58">
                <a:extLst>
                  <a:ext uri="{FF2B5EF4-FFF2-40B4-BE49-F238E27FC236}">
                    <a16:creationId xmlns:a16="http://schemas.microsoft.com/office/drawing/2014/main" id="{2EE1648A-FE37-476A-A61A-DCCDC0EEAF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3" name="Text Box 58">
                <a:extLst>
                  <a:ext uri="{FF2B5EF4-FFF2-40B4-BE49-F238E27FC236}">
                    <a16:creationId xmlns:a16="http://schemas.microsoft.com/office/drawing/2014/main" id="{753E81CD-FD72-4EBF-ACA7-DB25F416C7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3578" y="3523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4" name="Text Box 58">
                <a:extLst>
                  <a:ext uri="{FF2B5EF4-FFF2-40B4-BE49-F238E27FC236}">
                    <a16:creationId xmlns:a16="http://schemas.microsoft.com/office/drawing/2014/main" id="{1F2768F6-8829-469F-ADD0-D588AE81B3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5439" y="35440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5" name="Text Box 58">
                <a:extLst>
                  <a:ext uri="{FF2B5EF4-FFF2-40B4-BE49-F238E27FC236}">
                    <a16:creationId xmlns:a16="http://schemas.microsoft.com/office/drawing/2014/main" id="{A1942185-8CC2-4CD1-B2BE-631CC5303F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866" name="Text Box 58">
                <a:extLst>
                  <a:ext uri="{FF2B5EF4-FFF2-40B4-BE49-F238E27FC236}">
                    <a16:creationId xmlns:a16="http://schemas.microsoft.com/office/drawing/2014/main" id="{7E345770-6169-43AE-9F15-D18B774A45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02" name="Text Box 58">
              <a:extLst>
                <a:ext uri="{FF2B5EF4-FFF2-40B4-BE49-F238E27FC236}">
                  <a16:creationId xmlns:a16="http://schemas.microsoft.com/office/drawing/2014/main" id="{ADF43ED9-BCF5-4F49-8679-00477A81B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3279" y="2103011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903" name="Text Box 58">
              <a:extLst>
                <a:ext uri="{FF2B5EF4-FFF2-40B4-BE49-F238E27FC236}">
                  <a16:creationId xmlns:a16="http://schemas.microsoft.com/office/drawing/2014/main" id="{FC4A4A98-242A-4A28-BDB8-2C43F20FC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7177" y="3262039"/>
              <a:ext cx="87445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904" name="타원 903">
              <a:extLst>
                <a:ext uri="{FF2B5EF4-FFF2-40B4-BE49-F238E27FC236}">
                  <a16:creationId xmlns:a16="http://schemas.microsoft.com/office/drawing/2014/main" id="{AC500BE0-29C2-4456-9997-442A7BADF790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66D4D4AC-45A8-4BAA-894E-A0A60E4F6FA3}"/>
                </a:ext>
              </a:extLst>
            </p:cNvPr>
            <p:cNvSpPr/>
            <p:nvPr/>
          </p:nvSpPr>
          <p:spPr bwMode="auto">
            <a:xfrm>
              <a:off x="6631931" y="3454858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09" name="Text Box 58">
              <a:extLst>
                <a:ext uri="{FF2B5EF4-FFF2-40B4-BE49-F238E27FC236}">
                  <a16:creationId xmlns:a16="http://schemas.microsoft.com/office/drawing/2014/main" id="{DB64546C-E328-46D1-B0BB-3786033BD0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855" y="3113878"/>
              <a:ext cx="874458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22E8B1A-2DAE-40F6-A6B7-F51BF6BFE972}"/>
              </a:ext>
            </a:extLst>
          </p:cNvPr>
          <p:cNvGrpSpPr/>
          <p:nvPr/>
        </p:nvGrpSpPr>
        <p:grpSpPr>
          <a:xfrm>
            <a:off x="6096000" y="2047199"/>
            <a:ext cx="5692850" cy="3368081"/>
            <a:chOff x="6345356" y="2047199"/>
            <a:chExt cx="5692850" cy="3368081"/>
          </a:xfrm>
        </p:grpSpPr>
        <p:sp>
          <p:nvSpPr>
            <p:cNvPr id="111" name="별: 꼭짓점 16개 110">
              <a:extLst>
                <a:ext uri="{FF2B5EF4-FFF2-40B4-BE49-F238E27FC236}">
                  <a16:creationId xmlns:a16="http://schemas.microsoft.com/office/drawing/2014/main" id="{52607FC8-49B1-4F7A-A3F4-3E5A162B9486}"/>
                </a:ext>
              </a:extLst>
            </p:cNvPr>
            <p:cNvSpPr/>
            <p:nvPr/>
          </p:nvSpPr>
          <p:spPr bwMode="auto">
            <a:xfrm>
              <a:off x="9678748" y="342796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1C27BD49-B7AF-4B03-A195-3AF62B391426}"/>
                </a:ext>
              </a:extLst>
            </p:cNvPr>
            <p:cNvGrpSpPr/>
            <p:nvPr/>
          </p:nvGrpSpPr>
          <p:grpSpPr>
            <a:xfrm>
              <a:off x="6345356" y="2047199"/>
              <a:ext cx="5692850" cy="3368081"/>
              <a:chOff x="608317" y="1386752"/>
              <a:chExt cx="4419115" cy="2614498"/>
            </a:xfrm>
          </p:grpSpPr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C2D8B588-E32A-46F5-B291-B65B792AFE44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27" name="그룹 126">
                  <a:extLst>
                    <a:ext uri="{FF2B5EF4-FFF2-40B4-BE49-F238E27FC236}">
                      <a16:creationId xmlns:a16="http://schemas.microsoft.com/office/drawing/2014/main" id="{F95DF6E3-27C5-4D9A-A097-2409CADDC027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188" name="Line 48">
                    <a:extLst>
                      <a:ext uri="{FF2B5EF4-FFF2-40B4-BE49-F238E27FC236}">
                        <a16:creationId xmlns:a16="http://schemas.microsoft.com/office/drawing/2014/main" id="{940CF3C8-C465-4497-AAC1-B9413F642B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89" name="Line 48">
                    <a:extLst>
                      <a:ext uri="{FF2B5EF4-FFF2-40B4-BE49-F238E27FC236}">
                        <a16:creationId xmlns:a16="http://schemas.microsoft.com/office/drawing/2014/main" id="{F650304A-EFB3-4224-97B2-0B6A62B342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90" name="Line 48">
                    <a:extLst>
                      <a:ext uri="{FF2B5EF4-FFF2-40B4-BE49-F238E27FC236}">
                        <a16:creationId xmlns:a16="http://schemas.microsoft.com/office/drawing/2014/main" id="{8BE1C0D5-07AC-4BDF-80C0-29E099DC1C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1" name="Line 48">
                    <a:extLst>
                      <a:ext uri="{FF2B5EF4-FFF2-40B4-BE49-F238E27FC236}">
                        <a16:creationId xmlns:a16="http://schemas.microsoft.com/office/drawing/2014/main" id="{15B3DEF5-7A7D-4307-B7BE-4D137D7B82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2" name="Line 48">
                    <a:extLst>
                      <a:ext uri="{FF2B5EF4-FFF2-40B4-BE49-F238E27FC236}">
                        <a16:creationId xmlns:a16="http://schemas.microsoft.com/office/drawing/2014/main" id="{6AE11D9E-F7D7-4922-930D-3AD8E333B4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olid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3" name="Line 48">
                    <a:extLst>
                      <a:ext uri="{FF2B5EF4-FFF2-40B4-BE49-F238E27FC236}">
                        <a16:creationId xmlns:a16="http://schemas.microsoft.com/office/drawing/2014/main" id="{617EE3A9-49B8-46F4-A7BB-EFC92A0C7B9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4" name="Line 48">
                    <a:extLst>
                      <a:ext uri="{FF2B5EF4-FFF2-40B4-BE49-F238E27FC236}">
                        <a16:creationId xmlns:a16="http://schemas.microsoft.com/office/drawing/2014/main" id="{41C7A343-1C14-426D-AA31-E40F1E01FC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5" name="Line 48">
                    <a:extLst>
                      <a:ext uri="{FF2B5EF4-FFF2-40B4-BE49-F238E27FC236}">
                        <a16:creationId xmlns:a16="http://schemas.microsoft.com/office/drawing/2014/main" id="{E6D4C01E-A7B3-4DB7-99F0-DA991ECFFC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6" name="Line 48">
                    <a:extLst>
                      <a:ext uri="{FF2B5EF4-FFF2-40B4-BE49-F238E27FC236}">
                        <a16:creationId xmlns:a16="http://schemas.microsoft.com/office/drawing/2014/main" id="{58542F3C-EE0B-41E8-A1EC-A9DA687684E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7" name="Line 48">
                    <a:extLst>
                      <a:ext uri="{FF2B5EF4-FFF2-40B4-BE49-F238E27FC236}">
                        <a16:creationId xmlns:a16="http://schemas.microsoft.com/office/drawing/2014/main" id="{E3F7A2E6-7D91-420F-B415-2C73768EF51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8" name="Line 48">
                    <a:extLst>
                      <a:ext uri="{FF2B5EF4-FFF2-40B4-BE49-F238E27FC236}">
                        <a16:creationId xmlns:a16="http://schemas.microsoft.com/office/drawing/2014/main" id="{CBABE094-0007-424A-A8B5-2F553A135D7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9" name="Line 48">
                    <a:extLst>
                      <a:ext uri="{FF2B5EF4-FFF2-40B4-BE49-F238E27FC236}">
                        <a16:creationId xmlns:a16="http://schemas.microsoft.com/office/drawing/2014/main" id="{8FE43392-FA28-4023-B0D4-C539572437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67C41029-56B7-40F7-93ED-12969E2BF55A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9080255D-1A65-4C8C-A0B4-79422E482977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71924AF3-0D58-4BD3-96E7-7D9D601011C9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E0F90CCF-CD1F-4FBB-917D-8107AEB293AB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2F1FF5C9-1CC4-42C9-84B1-E91F94DD816A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ABC4858-80FE-406C-9A9B-382E4459FD00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26FD1149-A2F6-4E0C-B86E-4F88C34B9E33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189741E0-4815-4EE3-BA18-1BA144820DAE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C9119BEA-EF08-4636-A4B6-D5E80CE5C965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4B623AAE-5981-469E-B6C8-C81083CE1DCF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1BF81D77-A6C0-4E59-8166-BEB5F3B32183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05279DB4-A119-443D-924E-6D2B80F19461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99A7AE6-7277-4165-A41A-C0CD0D5621E4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1A00405B-8FDC-446B-977C-9328757EF743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1D109339-DCF2-469E-AF41-770F28A8801E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2DC3BF5-F05B-400B-99A3-C4378A7EE1EF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6413E232-974D-4D38-897A-A17853E4750D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8B8756B8-493D-4D5C-AEE0-6D366ACAD46E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CBB69A9D-0206-4B6A-BAEB-F9241417BFE7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90A61EA9-15CE-4747-BDDD-62EF6A6E9691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04D70B4E-DB71-44B5-84D5-6F9E8789B394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E6BCA819-E906-4759-8969-D7C840EE1DC3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799FEF31-C409-48BF-85F8-318A3491EC18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2EB0D416-02FC-4C87-849E-196316D94A38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19" name="Text Box 58">
                <a:extLst>
                  <a:ext uri="{FF2B5EF4-FFF2-40B4-BE49-F238E27FC236}">
                    <a16:creationId xmlns:a16="http://schemas.microsoft.com/office/drawing/2014/main" id="{57F6ADB1-A332-4D87-A6E7-5F3D72E2A7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569" y="1429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1" name="Text Box 58">
                <a:extLst>
                  <a:ext uri="{FF2B5EF4-FFF2-40B4-BE49-F238E27FC236}">
                    <a16:creationId xmlns:a16="http://schemas.microsoft.com/office/drawing/2014/main" id="{5D6C3F43-7C77-478D-A368-734B3B9726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3" name="Text Box 58">
                <a:extLst>
                  <a:ext uri="{FF2B5EF4-FFF2-40B4-BE49-F238E27FC236}">
                    <a16:creationId xmlns:a16="http://schemas.microsoft.com/office/drawing/2014/main" id="{5881199F-CF08-4804-A7F6-DD5AEC5D6A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5439" y="354405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4" name="Text Box 58">
                <a:extLst>
                  <a:ext uri="{FF2B5EF4-FFF2-40B4-BE49-F238E27FC236}">
                    <a16:creationId xmlns:a16="http://schemas.microsoft.com/office/drawing/2014/main" id="{5C7FA81F-D794-4253-B9DC-032FA06C32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5" name="Text Box 58">
                <a:extLst>
                  <a:ext uri="{FF2B5EF4-FFF2-40B4-BE49-F238E27FC236}">
                    <a16:creationId xmlns:a16="http://schemas.microsoft.com/office/drawing/2014/main" id="{C250A36B-C166-4B5C-A564-663A2C6B44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3" name="Text Box 58">
              <a:extLst>
                <a:ext uri="{FF2B5EF4-FFF2-40B4-BE49-F238E27FC236}">
                  <a16:creationId xmlns:a16="http://schemas.microsoft.com/office/drawing/2014/main" id="{ECA22EC0-1F3E-43EF-8745-FECB562EE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3279" y="2103011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4" name="Text Box 58">
              <a:extLst>
                <a:ext uri="{FF2B5EF4-FFF2-40B4-BE49-F238E27FC236}">
                  <a16:creationId xmlns:a16="http://schemas.microsoft.com/office/drawing/2014/main" id="{4EA0E582-4DBC-416A-A141-84220F3433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7177" y="3262039"/>
              <a:ext cx="87445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F93D75DA-7F62-44DC-8198-399DBECF4F40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0AE25655-790D-4D8E-9553-A3FA2F1EA634}"/>
                </a:ext>
              </a:extLst>
            </p:cNvPr>
            <p:cNvSpPr/>
            <p:nvPr/>
          </p:nvSpPr>
          <p:spPr bwMode="auto">
            <a:xfrm>
              <a:off x="6631931" y="3454858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17" name="Text Box 58">
              <a:extLst>
                <a:ext uri="{FF2B5EF4-FFF2-40B4-BE49-F238E27FC236}">
                  <a16:creationId xmlns:a16="http://schemas.microsoft.com/office/drawing/2014/main" id="{2104374A-E074-4901-B857-187F3F2EE4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855" y="3113878"/>
              <a:ext cx="874458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DB65E03F-6FCD-444A-8912-0C2A94766AA5}"/>
                </a:ext>
              </a:extLst>
            </p:cNvPr>
            <p:cNvSpPr/>
            <p:nvPr/>
          </p:nvSpPr>
          <p:spPr bwMode="auto">
            <a:xfrm>
              <a:off x="8556141" y="3601966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2" name="Text Box 58">
              <a:extLst>
                <a:ext uri="{FF2B5EF4-FFF2-40B4-BE49-F238E27FC236}">
                  <a16:creationId xmlns:a16="http://schemas.microsoft.com/office/drawing/2014/main" id="{D5242B7C-500C-4979-BE4D-200967600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7340" y="3975800"/>
              <a:ext cx="87445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03" name="Text Box 58">
              <a:extLst>
                <a:ext uri="{FF2B5EF4-FFF2-40B4-BE49-F238E27FC236}">
                  <a16:creationId xmlns:a16="http://schemas.microsoft.com/office/drawing/2014/main" id="{2471E7FB-8B70-4372-A7D6-B3DB2124A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6265" y="4917237"/>
              <a:ext cx="1844921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9099DA4-E91A-41A9-9830-3C746C9BA4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31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229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Later</a:t>
            </a:r>
            <a:endParaRPr lang="ko-KR" altLang="en-US" sz="2000" dirty="0"/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22E8B1A-2DAE-40F6-A6B7-F51BF6BFE972}"/>
              </a:ext>
            </a:extLst>
          </p:cNvPr>
          <p:cNvGrpSpPr/>
          <p:nvPr/>
        </p:nvGrpSpPr>
        <p:grpSpPr>
          <a:xfrm>
            <a:off x="52580" y="2047199"/>
            <a:ext cx="5692850" cy="3424036"/>
            <a:chOff x="6345356" y="2047199"/>
            <a:chExt cx="5692850" cy="3424036"/>
          </a:xfrm>
        </p:grpSpPr>
        <p:sp>
          <p:nvSpPr>
            <p:cNvPr id="111" name="별: 꼭짓점 16개 110">
              <a:extLst>
                <a:ext uri="{FF2B5EF4-FFF2-40B4-BE49-F238E27FC236}">
                  <a16:creationId xmlns:a16="http://schemas.microsoft.com/office/drawing/2014/main" id="{52607FC8-49B1-4F7A-A3F4-3E5A162B9486}"/>
                </a:ext>
              </a:extLst>
            </p:cNvPr>
            <p:cNvSpPr/>
            <p:nvPr/>
          </p:nvSpPr>
          <p:spPr bwMode="auto">
            <a:xfrm>
              <a:off x="9678748" y="342796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1C27BD49-B7AF-4B03-A195-3AF62B391426}"/>
                </a:ext>
              </a:extLst>
            </p:cNvPr>
            <p:cNvGrpSpPr/>
            <p:nvPr/>
          </p:nvGrpSpPr>
          <p:grpSpPr>
            <a:xfrm>
              <a:off x="6345356" y="2047199"/>
              <a:ext cx="5692850" cy="3360308"/>
              <a:chOff x="608317" y="1386752"/>
              <a:chExt cx="4419115" cy="2608464"/>
            </a:xfrm>
          </p:grpSpPr>
          <p:grpSp>
            <p:nvGrpSpPr>
              <p:cNvPr id="118" name="그룹 117">
                <a:extLst>
                  <a:ext uri="{FF2B5EF4-FFF2-40B4-BE49-F238E27FC236}">
                    <a16:creationId xmlns:a16="http://schemas.microsoft.com/office/drawing/2014/main" id="{C2D8B588-E32A-46F5-B291-B65B792AFE44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27" name="그룹 126">
                  <a:extLst>
                    <a:ext uri="{FF2B5EF4-FFF2-40B4-BE49-F238E27FC236}">
                      <a16:creationId xmlns:a16="http://schemas.microsoft.com/office/drawing/2014/main" id="{F95DF6E3-27C5-4D9A-A097-2409CADDC027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188" name="Line 48">
                    <a:extLst>
                      <a:ext uri="{FF2B5EF4-FFF2-40B4-BE49-F238E27FC236}">
                        <a16:creationId xmlns:a16="http://schemas.microsoft.com/office/drawing/2014/main" id="{940CF3C8-C465-4497-AAC1-B9413F642B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89" name="Line 48">
                    <a:extLst>
                      <a:ext uri="{FF2B5EF4-FFF2-40B4-BE49-F238E27FC236}">
                        <a16:creationId xmlns:a16="http://schemas.microsoft.com/office/drawing/2014/main" id="{F650304A-EFB3-4224-97B2-0B6A62B342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90" name="Line 48">
                    <a:extLst>
                      <a:ext uri="{FF2B5EF4-FFF2-40B4-BE49-F238E27FC236}">
                        <a16:creationId xmlns:a16="http://schemas.microsoft.com/office/drawing/2014/main" id="{8BE1C0D5-07AC-4BDF-80C0-29E099DC1C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1" name="Line 48">
                    <a:extLst>
                      <a:ext uri="{FF2B5EF4-FFF2-40B4-BE49-F238E27FC236}">
                        <a16:creationId xmlns:a16="http://schemas.microsoft.com/office/drawing/2014/main" id="{15B3DEF5-7A7D-4307-B7BE-4D137D7B82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2" name="Line 48">
                    <a:extLst>
                      <a:ext uri="{FF2B5EF4-FFF2-40B4-BE49-F238E27FC236}">
                        <a16:creationId xmlns:a16="http://schemas.microsoft.com/office/drawing/2014/main" id="{6AE11D9E-F7D7-4922-930D-3AD8E333B4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3" name="Line 48">
                    <a:extLst>
                      <a:ext uri="{FF2B5EF4-FFF2-40B4-BE49-F238E27FC236}">
                        <a16:creationId xmlns:a16="http://schemas.microsoft.com/office/drawing/2014/main" id="{617EE3A9-49B8-46F4-A7BB-EFC92A0C7B9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4" name="Line 48">
                    <a:extLst>
                      <a:ext uri="{FF2B5EF4-FFF2-40B4-BE49-F238E27FC236}">
                        <a16:creationId xmlns:a16="http://schemas.microsoft.com/office/drawing/2014/main" id="{41C7A343-1C14-426D-AA31-E40F1E01FC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5" name="Line 48">
                    <a:extLst>
                      <a:ext uri="{FF2B5EF4-FFF2-40B4-BE49-F238E27FC236}">
                        <a16:creationId xmlns:a16="http://schemas.microsoft.com/office/drawing/2014/main" id="{E6D4C01E-A7B3-4DB7-99F0-DA991ECFFC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6" name="Line 48">
                    <a:extLst>
                      <a:ext uri="{FF2B5EF4-FFF2-40B4-BE49-F238E27FC236}">
                        <a16:creationId xmlns:a16="http://schemas.microsoft.com/office/drawing/2014/main" id="{58542F3C-EE0B-41E8-A1EC-A9DA687684E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7" name="Line 48">
                    <a:extLst>
                      <a:ext uri="{FF2B5EF4-FFF2-40B4-BE49-F238E27FC236}">
                        <a16:creationId xmlns:a16="http://schemas.microsoft.com/office/drawing/2014/main" id="{E3F7A2E6-7D91-420F-B415-2C73768EF51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8" name="Line 48">
                    <a:extLst>
                      <a:ext uri="{FF2B5EF4-FFF2-40B4-BE49-F238E27FC236}">
                        <a16:creationId xmlns:a16="http://schemas.microsoft.com/office/drawing/2014/main" id="{CBABE094-0007-424A-A8B5-2F553A135D7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9" name="Line 48">
                    <a:extLst>
                      <a:ext uri="{FF2B5EF4-FFF2-40B4-BE49-F238E27FC236}">
                        <a16:creationId xmlns:a16="http://schemas.microsoft.com/office/drawing/2014/main" id="{8FE43392-FA28-4023-B0D4-C539572437A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67C41029-56B7-40F7-93ED-12969E2BF55A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9080255D-1A65-4C8C-A0B4-79422E482977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71924AF3-0D58-4BD3-96E7-7D9D601011C9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E0F90CCF-CD1F-4FBB-917D-8107AEB293AB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2F1FF5C9-1CC4-42C9-84B1-E91F94DD816A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1ABC4858-80FE-406C-9A9B-382E4459FD00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26FD1149-A2F6-4E0C-B86E-4F88C34B9E33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189741E0-4815-4EE3-BA18-1BA144820DAE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C9119BEA-EF08-4636-A4B6-D5E80CE5C965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4B623AAE-5981-469E-B6C8-C81083CE1DCF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1BF81D77-A6C0-4E59-8166-BEB5F3B32183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05279DB4-A119-443D-924E-6D2B80F19461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099A7AE6-7277-4165-A41A-C0CD0D5621E4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1A00405B-8FDC-446B-977C-9328757EF743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1D109339-DCF2-469E-AF41-770F28A8801E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52DC3BF5-F05B-400B-99A3-C4378A7EE1EF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6413E232-974D-4D38-897A-A17853E4750D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8B8756B8-493D-4D5C-AEE0-6D366ACAD46E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CBB69A9D-0206-4B6A-BAEB-F9241417BFE7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90A61EA9-15CE-4747-BDDD-62EF6A6E9691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04D70B4E-DB71-44B5-84D5-6F9E8789B394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E6BCA819-E906-4759-8969-D7C840EE1DC3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799FEF31-C409-48BF-85F8-318A3491EC18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2EB0D416-02FC-4C87-849E-196316D94A38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19" name="Text Box 58">
                <a:extLst>
                  <a:ext uri="{FF2B5EF4-FFF2-40B4-BE49-F238E27FC236}">
                    <a16:creationId xmlns:a16="http://schemas.microsoft.com/office/drawing/2014/main" id="{57F6ADB1-A332-4D87-A6E7-5F3D72E2A7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569" y="1429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1" name="Text Box 58">
                <a:extLst>
                  <a:ext uri="{FF2B5EF4-FFF2-40B4-BE49-F238E27FC236}">
                    <a16:creationId xmlns:a16="http://schemas.microsoft.com/office/drawing/2014/main" id="{5D6C3F43-7C77-478D-A368-734B3B9726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4" name="Text Box 58">
                <a:extLst>
                  <a:ext uri="{FF2B5EF4-FFF2-40B4-BE49-F238E27FC236}">
                    <a16:creationId xmlns:a16="http://schemas.microsoft.com/office/drawing/2014/main" id="{5C7FA81F-D794-4253-B9DC-032FA06C32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8944" y="3538016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25" name="Text Box 58">
                <a:extLst>
                  <a:ext uri="{FF2B5EF4-FFF2-40B4-BE49-F238E27FC236}">
                    <a16:creationId xmlns:a16="http://schemas.microsoft.com/office/drawing/2014/main" id="{C250A36B-C166-4B5C-A564-663A2C6B44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3" name="Text Box 58">
              <a:extLst>
                <a:ext uri="{FF2B5EF4-FFF2-40B4-BE49-F238E27FC236}">
                  <a16:creationId xmlns:a16="http://schemas.microsoft.com/office/drawing/2014/main" id="{ECA22EC0-1F3E-43EF-8745-FECB562EE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3279" y="2103011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4" name="Text Box 58">
              <a:extLst>
                <a:ext uri="{FF2B5EF4-FFF2-40B4-BE49-F238E27FC236}">
                  <a16:creationId xmlns:a16="http://schemas.microsoft.com/office/drawing/2014/main" id="{4EA0E582-4DBC-416A-A141-84220F3433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7177" y="3262039"/>
              <a:ext cx="87445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F93D75DA-7F62-44DC-8198-399DBECF4F40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0AE25655-790D-4D8E-9553-A3FA2F1EA634}"/>
                </a:ext>
              </a:extLst>
            </p:cNvPr>
            <p:cNvSpPr/>
            <p:nvPr/>
          </p:nvSpPr>
          <p:spPr bwMode="auto">
            <a:xfrm>
              <a:off x="6631931" y="3454858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17" name="Text Box 58">
              <a:extLst>
                <a:ext uri="{FF2B5EF4-FFF2-40B4-BE49-F238E27FC236}">
                  <a16:creationId xmlns:a16="http://schemas.microsoft.com/office/drawing/2014/main" id="{2104374A-E074-4901-B857-187F3F2EE4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855" y="3113878"/>
              <a:ext cx="874458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01" name="타원 200">
              <a:extLst>
                <a:ext uri="{FF2B5EF4-FFF2-40B4-BE49-F238E27FC236}">
                  <a16:creationId xmlns:a16="http://schemas.microsoft.com/office/drawing/2014/main" id="{DB65E03F-6FCD-444A-8912-0C2A94766AA5}"/>
                </a:ext>
              </a:extLst>
            </p:cNvPr>
            <p:cNvSpPr/>
            <p:nvPr/>
          </p:nvSpPr>
          <p:spPr bwMode="auto">
            <a:xfrm>
              <a:off x="8556141" y="3601966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2" name="Text Box 58">
              <a:extLst>
                <a:ext uri="{FF2B5EF4-FFF2-40B4-BE49-F238E27FC236}">
                  <a16:creationId xmlns:a16="http://schemas.microsoft.com/office/drawing/2014/main" id="{D5242B7C-500C-4979-BE4D-200967600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7340" y="3975800"/>
              <a:ext cx="87445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03" name="Text Box 58">
              <a:extLst>
                <a:ext uri="{FF2B5EF4-FFF2-40B4-BE49-F238E27FC236}">
                  <a16:creationId xmlns:a16="http://schemas.microsoft.com/office/drawing/2014/main" id="{2471E7FB-8B70-4372-A7D6-B3DB2124A8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6265" y="4917237"/>
              <a:ext cx="1751939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17 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C395A9C3-E86F-4B0D-B287-1B28FACA7590}"/>
                </a:ext>
              </a:extLst>
            </p:cNvPr>
            <p:cNvSpPr/>
            <p:nvPr/>
          </p:nvSpPr>
          <p:spPr bwMode="auto">
            <a:xfrm>
              <a:off x="7661784" y="4514080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6" name="Text Box 58">
              <a:extLst>
                <a:ext uri="{FF2B5EF4-FFF2-40B4-BE49-F238E27FC236}">
                  <a16:creationId xmlns:a16="http://schemas.microsoft.com/office/drawing/2014/main" id="{6FEF66F4-4146-4473-967D-1EE09051F0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5953" y="4917237"/>
              <a:ext cx="1693460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19 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34975F31-1B59-4530-961F-9FC52B02E17F}"/>
              </a:ext>
            </a:extLst>
          </p:cNvPr>
          <p:cNvGrpSpPr/>
          <p:nvPr/>
        </p:nvGrpSpPr>
        <p:grpSpPr>
          <a:xfrm>
            <a:off x="6096000" y="2047199"/>
            <a:ext cx="5692850" cy="3424036"/>
            <a:chOff x="6345356" y="2047199"/>
            <a:chExt cx="5692850" cy="3424036"/>
          </a:xfrm>
        </p:grpSpPr>
        <p:sp>
          <p:nvSpPr>
            <p:cNvPr id="151" name="별: 꼭짓점 16개 150">
              <a:extLst>
                <a:ext uri="{FF2B5EF4-FFF2-40B4-BE49-F238E27FC236}">
                  <a16:creationId xmlns:a16="http://schemas.microsoft.com/office/drawing/2014/main" id="{B93006E1-BA92-4179-A81B-711177EC6863}"/>
                </a:ext>
              </a:extLst>
            </p:cNvPr>
            <p:cNvSpPr/>
            <p:nvPr/>
          </p:nvSpPr>
          <p:spPr bwMode="auto">
            <a:xfrm>
              <a:off x="9678748" y="3427961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218AD070-3E6D-4D94-BA1F-6A89D13A1843}"/>
                </a:ext>
              </a:extLst>
            </p:cNvPr>
            <p:cNvGrpSpPr/>
            <p:nvPr/>
          </p:nvGrpSpPr>
          <p:grpSpPr>
            <a:xfrm>
              <a:off x="6345356" y="2047199"/>
              <a:ext cx="5692850" cy="2933493"/>
              <a:chOff x="608317" y="1386752"/>
              <a:chExt cx="4419115" cy="2277146"/>
            </a:xfrm>
          </p:grpSpPr>
          <p:grpSp>
            <p:nvGrpSpPr>
              <p:cNvPr id="163" name="그룹 162">
                <a:extLst>
                  <a:ext uri="{FF2B5EF4-FFF2-40B4-BE49-F238E27FC236}">
                    <a16:creationId xmlns:a16="http://schemas.microsoft.com/office/drawing/2014/main" id="{A16E6D76-9129-47FF-BFB9-6DF49CE222B3}"/>
                  </a:ext>
                </a:extLst>
              </p:cNvPr>
              <p:cNvGrpSpPr/>
              <p:nvPr/>
            </p:nvGrpSpPr>
            <p:grpSpPr>
              <a:xfrm>
                <a:off x="686603" y="1386752"/>
                <a:ext cx="4236718" cy="2277146"/>
                <a:chOff x="1399132" y="2695092"/>
                <a:chExt cx="5417077" cy="2911565"/>
              </a:xfrm>
            </p:grpSpPr>
            <p:grpSp>
              <p:nvGrpSpPr>
                <p:cNvPr id="168" name="그룹 167">
                  <a:extLst>
                    <a:ext uri="{FF2B5EF4-FFF2-40B4-BE49-F238E27FC236}">
                      <a16:creationId xmlns:a16="http://schemas.microsoft.com/office/drawing/2014/main" id="{E4FFA3B2-E16C-4D50-AC79-D2E0A88FDC8E}"/>
                    </a:ext>
                  </a:extLst>
                </p:cNvPr>
                <p:cNvGrpSpPr/>
                <p:nvPr/>
              </p:nvGrpSpPr>
              <p:grpSpPr>
                <a:xfrm>
                  <a:off x="1849118" y="3429000"/>
                  <a:ext cx="4276705" cy="1813560"/>
                  <a:chOff x="1849118" y="4003034"/>
                  <a:chExt cx="4276705" cy="1239526"/>
                </a:xfrm>
              </p:grpSpPr>
              <p:sp>
                <p:nvSpPr>
                  <p:cNvPr id="210" name="Line 48">
                    <a:extLst>
                      <a:ext uri="{FF2B5EF4-FFF2-40B4-BE49-F238E27FC236}">
                        <a16:creationId xmlns:a16="http://schemas.microsoft.com/office/drawing/2014/main" id="{F77F2F70-A0C9-48E3-BEE4-3D53B8ECE73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849119" y="4003040"/>
                    <a:ext cx="568305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11" name="Line 48">
                    <a:extLst>
                      <a:ext uri="{FF2B5EF4-FFF2-40B4-BE49-F238E27FC236}">
                        <a16:creationId xmlns:a16="http://schemas.microsoft.com/office/drawing/2014/main" id="{1DD4C27D-E768-4668-A657-259E2585E3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2985729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212" name="Line 48">
                    <a:extLst>
                      <a:ext uri="{FF2B5EF4-FFF2-40B4-BE49-F238E27FC236}">
                        <a16:creationId xmlns:a16="http://schemas.microsoft.com/office/drawing/2014/main" id="{9B912663-0803-4536-94C4-DD616D1978C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849118" y="4003038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3" name="Line 48">
                    <a:extLst>
                      <a:ext uri="{FF2B5EF4-FFF2-40B4-BE49-F238E27FC236}">
                        <a16:creationId xmlns:a16="http://schemas.microsoft.com/office/drawing/2014/main" id="{DFFA3111-A8D7-40A3-B90D-88EF9239D8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417421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4" name="Line 48">
                    <a:extLst>
                      <a:ext uri="{FF2B5EF4-FFF2-40B4-BE49-F238E27FC236}">
                        <a16:creationId xmlns:a16="http://schemas.microsoft.com/office/drawing/2014/main" id="{ED64D7F4-F5F2-45EF-81CA-7D37E8D1537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646785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5" name="Line 48">
                    <a:extLst>
                      <a:ext uri="{FF2B5EF4-FFF2-40B4-BE49-F238E27FC236}">
                        <a16:creationId xmlns:a16="http://schemas.microsoft.com/office/drawing/2014/main" id="{74489011-40EB-4955-BA0A-9004FDA5A4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078481" y="4003036"/>
                    <a:ext cx="1229365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6" name="Line 48">
                    <a:extLst>
                      <a:ext uri="{FF2B5EF4-FFF2-40B4-BE49-F238E27FC236}">
                        <a16:creationId xmlns:a16="http://schemas.microsoft.com/office/drawing/2014/main" id="{C50725FF-B66A-419A-B992-1F81DCBE363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876149" y="462279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7" name="Line 48">
                    <a:extLst>
                      <a:ext uri="{FF2B5EF4-FFF2-40B4-BE49-F238E27FC236}">
                        <a16:creationId xmlns:a16="http://schemas.microsoft.com/office/drawing/2014/main" id="{97565B18-A290-41A6-8983-DA5B66D904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995885" y="5242560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8" name="Line 48">
                    <a:extLst>
                      <a:ext uri="{FF2B5EF4-FFF2-40B4-BE49-F238E27FC236}">
                        <a16:creationId xmlns:a16="http://schemas.microsoft.com/office/drawing/2014/main" id="{5B0BC002-79DD-487B-AC35-4E9EE83DF81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235404" y="5242559"/>
                    <a:ext cx="1229364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19" name="Line 48">
                    <a:extLst>
                      <a:ext uri="{FF2B5EF4-FFF2-40B4-BE49-F238E27FC236}">
                        <a16:creationId xmlns:a16="http://schemas.microsoft.com/office/drawing/2014/main" id="{ECDE50DE-54C3-4156-BAE3-22D841B80A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5490831" y="4622799"/>
                    <a:ext cx="634992" cy="61976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0" name="Line 48">
                    <a:extLst>
                      <a:ext uri="{FF2B5EF4-FFF2-40B4-BE49-F238E27FC236}">
                        <a16:creationId xmlns:a16="http://schemas.microsoft.com/office/drawing/2014/main" id="{89330DB9-682D-418C-956D-36C07D8436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4307844" y="4003034"/>
                    <a:ext cx="568303" cy="619670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1" name="Line 48">
                    <a:extLst>
                      <a:ext uri="{FF2B5EF4-FFF2-40B4-BE49-F238E27FC236}">
                        <a16:creationId xmlns:a16="http://schemas.microsoft.com/office/drawing/2014/main" id="{DC5E7DB9-E142-40A5-B921-E6C2EB74DAA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V="1">
                    <a:off x="4222070" y="4613695"/>
                    <a:ext cx="661054" cy="62886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5">
                        <a:lumMod val="50000"/>
                      </a:schemeClr>
                    </a:solidFill>
                    <a:prstDash val="solid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</p:grp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3FA117D1-CCC9-41B6-B50A-52139476F1F6}"/>
                    </a:ext>
                  </a:extLst>
                </p:cNvPr>
                <p:cNvSpPr txBox="1"/>
                <p:nvPr/>
              </p:nvSpPr>
              <p:spPr>
                <a:xfrm>
                  <a:off x="3447053" y="4349253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 err="1">
                      <a:latin typeface="+mj-ea"/>
                      <a:ea typeface="+mj-ea"/>
                    </a:rPr>
                    <a:t>석계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ED4BF51F-4D79-4A8F-AA5F-760FCDBDC2C8}"/>
                    </a:ext>
                  </a:extLst>
                </p:cNvPr>
                <p:cNvSpPr txBox="1"/>
                <p:nvPr/>
              </p:nvSpPr>
              <p:spPr>
                <a:xfrm>
                  <a:off x="4362055" y="4338094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태릉입구</a:t>
                  </a:r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D9D9B295-6F66-4F68-8E90-25F016A885D7}"/>
                    </a:ext>
                  </a:extLst>
                </p:cNvPr>
                <p:cNvSpPr txBox="1"/>
                <p:nvPr/>
              </p:nvSpPr>
              <p:spPr>
                <a:xfrm>
                  <a:off x="5203673" y="5218866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망우</a:t>
                  </a:r>
                </a:p>
              </p:txBody>
            </p:sp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74188215-9110-4462-8098-CFCBA5BCE5F0}"/>
                    </a:ext>
                  </a:extLst>
                </p:cNvPr>
                <p:cNvSpPr txBox="1"/>
                <p:nvPr/>
              </p:nvSpPr>
              <p:spPr>
                <a:xfrm>
                  <a:off x="3840769" y="5231168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상봉</a:t>
                  </a:r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3E6016A6-AA94-4116-8F85-82123328318C}"/>
                    </a:ext>
                  </a:extLst>
                </p:cNvPr>
                <p:cNvSpPr txBox="1"/>
                <p:nvPr/>
              </p:nvSpPr>
              <p:spPr>
                <a:xfrm>
                  <a:off x="2570098" y="5237325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회기</a:t>
                  </a:r>
                </a:p>
              </p:txBody>
            </p:sp>
            <p:sp>
              <p:nvSpPr>
                <p:cNvPr id="174" name="TextBox 173">
                  <a:extLst>
                    <a:ext uri="{FF2B5EF4-FFF2-40B4-BE49-F238E27FC236}">
                      <a16:creationId xmlns:a16="http://schemas.microsoft.com/office/drawing/2014/main" id="{77AEC83B-FA11-43E7-B3AC-C6C0D419A198}"/>
                    </a:ext>
                  </a:extLst>
                </p:cNvPr>
                <p:cNvSpPr txBox="1"/>
                <p:nvPr/>
              </p:nvSpPr>
              <p:spPr>
                <a:xfrm>
                  <a:off x="1426478" y="4150978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광운대</a:t>
                  </a:r>
                </a:p>
              </p:txBody>
            </p:sp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6FC77EBC-BA14-46C4-BB19-E7B9384AD7A6}"/>
                    </a:ext>
                  </a:extLst>
                </p:cNvPr>
                <p:cNvSpPr txBox="1"/>
                <p:nvPr/>
              </p:nvSpPr>
              <p:spPr>
                <a:xfrm>
                  <a:off x="3993206" y="301479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하계</a:t>
                  </a:r>
                </a:p>
              </p:txBody>
            </p:sp>
            <p:sp>
              <p:nvSpPr>
                <p:cNvPr id="176" name="TextBox 175">
                  <a:extLst>
                    <a:ext uri="{FF2B5EF4-FFF2-40B4-BE49-F238E27FC236}">
                      <a16:creationId xmlns:a16="http://schemas.microsoft.com/office/drawing/2014/main" id="{0289B0CA-7AB1-410B-ADDE-F439C633A140}"/>
                    </a:ext>
                  </a:extLst>
                </p:cNvPr>
                <p:cNvSpPr txBox="1"/>
                <p:nvPr/>
              </p:nvSpPr>
              <p:spPr>
                <a:xfrm>
                  <a:off x="2699005" y="2984852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노원</a:t>
                  </a:r>
                </a:p>
              </p:txBody>
            </p: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CC0979A2-1389-4A7C-919F-B8BFCD6A9220}"/>
                    </a:ext>
                  </a:extLst>
                </p:cNvPr>
                <p:cNvSpPr txBox="1"/>
                <p:nvPr/>
              </p:nvSpPr>
              <p:spPr>
                <a:xfrm>
                  <a:off x="1451680" y="2984849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창동</a:t>
                  </a:r>
                </a:p>
              </p:txBody>
            </p:sp>
            <p:sp>
              <p:nvSpPr>
                <p:cNvPr id="178" name="TextBox 177">
                  <a:extLst>
                    <a:ext uri="{FF2B5EF4-FFF2-40B4-BE49-F238E27FC236}">
                      <a16:creationId xmlns:a16="http://schemas.microsoft.com/office/drawing/2014/main" id="{C811EAB7-29FE-4B4F-B5D4-50FE237F1004}"/>
                    </a:ext>
                  </a:extLst>
                </p:cNvPr>
                <p:cNvSpPr txBox="1"/>
                <p:nvPr/>
              </p:nvSpPr>
              <p:spPr>
                <a:xfrm>
                  <a:off x="6178359" y="4124504"/>
                  <a:ext cx="6046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신내</a:t>
                  </a:r>
                </a:p>
              </p:txBody>
            </p:sp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E8185750-7480-4571-9339-71438CF99875}"/>
                    </a:ext>
                  </a:extLst>
                </p:cNvPr>
                <p:cNvSpPr txBox="1"/>
                <p:nvPr/>
              </p:nvSpPr>
              <p:spPr>
                <a:xfrm>
                  <a:off x="3984858" y="4044900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490C5BF1-7455-4B33-B603-1AB7010A16B0}"/>
                    </a:ext>
                  </a:extLst>
                </p:cNvPr>
                <p:cNvSpPr txBox="1"/>
                <p:nvPr/>
              </p:nvSpPr>
              <p:spPr>
                <a:xfrm>
                  <a:off x="2776669" y="4021347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3B89151C-47EF-49E5-B622-E557D02C21A2}"/>
                    </a:ext>
                  </a:extLst>
                </p:cNvPr>
                <p:cNvSpPr txBox="1"/>
                <p:nvPr/>
              </p:nvSpPr>
              <p:spPr>
                <a:xfrm>
                  <a:off x="5225819" y="4034073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FD0F7175-2FF4-4057-9896-A19D16FC8991}"/>
                    </a:ext>
                  </a:extLst>
                </p:cNvPr>
                <p:cNvSpPr txBox="1"/>
                <p:nvPr/>
              </p:nvSpPr>
              <p:spPr>
                <a:xfrm>
                  <a:off x="4516743" y="361131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D74F85CC-BA6A-4C39-8370-7DC6D3D9EA29}"/>
                    </a:ext>
                  </a:extLst>
                </p:cNvPr>
                <p:cNvSpPr txBox="1"/>
                <p:nvPr/>
              </p:nvSpPr>
              <p:spPr>
                <a:xfrm>
                  <a:off x="3496878" y="313471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A0694014-2BEE-4E34-8FE4-57AC5D25B6BF}"/>
                    </a:ext>
                  </a:extLst>
                </p:cNvPr>
                <p:cNvSpPr txBox="1"/>
                <p:nvPr/>
              </p:nvSpPr>
              <p:spPr>
                <a:xfrm>
                  <a:off x="2110683" y="3683861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B879FD65-2B9A-424C-9CF5-0A0FEFBFD905}"/>
                    </a:ext>
                  </a:extLst>
                </p:cNvPr>
                <p:cNvSpPr txBox="1"/>
                <p:nvPr/>
              </p:nvSpPr>
              <p:spPr>
                <a:xfrm>
                  <a:off x="2186598" y="3145430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827F5B5B-8300-4A6A-9C5D-2B4318641D33}"/>
                    </a:ext>
                  </a:extLst>
                </p:cNvPr>
                <p:cNvSpPr txBox="1"/>
                <p:nvPr/>
              </p:nvSpPr>
              <p:spPr>
                <a:xfrm>
                  <a:off x="5752473" y="470755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4" name="TextBox 203">
                  <a:extLst>
                    <a:ext uri="{FF2B5EF4-FFF2-40B4-BE49-F238E27FC236}">
                      <a16:creationId xmlns:a16="http://schemas.microsoft.com/office/drawing/2014/main" id="{CED27E3D-C0A2-438D-814A-11EB58AAB2B6}"/>
                    </a:ext>
                  </a:extLst>
                </p:cNvPr>
                <p:cNvSpPr txBox="1"/>
                <p:nvPr/>
              </p:nvSpPr>
              <p:spPr>
                <a:xfrm>
                  <a:off x="3336955" y="5195856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388D3D95-1EFF-4725-A860-1469E0694725}"/>
                    </a:ext>
                  </a:extLst>
                </p:cNvPr>
                <p:cNvSpPr txBox="1"/>
                <p:nvPr/>
              </p:nvSpPr>
              <p:spPr>
                <a:xfrm>
                  <a:off x="4627858" y="5193192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7415EA95-D7B3-42E6-8082-62F48347AA42}"/>
                    </a:ext>
                  </a:extLst>
                </p:cNvPr>
                <p:cNvSpPr txBox="1"/>
                <p:nvPr/>
              </p:nvSpPr>
              <p:spPr>
                <a:xfrm>
                  <a:off x="2795896" y="4537214"/>
                  <a:ext cx="457176" cy="3077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6F6F0028-851A-4132-BDE0-4DE6CFC633B4}"/>
                    </a:ext>
                  </a:extLst>
                </p:cNvPr>
                <p:cNvSpPr txBox="1"/>
                <p:nvPr/>
              </p:nvSpPr>
              <p:spPr>
                <a:xfrm>
                  <a:off x="1399132" y="2695092"/>
                  <a:ext cx="708848" cy="3231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23DCB7B-796B-4162-AB4B-CABAE4663D15}"/>
                    </a:ext>
                  </a:extLst>
                </p:cNvPr>
                <p:cNvSpPr txBox="1"/>
                <p:nvPr/>
              </p:nvSpPr>
              <p:spPr>
                <a:xfrm>
                  <a:off x="6107361" y="3835721"/>
                  <a:ext cx="708848" cy="3231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FE852776-86F8-47F0-B8B8-07BA2A4B396A}"/>
                    </a:ext>
                  </a:extLst>
                </p:cNvPr>
                <p:cNvSpPr txBox="1"/>
                <p:nvPr/>
              </p:nvSpPr>
              <p:spPr>
                <a:xfrm>
                  <a:off x="4110276" y="4643402"/>
                  <a:ext cx="453758" cy="30547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8</a:t>
                  </a:r>
                  <a:r>
                    <a:rPr lang="ko-KR" altLang="en-US" sz="1400" dirty="0">
                      <a:solidFill>
                        <a:schemeClr val="accent5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64" name="Text Box 58">
                <a:extLst>
                  <a:ext uri="{FF2B5EF4-FFF2-40B4-BE49-F238E27FC236}">
                    <a16:creationId xmlns:a16="http://schemas.microsoft.com/office/drawing/2014/main" id="{AE1A3EBE-0D73-45DC-8323-E0B243B584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9569" y="1429812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65" name="Text Box 58">
                <a:extLst>
                  <a:ext uri="{FF2B5EF4-FFF2-40B4-BE49-F238E27FC236}">
                    <a16:creationId xmlns:a16="http://schemas.microsoft.com/office/drawing/2014/main" id="{C65F9AEE-83F7-4FF0-A8A4-1BD3D1E21F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4032" y="204149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67" name="Text Box 58">
                <a:extLst>
                  <a:ext uri="{FF2B5EF4-FFF2-40B4-BE49-F238E27FC236}">
                    <a16:creationId xmlns:a16="http://schemas.microsoft.com/office/drawing/2014/main" id="{CC442811-160F-41C8-B7D8-A8AF733EE6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8317" y="1639501"/>
                <a:ext cx="533400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3" name="Text Box 58">
              <a:extLst>
                <a:ext uri="{FF2B5EF4-FFF2-40B4-BE49-F238E27FC236}">
                  <a16:creationId xmlns:a16="http://schemas.microsoft.com/office/drawing/2014/main" id="{CDEE77EB-812E-4795-A202-05FCE4A786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3279" y="2103011"/>
              <a:ext cx="1633974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8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54" name="Text Box 58">
              <a:extLst>
                <a:ext uri="{FF2B5EF4-FFF2-40B4-BE49-F238E27FC236}">
                  <a16:creationId xmlns:a16="http://schemas.microsoft.com/office/drawing/2014/main" id="{97101935-72A0-41DE-B79B-A41A718C6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7177" y="3262039"/>
              <a:ext cx="87445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7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55" name="타원 154">
              <a:extLst>
                <a:ext uri="{FF2B5EF4-FFF2-40B4-BE49-F238E27FC236}">
                  <a16:creationId xmlns:a16="http://schemas.microsoft.com/office/drawing/2014/main" id="{5AA040AC-BD24-47B1-B80C-214CE067B6D4}"/>
                </a:ext>
              </a:extLst>
            </p:cNvPr>
            <p:cNvSpPr/>
            <p:nvPr/>
          </p:nvSpPr>
          <p:spPr bwMode="auto">
            <a:xfrm>
              <a:off x="6526195" y="2255523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900C6ACC-329C-4299-97C9-8BE56252FA3F}"/>
                </a:ext>
              </a:extLst>
            </p:cNvPr>
            <p:cNvSpPr/>
            <p:nvPr/>
          </p:nvSpPr>
          <p:spPr bwMode="auto">
            <a:xfrm>
              <a:off x="6631931" y="3454858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7" name="Text Box 58">
              <a:extLst>
                <a:ext uri="{FF2B5EF4-FFF2-40B4-BE49-F238E27FC236}">
                  <a16:creationId xmlns:a16="http://schemas.microsoft.com/office/drawing/2014/main" id="{B397D841-74A7-4AA4-A3A7-483D4A7E96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7855" y="3113878"/>
              <a:ext cx="874458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F504A706-0C19-4389-91A4-BC301B9FD2E4}"/>
                </a:ext>
              </a:extLst>
            </p:cNvPr>
            <p:cNvSpPr/>
            <p:nvPr/>
          </p:nvSpPr>
          <p:spPr bwMode="auto">
            <a:xfrm>
              <a:off x="8556141" y="3601966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9" name="Text Box 58">
              <a:extLst>
                <a:ext uri="{FF2B5EF4-FFF2-40B4-BE49-F238E27FC236}">
                  <a16:creationId xmlns:a16="http://schemas.microsoft.com/office/drawing/2014/main" id="{924A6CEE-5A1C-4DCA-AD10-25A654EE0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77340" y="3975800"/>
              <a:ext cx="874458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X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0" name="Text Box 58">
              <a:extLst>
                <a:ext uri="{FF2B5EF4-FFF2-40B4-BE49-F238E27FC236}">
                  <a16:creationId xmlns:a16="http://schemas.microsoft.com/office/drawing/2014/main" id="{ED00E68E-9AD4-4AB7-81C1-17B39A77C1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6265" y="4917237"/>
              <a:ext cx="1751939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17 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94156749-0FE5-42F8-90F4-3C28EB85883D}"/>
                </a:ext>
              </a:extLst>
            </p:cNvPr>
            <p:cNvSpPr/>
            <p:nvPr/>
          </p:nvSpPr>
          <p:spPr bwMode="auto">
            <a:xfrm>
              <a:off x="7661784" y="4514080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2" name="Text Box 58">
              <a:extLst>
                <a:ext uri="{FF2B5EF4-FFF2-40B4-BE49-F238E27FC236}">
                  <a16:creationId xmlns:a16="http://schemas.microsoft.com/office/drawing/2014/main" id="{58400B46-6D4C-4FF9-B65B-C66AB799C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55953" y="4917237"/>
              <a:ext cx="1693460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19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회기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2" name="타원 221">
              <a:extLst>
                <a:ext uri="{FF2B5EF4-FFF2-40B4-BE49-F238E27FC236}">
                  <a16:creationId xmlns:a16="http://schemas.microsoft.com/office/drawing/2014/main" id="{7E745814-FCE6-45C1-BB1E-AA7364AE3627}"/>
                </a:ext>
              </a:extLst>
            </p:cNvPr>
            <p:cNvSpPr/>
            <p:nvPr/>
          </p:nvSpPr>
          <p:spPr bwMode="auto">
            <a:xfrm>
              <a:off x="8945305" y="4502158"/>
              <a:ext cx="531068" cy="490811"/>
            </a:xfrm>
            <a:prstGeom prst="ellipse">
              <a:avLst/>
            </a:prstGeom>
            <a:noFill/>
            <a:ln w="28575">
              <a:solidFill>
                <a:schemeClr val="accent5">
                  <a:lumMod val="60000"/>
                  <a:lumOff val="40000"/>
                </a:schemeClr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23" name="Text Box 58">
              <a:extLst>
                <a:ext uri="{FF2B5EF4-FFF2-40B4-BE49-F238E27FC236}">
                  <a16:creationId xmlns:a16="http://schemas.microsoft.com/office/drawing/2014/main" id="{380061A1-AC9A-436E-942D-B531B5D29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65725" y="4874207"/>
              <a:ext cx="1693460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21 (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창동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광운대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 err="1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석계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회기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,</a:t>
              </a:r>
              <a:r>
                <a: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상봉</a:t>
              </a:r>
              <a:r>
                <a:rPr lang="en-US" altLang="ko-KR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rPr>
                <a:t>)</a:t>
              </a:r>
              <a:endParaRPr lang="ko-KR" altLang="en-US" sz="1500" dirty="0">
                <a:solidFill>
                  <a:schemeClr val="accent3">
                    <a:lumMod val="75000"/>
                  </a:schemeClr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4253FE6-7E1B-44E5-846A-E39A15CCEE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32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3600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Later</a:t>
            </a:r>
            <a:endParaRPr lang="ko-KR" altLang="en-US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50DF5E5-B9D6-4CD1-ACDB-4B4895A4F4AD}"/>
              </a:ext>
            </a:extLst>
          </p:cNvPr>
          <p:cNvGrpSpPr/>
          <p:nvPr/>
        </p:nvGrpSpPr>
        <p:grpSpPr>
          <a:xfrm>
            <a:off x="3221475" y="2047199"/>
            <a:ext cx="7923632" cy="3424036"/>
            <a:chOff x="3541989" y="2047199"/>
            <a:chExt cx="7923632" cy="3424036"/>
          </a:xfrm>
        </p:grpSpPr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266E5E56-AF54-4CC8-B86E-8BC9B7BD185E}"/>
                </a:ext>
              </a:extLst>
            </p:cNvPr>
            <p:cNvSpPr/>
            <p:nvPr/>
          </p:nvSpPr>
          <p:spPr bwMode="auto">
            <a:xfrm rot="1895892">
              <a:off x="7863413" y="3486687"/>
              <a:ext cx="430819" cy="14354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52DC128B-6129-4641-8B80-42B965B39A2F}"/>
                </a:ext>
              </a:extLst>
            </p:cNvPr>
            <p:cNvSpPr/>
            <p:nvPr/>
          </p:nvSpPr>
          <p:spPr bwMode="auto">
            <a:xfrm rot="16200000">
              <a:off x="6333857" y="3221942"/>
              <a:ext cx="430819" cy="28194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1FCF98FA-7DB1-4416-987B-D4B4E0536ECF}"/>
                </a:ext>
              </a:extLst>
            </p:cNvPr>
            <p:cNvSpPr/>
            <p:nvPr/>
          </p:nvSpPr>
          <p:spPr bwMode="auto">
            <a:xfrm rot="1967532">
              <a:off x="5384060" y="3410696"/>
              <a:ext cx="430819" cy="14354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AFA856B3-1340-4B0D-A1A7-687620BBAD43}"/>
                </a:ext>
              </a:extLst>
            </p:cNvPr>
            <p:cNvSpPr/>
            <p:nvPr/>
          </p:nvSpPr>
          <p:spPr bwMode="auto">
            <a:xfrm rot="19800000">
              <a:off x="4146753" y="2493059"/>
              <a:ext cx="430819" cy="14718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4BECBBB1-14D9-406A-B085-0BC2717A3C5E}"/>
                </a:ext>
              </a:extLst>
            </p:cNvPr>
            <p:cNvSpPr/>
            <p:nvPr/>
          </p:nvSpPr>
          <p:spPr bwMode="auto">
            <a:xfrm rot="16200000">
              <a:off x="5125628" y="2836864"/>
              <a:ext cx="430819" cy="17519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34975F31-1B59-4530-961F-9FC52B02E17F}"/>
                </a:ext>
              </a:extLst>
            </p:cNvPr>
            <p:cNvGrpSpPr/>
            <p:nvPr/>
          </p:nvGrpSpPr>
          <p:grpSpPr>
            <a:xfrm>
              <a:off x="3541989" y="2047199"/>
              <a:ext cx="7923632" cy="3424036"/>
              <a:chOff x="6345356" y="2047199"/>
              <a:chExt cx="7923632" cy="3424036"/>
            </a:xfrm>
          </p:grpSpPr>
          <p:sp>
            <p:nvSpPr>
              <p:cNvPr id="151" name="별: 꼭짓점 16개 150">
                <a:extLst>
                  <a:ext uri="{FF2B5EF4-FFF2-40B4-BE49-F238E27FC236}">
                    <a16:creationId xmlns:a16="http://schemas.microsoft.com/office/drawing/2014/main" id="{B93006E1-BA92-4179-A81B-711177EC6863}"/>
                  </a:ext>
                </a:extLst>
              </p:cNvPr>
              <p:cNvSpPr/>
              <p:nvPr/>
            </p:nvSpPr>
            <p:spPr bwMode="auto">
              <a:xfrm>
                <a:off x="9678748" y="3427961"/>
                <a:ext cx="524058" cy="524058"/>
              </a:xfrm>
              <a:prstGeom prst="star16">
                <a:avLst/>
              </a:prstGeom>
              <a:solidFill>
                <a:srgbClr val="FF5050"/>
              </a:solidFill>
              <a:ln w="28575">
                <a:noFill/>
                <a:round/>
                <a:headEnd type="oval" w="med" len="med"/>
                <a:tailEnd type="oval" w="med" len="med"/>
              </a:ln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grpSp>
            <p:nvGrpSpPr>
              <p:cNvPr id="152" name="그룹 151">
                <a:extLst>
                  <a:ext uri="{FF2B5EF4-FFF2-40B4-BE49-F238E27FC236}">
                    <a16:creationId xmlns:a16="http://schemas.microsoft.com/office/drawing/2014/main" id="{218AD070-3E6D-4D94-BA1F-6A89D13A1843}"/>
                  </a:ext>
                </a:extLst>
              </p:cNvPr>
              <p:cNvGrpSpPr/>
              <p:nvPr/>
            </p:nvGrpSpPr>
            <p:grpSpPr>
              <a:xfrm>
                <a:off x="6345356" y="2047199"/>
                <a:ext cx="5558731" cy="2933493"/>
                <a:chOff x="608317" y="1386752"/>
                <a:chExt cx="4315004" cy="2277146"/>
              </a:xfrm>
            </p:grpSpPr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A16E6D76-9129-47FF-BFB9-6DF49CE222B3}"/>
                    </a:ext>
                  </a:extLst>
                </p:cNvPr>
                <p:cNvGrpSpPr/>
                <p:nvPr/>
              </p:nvGrpSpPr>
              <p:grpSpPr>
                <a:xfrm>
                  <a:off x="686603" y="1386752"/>
                  <a:ext cx="4236718" cy="2277146"/>
                  <a:chOff x="1399132" y="2695092"/>
                  <a:chExt cx="5417077" cy="2911565"/>
                </a:xfrm>
              </p:grpSpPr>
              <p:grpSp>
                <p:nvGrpSpPr>
                  <p:cNvPr id="168" name="그룹 167">
                    <a:extLst>
                      <a:ext uri="{FF2B5EF4-FFF2-40B4-BE49-F238E27FC236}">
                        <a16:creationId xmlns:a16="http://schemas.microsoft.com/office/drawing/2014/main" id="{E4FFA3B2-E16C-4D50-AC79-D2E0A88FDC8E}"/>
                      </a:ext>
                    </a:extLst>
                  </p:cNvPr>
                  <p:cNvGrpSpPr/>
                  <p:nvPr/>
                </p:nvGrpSpPr>
                <p:grpSpPr>
                  <a:xfrm>
                    <a:off x="1849118" y="3429000"/>
                    <a:ext cx="4276705" cy="1813560"/>
                    <a:chOff x="1849118" y="4003034"/>
                    <a:chExt cx="4276705" cy="1239526"/>
                  </a:xfrm>
                </p:grpSpPr>
                <p:sp>
                  <p:nvSpPr>
                    <p:cNvPr id="210" name="Line 48">
                      <a:extLst>
                        <a:ext uri="{FF2B5EF4-FFF2-40B4-BE49-F238E27FC236}">
                          <a16:creationId xmlns:a16="http://schemas.microsoft.com/office/drawing/2014/main" id="{F77F2F70-A0C9-48E3-BEE4-3D53B8ECE73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1849119" y="4003040"/>
                      <a:ext cx="568305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211" name="Line 48">
                      <a:extLst>
                        <a:ext uri="{FF2B5EF4-FFF2-40B4-BE49-F238E27FC236}">
                          <a16:creationId xmlns:a16="http://schemas.microsoft.com/office/drawing/2014/main" id="{1DD4C27D-E768-4668-A657-259E2585E38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2985729" y="461369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212" name="Line 48">
                      <a:extLst>
                        <a:ext uri="{FF2B5EF4-FFF2-40B4-BE49-F238E27FC236}">
                          <a16:creationId xmlns:a16="http://schemas.microsoft.com/office/drawing/2014/main" id="{9B912663-0803-4536-94C4-DD616D1978C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1849118" y="4003038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13" name="Line 48">
                      <a:extLst>
                        <a:ext uri="{FF2B5EF4-FFF2-40B4-BE49-F238E27FC236}">
                          <a16:creationId xmlns:a16="http://schemas.microsoft.com/office/drawing/2014/main" id="{DFFA3111-A8D7-40A3-B90D-88EF9239D83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417421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14" name="Line 48">
                      <a:extLst>
                        <a:ext uri="{FF2B5EF4-FFF2-40B4-BE49-F238E27FC236}">
                          <a16:creationId xmlns:a16="http://schemas.microsoft.com/office/drawing/2014/main" id="{ED64D7F4-F5F2-45EF-81CA-7D37E8D1537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3646785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15" name="Line 48">
                      <a:extLst>
                        <a:ext uri="{FF2B5EF4-FFF2-40B4-BE49-F238E27FC236}">
                          <a16:creationId xmlns:a16="http://schemas.microsoft.com/office/drawing/2014/main" id="{74489011-40EB-4955-BA0A-9004FDA5A47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3078481" y="4003036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16" name="Line 48">
                      <a:extLst>
                        <a:ext uri="{FF2B5EF4-FFF2-40B4-BE49-F238E27FC236}">
                          <a16:creationId xmlns:a16="http://schemas.microsoft.com/office/drawing/2014/main" id="{C50725FF-B66A-419A-B992-1F81DCBE363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876149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17" name="Line 48">
                      <a:extLst>
                        <a:ext uri="{FF2B5EF4-FFF2-40B4-BE49-F238E27FC236}">
                          <a16:creationId xmlns:a16="http://schemas.microsoft.com/office/drawing/2014/main" id="{97565B18-A290-41A6-8983-DA5B66D9040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995885" y="5242560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18" name="Line 48">
                      <a:extLst>
                        <a:ext uri="{FF2B5EF4-FFF2-40B4-BE49-F238E27FC236}">
                          <a16:creationId xmlns:a16="http://schemas.microsoft.com/office/drawing/2014/main" id="{5B0BC002-79DD-487B-AC35-4E9EE83DF81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235404" y="524255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19" name="Line 48">
                      <a:extLst>
                        <a:ext uri="{FF2B5EF4-FFF2-40B4-BE49-F238E27FC236}">
                          <a16:creationId xmlns:a16="http://schemas.microsoft.com/office/drawing/2014/main" id="{ECDE50DE-54C3-4156-BAE3-22D841B80A4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5490831" y="4622799"/>
                      <a:ext cx="634992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0" name="Line 48">
                      <a:extLst>
                        <a:ext uri="{FF2B5EF4-FFF2-40B4-BE49-F238E27FC236}">
                          <a16:creationId xmlns:a16="http://schemas.microsoft.com/office/drawing/2014/main" id="{89330DB9-682D-418C-956D-36C07D84362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307844" y="4003034"/>
                      <a:ext cx="568303" cy="61967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1" name="Line 48">
                      <a:extLst>
                        <a:ext uri="{FF2B5EF4-FFF2-40B4-BE49-F238E27FC236}">
                          <a16:creationId xmlns:a16="http://schemas.microsoft.com/office/drawing/2014/main" id="{DC5E7DB9-E142-40A5-B921-E6C2EB74DAA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4222070" y="461369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3FA117D1-CCC9-41B6-B50A-52139476F1F6}"/>
                      </a:ext>
                    </a:extLst>
                  </p:cNvPr>
                  <p:cNvSpPr txBox="1"/>
                  <p:nvPr/>
                </p:nvSpPr>
                <p:spPr>
                  <a:xfrm>
                    <a:off x="3447053" y="4349253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 err="1">
                        <a:latin typeface="+mj-ea"/>
                        <a:ea typeface="+mj-ea"/>
                      </a:rPr>
                      <a:t>석계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id="{ED4BF51F-4D79-4A8F-AA5F-760FCDBDC2C8}"/>
                      </a:ext>
                    </a:extLst>
                  </p:cNvPr>
                  <p:cNvSpPr txBox="1"/>
                  <p:nvPr/>
                </p:nvSpPr>
                <p:spPr>
                  <a:xfrm>
                    <a:off x="4362055" y="4338094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태릉입구</a:t>
                    </a:r>
                  </a:p>
                </p:txBody>
              </p:sp>
              <p:sp>
                <p:nvSpPr>
                  <p:cNvPr id="171" name="TextBox 170">
                    <a:extLst>
                      <a:ext uri="{FF2B5EF4-FFF2-40B4-BE49-F238E27FC236}">
                        <a16:creationId xmlns:a16="http://schemas.microsoft.com/office/drawing/2014/main" id="{D9D9B295-6F66-4F68-8E90-25F016A885D7}"/>
                      </a:ext>
                    </a:extLst>
                  </p:cNvPr>
                  <p:cNvSpPr txBox="1"/>
                  <p:nvPr/>
                </p:nvSpPr>
                <p:spPr>
                  <a:xfrm>
                    <a:off x="5203673" y="5218866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망우</a:t>
                    </a:r>
                  </a:p>
                </p:txBody>
              </p:sp>
              <p:sp>
                <p:nvSpPr>
                  <p:cNvPr id="172" name="TextBox 171">
                    <a:extLst>
                      <a:ext uri="{FF2B5EF4-FFF2-40B4-BE49-F238E27FC236}">
                        <a16:creationId xmlns:a16="http://schemas.microsoft.com/office/drawing/2014/main" id="{74188215-9110-4462-8098-CFCBA5BCE5F0}"/>
                      </a:ext>
                    </a:extLst>
                  </p:cNvPr>
                  <p:cNvSpPr txBox="1"/>
                  <p:nvPr/>
                </p:nvSpPr>
                <p:spPr>
                  <a:xfrm>
                    <a:off x="3840769" y="5231168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상봉</a:t>
                    </a:r>
                  </a:p>
                </p:txBody>
              </p: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3E6016A6-AA94-4116-8F85-82123328318C}"/>
                      </a:ext>
                    </a:extLst>
                  </p:cNvPr>
                  <p:cNvSpPr txBox="1"/>
                  <p:nvPr/>
                </p:nvSpPr>
                <p:spPr>
                  <a:xfrm>
                    <a:off x="2570098" y="5237325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회기</a:t>
                    </a:r>
                  </a:p>
                </p:txBody>
              </p:sp>
              <p:sp>
                <p:nvSpPr>
                  <p:cNvPr id="174" name="TextBox 173">
                    <a:extLst>
                      <a:ext uri="{FF2B5EF4-FFF2-40B4-BE49-F238E27FC236}">
                        <a16:creationId xmlns:a16="http://schemas.microsoft.com/office/drawing/2014/main" id="{77AEC83B-FA11-43E7-B3AC-C6C0D419A198}"/>
                      </a:ext>
                    </a:extLst>
                  </p:cNvPr>
                  <p:cNvSpPr txBox="1"/>
                  <p:nvPr/>
                </p:nvSpPr>
                <p:spPr>
                  <a:xfrm>
                    <a:off x="1426478" y="4150978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광운대</a:t>
                    </a:r>
                  </a:p>
                </p:txBody>
              </p:sp>
              <p:sp>
                <p:nvSpPr>
                  <p:cNvPr id="175" name="TextBox 174">
                    <a:extLst>
                      <a:ext uri="{FF2B5EF4-FFF2-40B4-BE49-F238E27FC236}">
                        <a16:creationId xmlns:a16="http://schemas.microsoft.com/office/drawing/2014/main" id="{6FC77EBC-BA14-46C4-BB19-E7B9384AD7A6}"/>
                      </a:ext>
                    </a:extLst>
                  </p:cNvPr>
                  <p:cNvSpPr txBox="1"/>
                  <p:nvPr/>
                </p:nvSpPr>
                <p:spPr>
                  <a:xfrm>
                    <a:off x="3993206" y="301479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하계</a:t>
                    </a:r>
                  </a:p>
                </p:txBody>
              </p:sp>
              <p:sp>
                <p:nvSpPr>
                  <p:cNvPr id="176" name="TextBox 175">
                    <a:extLst>
                      <a:ext uri="{FF2B5EF4-FFF2-40B4-BE49-F238E27FC236}">
                        <a16:creationId xmlns:a16="http://schemas.microsoft.com/office/drawing/2014/main" id="{0289B0CA-7AB1-410B-ADDE-F439C633A140}"/>
                      </a:ext>
                    </a:extLst>
                  </p:cNvPr>
                  <p:cNvSpPr txBox="1"/>
                  <p:nvPr/>
                </p:nvSpPr>
                <p:spPr>
                  <a:xfrm>
                    <a:off x="2699005" y="2984852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노원</a:t>
                    </a:r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CC0979A2-1389-4A7C-919F-B8BFCD6A9220}"/>
                      </a:ext>
                    </a:extLst>
                  </p:cNvPr>
                  <p:cNvSpPr txBox="1"/>
                  <p:nvPr/>
                </p:nvSpPr>
                <p:spPr>
                  <a:xfrm>
                    <a:off x="1451680" y="298484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창동</a:t>
                    </a:r>
                  </a:p>
                </p:txBody>
              </p:sp>
              <p:sp>
                <p:nvSpPr>
                  <p:cNvPr id="178" name="TextBox 177">
                    <a:extLst>
                      <a:ext uri="{FF2B5EF4-FFF2-40B4-BE49-F238E27FC236}">
                        <a16:creationId xmlns:a16="http://schemas.microsoft.com/office/drawing/2014/main" id="{C811EAB7-29FE-4B4F-B5D4-50FE237F1004}"/>
                      </a:ext>
                    </a:extLst>
                  </p:cNvPr>
                  <p:cNvSpPr txBox="1"/>
                  <p:nvPr/>
                </p:nvSpPr>
                <p:spPr>
                  <a:xfrm>
                    <a:off x="6178359" y="4124504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신내</a:t>
                    </a:r>
                  </a:p>
                </p:txBody>
              </p:sp>
              <p:sp>
                <p:nvSpPr>
                  <p:cNvPr id="179" name="TextBox 178">
                    <a:extLst>
                      <a:ext uri="{FF2B5EF4-FFF2-40B4-BE49-F238E27FC236}">
                        <a16:creationId xmlns:a16="http://schemas.microsoft.com/office/drawing/2014/main" id="{E8185750-7480-4571-9339-71438CF99875}"/>
                      </a:ext>
                    </a:extLst>
                  </p:cNvPr>
                  <p:cNvSpPr txBox="1"/>
                  <p:nvPr/>
                </p:nvSpPr>
                <p:spPr>
                  <a:xfrm>
                    <a:off x="3984858" y="4044900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80" name="TextBox 179">
                    <a:extLst>
                      <a:ext uri="{FF2B5EF4-FFF2-40B4-BE49-F238E27FC236}">
                        <a16:creationId xmlns:a16="http://schemas.microsoft.com/office/drawing/2014/main" id="{490C5BF1-7455-4B33-B603-1AB7010A16B0}"/>
                      </a:ext>
                    </a:extLst>
                  </p:cNvPr>
                  <p:cNvSpPr txBox="1"/>
                  <p:nvPr/>
                </p:nvSpPr>
                <p:spPr>
                  <a:xfrm>
                    <a:off x="2776669" y="4021347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81" name="TextBox 180">
                    <a:extLst>
                      <a:ext uri="{FF2B5EF4-FFF2-40B4-BE49-F238E27FC236}">
                        <a16:creationId xmlns:a16="http://schemas.microsoft.com/office/drawing/2014/main" id="{3B89151C-47EF-49E5-B622-E557D02C21A2}"/>
                      </a:ext>
                    </a:extLst>
                  </p:cNvPr>
                  <p:cNvSpPr txBox="1"/>
                  <p:nvPr/>
                </p:nvSpPr>
                <p:spPr>
                  <a:xfrm>
                    <a:off x="5225819" y="4034073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FD0F7175-2FF4-4057-9896-A19D16FC8991}"/>
                      </a:ext>
                    </a:extLst>
                  </p:cNvPr>
                  <p:cNvSpPr txBox="1"/>
                  <p:nvPr/>
                </p:nvSpPr>
                <p:spPr>
                  <a:xfrm>
                    <a:off x="4516743" y="361131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D74F85CC-BA6A-4C39-8370-7DC6D3D9EA29}"/>
                      </a:ext>
                    </a:extLst>
                  </p:cNvPr>
                  <p:cNvSpPr txBox="1"/>
                  <p:nvPr/>
                </p:nvSpPr>
                <p:spPr>
                  <a:xfrm>
                    <a:off x="3496878" y="313471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id="{A0694014-2BEE-4E34-8FE4-57AC5D25B6BF}"/>
                      </a:ext>
                    </a:extLst>
                  </p:cNvPr>
                  <p:cNvSpPr txBox="1"/>
                  <p:nvPr/>
                </p:nvSpPr>
                <p:spPr>
                  <a:xfrm>
                    <a:off x="2110683" y="3683861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85" name="TextBox 184">
                    <a:extLst>
                      <a:ext uri="{FF2B5EF4-FFF2-40B4-BE49-F238E27FC236}">
                        <a16:creationId xmlns:a16="http://schemas.microsoft.com/office/drawing/2014/main" id="{B879FD65-2B9A-424C-9CF5-0A0FEFBFD905}"/>
                      </a:ext>
                    </a:extLst>
                  </p:cNvPr>
                  <p:cNvSpPr txBox="1"/>
                  <p:nvPr/>
                </p:nvSpPr>
                <p:spPr>
                  <a:xfrm>
                    <a:off x="2186598" y="314543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0" name="TextBox 199">
                    <a:extLst>
                      <a:ext uri="{FF2B5EF4-FFF2-40B4-BE49-F238E27FC236}">
                        <a16:creationId xmlns:a16="http://schemas.microsoft.com/office/drawing/2014/main" id="{827F5B5B-8300-4A6A-9C5D-2B4318641D33}"/>
                      </a:ext>
                    </a:extLst>
                  </p:cNvPr>
                  <p:cNvSpPr txBox="1"/>
                  <p:nvPr/>
                </p:nvSpPr>
                <p:spPr>
                  <a:xfrm>
                    <a:off x="5752473" y="470755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CED27E3D-C0A2-438D-814A-11EB58AAB2B6}"/>
                      </a:ext>
                    </a:extLst>
                  </p:cNvPr>
                  <p:cNvSpPr txBox="1"/>
                  <p:nvPr/>
                </p:nvSpPr>
                <p:spPr>
                  <a:xfrm>
                    <a:off x="3336955" y="5195856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388D3D95-1EFF-4725-A860-1469E0694725}"/>
                      </a:ext>
                    </a:extLst>
                  </p:cNvPr>
                  <p:cNvSpPr txBox="1"/>
                  <p:nvPr/>
                </p:nvSpPr>
                <p:spPr>
                  <a:xfrm>
                    <a:off x="4627858" y="519319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7415EA95-D7B3-42E6-8082-62F48347AA42}"/>
                      </a:ext>
                    </a:extLst>
                  </p:cNvPr>
                  <p:cNvSpPr txBox="1"/>
                  <p:nvPr/>
                </p:nvSpPr>
                <p:spPr>
                  <a:xfrm>
                    <a:off x="2795896" y="4537214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6F6F0028-851A-4132-BDE0-4DE6CFC633B4}"/>
                      </a:ext>
                    </a:extLst>
                  </p:cNvPr>
                  <p:cNvSpPr txBox="1"/>
                  <p:nvPr/>
                </p:nvSpPr>
                <p:spPr>
                  <a:xfrm>
                    <a:off x="1399132" y="2695092"/>
                    <a:ext cx="708848" cy="3231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223DCB7B-796B-4162-AB4B-CABAE4663D15}"/>
                      </a:ext>
                    </a:extLst>
                  </p:cNvPr>
                  <p:cNvSpPr txBox="1"/>
                  <p:nvPr/>
                </p:nvSpPr>
                <p:spPr>
                  <a:xfrm>
                    <a:off x="6107361" y="3835721"/>
                    <a:ext cx="708848" cy="3231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FE852776-86F8-47F0-B8B8-07BA2A4B396A}"/>
                      </a:ext>
                    </a:extLst>
                  </p:cNvPr>
                  <p:cNvSpPr txBox="1"/>
                  <p:nvPr/>
                </p:nvSpPr>
                <p:spPr>
                  <a:xfrm>
                    <a:off x="4110276" y="4643402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64" name="Text Box 58">
                  <a:extLst>
                    <a:ext uri="{FF2B5EF4-FFF2-40B4-BE49-F238E27FC236}">
                      <a16:creationId xmlns:a16="http://schemas.microsoft.com/office/drawing/2014/main" id="{AE1A3EBE-0D73-45DC-8323-E0B243B584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79569" y="1429812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67" name="Text Box 58">
                  <a:extLst>
                    <a:ext uri="{FF2B5EF4-FFF2-40B4-BE49-F238E27FC236}">
                      <a16:creationId xmlns:a16="http://schemas.microsoft.com/office/drawing/2014/main" id="{CC442811-160F-41C8-B7D8-A8AF733EE6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317" y="1639501"/>
                  <a:ext cx="533400" cy="323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53" name="Text Box 58">
                <a:extLst>
                  <a:ext uri="{FF2B5EF4-FFF2-40B4-BE49-F238E27FC236}">
                    <a16:creationId xmlns:a16="http://schemas.microsoft.com/office/drawing/2014/main" id="{CDEE77EB-812E-4795-A202-05FCE4A786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93279" y="2103011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4" name="Text Box 58">
                <a:extLst>
                  <a:ext uri="{FF2B5EF4-FFF2-40B4-BE49-F238E27FC236}">
                    <a16:creationId xmlns:a16="http://schemas.microsoft.com/office/drawing/2014/main" id="{97101935-72A0-41DE-B79B-A41A718C6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7177" y="3262039"/>
                <a:ext cx="874458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5" name="타원 154">
                <a:extLst>
                  <a:ext uri="{FF2B5EF4-FFF2-40B4-BE49-F238E27FC236}">
                    <a16:creationId xmlns:a16="http://schemas.microsoft.com/office/drawing/2014/main" id="{5AA040AC-BD24-47B1-B80C-214CE067B6D4}"/>
                  </a:ext>
                </a:extLst>
              </p:cNvPr>
              <p:cNvSpPr/>
              <p:nvPr/>
            </p:nvSpPr>
            <p:spPr bwMode="auto">
              <a:xfrm>
                <a:off x="6526195" y="225552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900C6ACC-329C-4299-97C9-8BE56252FA3F}"/>
                  </a:ext>
                </a:extLst>
              </p:cNvPr>
              <p:cNvSpPr/>
              <p:nvPr/>
            </p:nvSpPr>
            <p:spPr bwMode="auto">
              <a:xfrm>
                <a:off x="6631931" y="3454858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57" name="Text Box 58">
                <a:extLst>
                  <a:ext uri="{FF2B5EF4-FFF2-40B4-BE49-F238E27FC236}">
                    <a16:creationId xmlns:a16="http://schemas.microsoft.com/office/drawing/2014/main" id="{B397D841-74A7-4AA4-A3A7-483D4A7E96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97855" y="3113878"/>
                <a:ext cx="874458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8" name="타원 157">
                <a:extLst>
                  <a:ext uri="{FF2B5EF4-FFF2-40B4-BE49-F238E27FC236}">
                    <a16:creationId xmlns:a16="http://schemas.microsoft.com/office/drawing/2014/main" id="{F504A706-0C19-4389-91A4-BC301B9FD2E4}"/>
                  </a:ext>
                </a:extLst>
              </p:cNvPr>
              <p:cNvSpPr/>
              <p:nvPr/>
            </p:nvSpPr>
            <p:spPr bwMode="auto">
              <a:xfrm>
                <a:off x="8556141" y="3601966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59" name="Text Box 58">
                <a:extLst>
                  <a:ext uri="{FF2B5EF4-FFF2-40B4-BE49-F238E27FC236}">
                    <a16:creationId xmlns:a16="http://schemas.microsoft.com/office/drawing/2014/main" id="{924A6CEE-5A1C-4DCA-AD10-25A654EE0B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77340" y="3975800"/>
                <a:ext cx="874458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0" name="Text Box 58">
                <a:extLst>
                  <a:ext uri="{FF2B5EF4-FFF2-40B4-BE49-F238E27FC236}">
                    <a16:creationId xmlns:a16="http://schemas.microsoft.com/office/drawing/2014/main" id="{ED00E68E-9AD4-4AB7-81C1-17B39A77C1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6265" y="4917237"/>
                <a:ext cx="1751939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17 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1" name="타원 160">
                <a:extLst>
                  <a:ext uri="{FF2B5EF4-FFF2-40B4-BE49-F238E27FC236}">
                    <a16:creationId xmlns:a16="http://schemas.microsoft.com/office/drawing/2014/main" id="{94156749-0FE5-42F8-90F4-3C28EB85883D}"/>
                  </a:ext>
                </a:extLst>
              </p:cNvPr>
              <p:cNvSpPr/>
              <p:nvPr/>
            </p:nvSpPr>
            <p:spPr bwMode="auto">
              <a:xfrm>
                <a:off x="7661784" y="451408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2" name="Text Box 58">
                <a:extLst>
                  <a:ext uri="{FF2B5EF4-FFF2-40B4-BE49-F238E27FC236}">
                    <a16:creationId xmlns:a16="http://schemas.microsoft.com/office/drawing/2014/main" id="{58400B46-6D4C-4FF9-B65B-C66AB799CC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55953" y="4917237"/>
                <a:ext cx="1693460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회기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2" name="타원 221">
                <a:extLst>
                  <a:ext uri="{FF2B5EF4-FFF2-40B4-BE49-F238E27FC236}">
                    <a16:creationId xmlns:a16="http://schemas.microsoft.com/office/drawing/2014/main" id="{7E745814-FCE6-45C1-BB1E-AA7364AE3627}"/>
                  </a:ext>
                </a:extLst>
              </p:cNvPr>
              <p:cNvSpPr/>
              <p:nvPr/>
            </p:nvSpPr>
            <p:spPr bwMode="auto">
              <a:xfrm>
                <a:off x="8945305" y="4502158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3" name="Text Box 58">
                <a:extLst>
                  <a:ext uri="{FF2B5EF4-FFF2-40B4-BE49-F238E27FC236}">
                    <a16:creationId xmlns:a16="http://schemas.microsoft.com/office/drawing/2014/main" id="{380061A1-AC9A-436E-942D-B531B5D294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65725" y="4874207"/>
                <a:ext cx="1693460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21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회기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상봉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937C8F30-6EA1-48CB-B864-16D09AB74912}"/>
                  </a:ext>
                </a:extLst>
              </p:cNvPr>
              <p:cNvSpPr/>
              <p:nvPr/>
            </p:nvSpPr>
            <p:spPr bwMode="auto">
              <a:xfrm>
                <a:off x="10290062" y="451407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23" name="Text Box 58">
                <a:extLst>
                  <a:ext uri="{FF2B5EF4-FFF2-40B4-BE49-F238E27FC236}">
                    <a16:creationId xmlns:a16="http://schemas.microsoft.com/office/drawing/2014/main" id="{5CC1B77A-AA30-49B6-958B-3B131F7C8F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1798" y="2916015"/>
                <a:ext cx="361719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23 (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 err="1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회기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상봉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망우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9" name="타원 228">
                <a:extLst>
                  <a:ext uri="{FF2B5EF4-FFF2-40B4-BE49-F238E27FC236}">
                    <a16:creationId xmlns:a16="http://schemas.microsoft.com/office/drawing/2014/main" id="{34B28734-12A0-4AD8-8E29-80E3DF24B1FD}"/>
                  </a:ext>
                </a:extLst>
              </p:cNvPr>
              <p:cNvSpPr/>
              <p:nvPr/>
            </p:nvSpPr>
            <p:spPr bwMode="auto">
              <a:xfrm>
                <a:off x="11300440" y="3423621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</p:grp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F6D3AF-DD10-4C63-87D8-E606DC01300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33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8803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Early</a:t>
            </a:r>
            <a:endParaRPr lang="ko-KR" altLang="en-US" sz="20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27E8BA1-D8AD-4F05-BE8A-50D3907D352D}"/>
              </a:ext>
            </a:extLst>
          </p:cNvPr>
          <p:cNvGrpSpPr/>
          <p:nvPr/>
        </p:nvGrpSpPr>
        <p:grpSpPr>
          <a:xfrm>
            <a:off x="43733" y="2300301"/>
            <a:ext cx="5937908" cy="3508461"/>
            <a:chOff x="43733" y="2300301"/>
            <a:chExt cx="5937908" cy="3508461"/>
          </a:xfrm>
        </p:grpSpPr>
        <p:sp>
          <p:nvSpPr>
            <p:cNvPr id="94" name="별: 꼭짓점 16개 93">
              <a:extLst>
                <a:ext uri="{FF2B5EF4-FFF2-40B4-BE49-F238E27FC236}">
                  <a16:creationId xmlns:a16="http://schemas.microsoft.com/office/drawing/2014/main" id="{D37D391E-62FD-4623-9BDA-0C774651EBF1}"/>
                </a:ext>
              </a:extLst>
            </p:cNvPr>
            <p:cNvSpPr/>
            <p:nvPr/>
          </p:nvSpPr>
          <p:spPr bwMode="auto">
            <a:xfrm>
              <a:off x="1494180" y="4718734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91352950-1E74-4766-85A0-48DF7E7EB17E}"/>
                </a:ext>
              </a:extLst>
            </p:cNvPr>
            <p:cNvGrpSpPr/>
            <p:nvPr/>
          </p:nvGrpSpPr>
          <p:grpSpPr>
            <a:xfrm>
              <a:off x="43733" y="2300301"/>
              <a:ext cx="5937908" cy="3508461"/>
              <a:chOff x="43733" y="2300301"/>
              <a:chExt cx="5937908" cy="3508461"/>
            </a:xfrm>
          </p:grpSpPr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9BEA4225-320B-4C5A-9388-7F10FE2EF5E6}"/>
                  </a:ext>
                </a:extLst>
              </p:cNvPr>
              <p:cNvGrpSpPr/>
              <p:nvPr/>
            </p:nvGrpSpPr>
            <p:grpSpPr>
              <a:xfrm>
                <a:off x="204834" y="2582524"/>
                <a:ext cx="5776807" cy="2869347"/>
                <a:chOff x="151467" y="2751906"/>
                <a:chExt cx="5788079" cy="2534628"/>
              </a:xfrm>
            </p:grpSpPr>
            <p:sp>
              <p:nvSpPr>
                <p:cNvPr id="59" name="Line 48">
                  <a:extLst>
                    <a:ext uri="{FF2B5EF4-FFF2-40B4-BE49-F238E27FC236}">
                      <a16:creationId xmlns:a16="http://schemas.microsoft.com/office/drawing/2014/main" id="{E6F75E6A-12DB-4155-BB7A-158568C95D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1803" y="3143998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0" name="Line 48">
                  <a:extLst>
                    <a:ext uri="{FF2B5EF4-FFF2-40B4-BE49-F238E27FC236}">
                      <a16:creationId xmlns:a16="http://schemas.microsoft.com/office/drawing/2014/main" id="{32B6010A-1C4D-4141-8734-0F7EFBF280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7869" y="4879311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1" name="Line 48">
                  <a:extLst>
                    <a:ext uri="{FF2B5EF4-FFF2-40B4-BE49-F238E27FC236}">
                      <a16:creationId xmlns:a16="http://schemas.microsoft.com/office/drawing/2014/main" id="{91D0CBC4-40CE-4FE7-B3F8-23D43C78ED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6140" y="4879309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2" name="Line 48">
                  <a:extLst>
                    <a:ext uri="{FF2B5EF4-FFF2-40B4-BE49-F238E27FC236}">
                      <a16:creationId xmlns:a16="http://schemas.microsoft.com/office/drawing/2014/main" id="{EC37BC6D-15F9-460E-B81C-7B1052FC49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0074" y="3143996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3" name="Line 48">
                  <a:extLst>
                    <a:ext uri="{FF2B5EF4-FFF2-40B4-BE49-F238E27FC236}">
                      <a16:creationId xmlns:a16="http://schemas.microsoft.com/office/drawing/2014/main" id="{122B2C92-E6D9-414B-8B8A-ABF99074D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879496" y="314401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4" name="Line 48">
                  <a:extLst>
                    <a:ext uri="{FF2B5EF4-FFF2-40B4-BE49-F238E27FC236}">
                      <a16:creationId xmlns:a16="http://schemas.microsoft.com/office/drawing/2014/main" id="{C6F7A62D-998B-4DB0-B89D-621BB29760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879496" y="4011656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5" name="Line 48">
                  <a:extLst>
                    <a:ext uri="{FF2B5EF4-FFF2-40B4-BE49-F238E27FC236}">
                      <a16:creationId xmlns:a16="http://schemas.microsoft.com/office/drawing/2014/main" id="{3B44027E-9C01-4FEA-AF38-0A7695F8B1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870476" y="401162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6" name="Line 48">
                  <a:extLst>
                    <a:ext uri="{FF2B5EF4-FFF2-40B4-BE49-F238E27FC236}">
                      <a16:creationId xmlns:a16="http://schemas.microsoft.com/office/drawing/2014/main" id="{B90EE814-41E0-478B-808D-67D6D3EACA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3858345" y="3143995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7" name="Line 48">
                  <a:extLst>
                    <a:ext uri="{FF2B5EF4-FFF2-40B4-BE49-F238E27FC236}">
                      <a16:creationId xmlns:a16="http://schemas.microsoft.com/office/drawing/2014/main" id="{179AF937-900A-4EB6-A5AE-880F9F2B4B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1701803" y="4026907"/>
                  <a:ext cx="527658" cy="852358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8" name="Line 48">
                  <a:extLst>
                    <a:ext uri="{FF2B5EF4-FFF2-40B4-BE49-F238E27FC236}">
                      <a16:creationId xmlns:a16="http://schemas.microsoft.com/office/drawing/2014/main" id="{F97F71E0-8581-434D-B905-EF727F010D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2229461" y="3143902"/>
                  <a:ext cx="550613" cy="88295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" name="Line 48">
                  <a:extLst>
                    <a:ext uri="{FF2B5EF4-FFF2-40B4-BE49-F238E27FC236}">
                      <a16:creationId xmlns:a16="http://schemas.microsoft.com/office/drawing/2014/main" id="{387C0745-2ACF-4222-B61E-DC4AB1BCB0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58454" y="3143851"/>
                  <a:ext cx="1922198" cy="86771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C932932F-02C4-4295-BB4E-518707DA8157}"/>
                    </a:ext>
                  </a:extLst>
                </p:cNvPr>
                <p:cNvSpPr txBox="1"/>
                <p:nvPr/>
              </p:nvSpPr>
              <p:spPr>
                <a:xfrm>
                  <a:off x="203565" y="3826897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군자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1AA464C7-C41C-44B6-B795-4CF295F0F190}"/>
                    </a:ext>
                  </a:extLst>
                </p:cNvPr>
                <p:cNvSpPr txBox="1"/>
                <p:nvPr/>
              </p:nvSpPr>
              <p:spPr>
                <a:xfrm>
                  <a:off x="1360979" y="2754204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천호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FAA06206-4A5B-4599-9143-B62CAF235062}"/>
                    </a:ext>
                  </a:extLst>
                </p:cNvPr>
                <p:cNvSpPr txBox="1"/>
                <p:nvPr/>
              </p:nvSpPr>
              <p:spPr>
                <a:xfrm>
                  <a:off x="3568149" y="4917202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선정릉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4DF3E46-133E-4EDD-B4E2-F1BD6B227EFD}"/>
                    </a:ext>
                  </a:extLst>
                </p:cNvPr>
                <p:cNvSpPr txBox="1"/>
                <p:nvPr/>
              </p:nvSpPr>
              <p:spPr>
                <a:xfrm>
                  <a:off x="2295882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강남구청</a:t>
                  </a: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9A8F6F5-CBCA-4D41-8AA4-DF1F0986DCF3}"/>
                    </a:ext>
                  </a:extLst>
                </p:cNvPr>
                <p:cNvSpPr txBox="1"/>
                <p:nvPr/>
              </p:nvSpPr>
              <p:spPr>
                <a:xfrm>
                  <a:off x="4704913" y="3826897"/>
                  <a:ext cx="12346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종합운동장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9C6667E2-8D2B-480C-BDF4-753A590EE8A5}"/>
                    </a:ext>
                  </a:extLst>
                </p:cNvPr>
                <p:cNvSpPr txBox="1"/>
                <p:nvPr/>
              </p:nvSpPr>
              <p:spPr>
                <a:xfrm>
                  <a:off x="3568149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석촌</a:t>
                  </a:r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AE6C699-91AC-4503-A430-0690CD2E38E5}"/>
                    </a:ext>
                  </a:extLst>
                </p:cNvPr>
                <p:cNvSpPr txBox="1"/>
                <p:nvPr/>
              </p:nvSpPr>
              <p:spPr>
                <a:xfrm>
                  <a:off x="2504767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>
                      <a:latin typeface="+mj-ea"/>
                      <a:ea typeface="+mj-ea"/>
                    </a:rPr>
                    <a:t>잠실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1876205-9CCF-4999-8283-84615FC0BE50}"/>
                    </a:ext>
                  </a:extLst>
                </p:cNvPr>
                <p:cNvSpPr txBox="1"/>
                <p:nvPr/>
              </p:nvSpPr>
              <p:spPr>
                <a:xfrm>
                  <a:off x="1655948" y="3714475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강변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F00CEC9-2337-418F-9ABB-783F9CC4203C}"/>
                    </a:ext>
                  </a:extLst>
                </p:cNvPr>
                <p:cNvSpPr txBox="1"/>
                <p:nvPr/>
              </p:nvSpPr>
              <p:spPr>
                <a:xfrm>
                  <a:off x="1147429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건대입구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8E03496-A27C-4958-864B-AF4171055702}"/>
                    </a:ext>
                  </a:extLst>
                </p:cNvPr>
                <p:cNvSpPr txBox="1"/>
                <p:nvPr/>
              </p:nvSpPr>
              <p:spPr>
                <a:xfrm>
                  <a:off x="151467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0730562F-77AE-470F-9B07-53BCB04B906C}"/>
                    </a:ext>
                  </a:extLst>
                </p:cNvPr>
                <p:cNvSpPr txBox="1"/>
                <p:nvPr/>
              </p:nvSpPr>
              <p:spPr>
                <a:xfrm>
                  <a:off x="4967805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E9196D89-7996-4A48-BD34-C6C042178D4F}"/>
                    </a:ext>
                  </a:extLst>
                </p:cNvPr>
                <p:cNvSpPr txBox="1"/>
                <p:nvPr/>
              </p:nvSpPr>
              <p:spPr>
                <a:xfrm>
                  <a:off x="968649" y="3302091"/>
                  <a:ext cx="4635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91372DED-5B6F-4141-B8CF-27835B80BE4D}"/>
                    </a:ext>
                  </a:extLst>
                </p:cNvPr>
                <p:cNvSpPr txBox="1"/>
                <p:nvPr/>
              </p:nvSpPr>
              <p:spPr>
                <a:xfrm>
                  <a:off x="3345748" y="357470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36BBF646-A175-44A5-ABCF-C03676FD3A8B}"/>
                    </a:ext>
                  </a:extLst>
                </p:cNvPr>
                <p:cNvSpPr txBox="1"/>
                <p:nvPr/>
              </p:nvSpPr>
              <p:spPr>
                <a:xfrm>
                  <a:off x="2113259" y="3385054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19BC0866-5B64-41F8-B2E9-226F2F243806}"/>
                    </a:ext>
                  </a:extLst>
                </p:cNvPr>
                <p:cNvSpPr txBox="1"/>
                <p:nvPr/>
              </p:nvSpPr>
              <p:spPr>
                <a:xfrm>
                  <a:off x="1603286" y="418142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E7433920-521B-4A95-B1BF-6C2E48A2264E}"/>
                    </a:ext>
                  </a:extLst>
                </p:cNvPr>
                <p:cNvSpPr txBox="1"/>
                <p:nvPr/>
              </p:nvSpPr>
              <p:spPr>
                <a:xfrm>
                  <a:off x="4172577" y="3350690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0E876340-E79E-499C-A413-2E9D1845B665}"/>
                    </a:ext>
                  </a:extLst>
                </p:cNvPr>
                <p:cNvSpPr txBox="1"/>
                <p:nvPr/>
              </p:nvSpPr>
              <p:spPr>
                <a:xfrm>
                  <a:off x="3090621" y="289876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1306F0A-C1C9-46F5-801A-52EC6A501860}"/>
                    </a:ext>
                  </a:extLst>
                </p:cNvPr>
                <p:cNvSpPr txBox="1"/>
                <p:nvPr/>
              </p:nvSpPr>
              <p:spPr>
                <a:xfrm>
                  <a:off x="1980758" y="291133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DA1CCC10-A2B2-4DF2-A49A-25D042B7274E}"/>
                    </a:ext>
                  </a:extLst>
                </p:cNvPr>
                <p:cNvSpPr txBox="1"/>
                <p:nvPr/>
              </p:nvSpPr>
              <p:spPr>
                <a:xfrm>
                  <a:off x="864013" y="437074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1077BF92-CB81-4FB6-9F30-FA7158AF105F}"/>
                    </a:ext>
                  </a:extLst>
                </p:cNvPr>
                <p:cNvSpPr txBox="1"/>
                <p:nvPr/>
              </p:nvSpPr>
              <p:spPr>
                <a:xfrm>
                  <a:off x="4190773" y="441426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65970FA-A97D-4D36-AD66-195415A4DE17}"/>
                    </a:ext>
                  </a:extLst>
                </p:cNvPr>
                <p:cNvSpPr txBox="1"/>
                <p:nvPr/>
              </p:nvSpPr>
              <p:spPr>
                <a:xfrm>
                  <a:off x="3160290" y="462954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1AEA2DD5-D66D-4DCE-9AFE-87E18F38663F}"/>
                    </a:ext>
                  </a:extLst>
                </p:cNvPr>
                <p:cNvSpPr txBox="1"/>
                <p:nvPr/>
              </p:nvSpPr>
              <p:spPr>
                <a:xfrm>
                  <a:off x="2032012" y="463097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28" name="Text Box 58">
                <a:extLst>
                  <a:ext uri="{FF2B5EF4-FFF2-40B4-BE49-F238E27FC236}">
                    <a16:creationId xmlns:a16="http://schemas.microsoft.com/office/drawing/2014/main" id="{CCCC0FDD-A019-40F7-A3D9-975684C53D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33" y="3809042"/>
                <a:ext cx="687144" cy="41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9" name="Text Box 58">
                <a:extLst>
                  <a:ext uri="{FF2B5EF4-FFF2-40B4-BE49-F238E27FC236}">
                    <a16:creationId xmlns:a16="http://schemas.microsoft.com/office/drawing/2014/main" id="{28B6D39B-FE25-4407-9227-6F844C99EF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2679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0" name="Text Box 58">
                <a:extLst>
                  <a:ext uri="{FF2B5EF4-FFF2-40B4-BE49-F238E27FC236}">
                    <a16:creationId xmlns:a16="http://schemas.microsoft.com/office/drawing/2014/main" id="{557821B8-5688-4897-BDD0-E350D4F5F7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5139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1" name="Text Box 58">
                <a:extLst>
                  <a:ext uri="{FF2B5EF4-FFF2-40B4-BE49-F238E27FC236}">
                    <a16:creationId xmlns:a16="http://schemas.microsoft.com/office/drawing/2014/main" id="{BA1ABA08-2B48-480F-9C1D-B88780FFC3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0847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2" name="Text Box 58">
                <a:extLst>
                  <a:ext uri="{FF2B5EF4-FFF2-40B4-BE49-F238E27FC236}">
                    <a16:creationId xmlns:a16="http://schemas.microsoft.com/office/drawing/2014/main" id="{A7F94CD2-A01C-4F2F-878D-E4A49E84D8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9233" y="3383615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3" name="Text Box 58">
                <a:extLst>
                  <a:ext uri="{FF2B5EF4-FFF2-40B4-BE49-F238E27FC236}">
                    <a16:creationId xmlns:a16="http://schemas.microsoft.com/office/drawing/2014/main" id="{C7179076-90BC-402C-882A-340D1DB1C3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5127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4" name="Text Box 58">
                <a:extLst>
                  <a:ext uri="{FF2B5EF4-FFF2-40B4-BE49-F238E27FC236}">
                    <a16:creationId xmlns:a16="http://schemas.microsoft.com/office/drawing/2014/main" id="{CDE06175-3017-495D-B1D1-83BBA614A7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7790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5" name="Text Box 58">
                <a:extLst>
                  <a:ext uri="{FF2B5EF4-FFF2-40B4-BE49-F238E27FC236}">
                    <a16:creationId xmlns:a16="http://schemas.microsoft.com/office/drawing/2014/main" id="{196DE3B3-8EA2-4E46-8602-3D13A09296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8693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6" name="Text Box 58">
                <a:extLst>
                  <a:ext uri="{FF2B5EF4-FFF2-40B4-BE49-F238E27FC236}">
                    <a16:creationId xmlns:a16="http://schemas.microsoft.com/office/drawing/2014/main" id="{016A4CD0-670D-4775-A875-050341459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3307" y="3274836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0AB82B94-71D3-4E13-8005-D32C10FD56C6}"/>
              </a:ext>
            </a:extLst>
          </p:cNvPr>
          <p:cNvGrpSpPr/>
          <p:nvPr/>
        </p:nvGrpSpPr>
        <p:grpSpPr>
          <a:xfrm>
            <a:off x="6096000" y="2300301"/>
            <a:ext cx="5937908" cy="3508461"/>
            <a:chOff x="6096000" y="2300301"/>
            <a:chExt cx="5937908" cy="3508461"/>
          </a:xfrm>
        </p:grpSpPr>
        <p:sp>
          <p:nvSpPr>
            <p:cNvPr id="95" name="별: 꼭짓점 16개 94">
              <a:extLst>
                <a:ext uri="{FF2B5EF4-FFF2-40B4-BE49-F238E27FC236}">
                  <a16:creationId xmlns:a16="http://schemas.microsoft.com/office/drawing/2014/main" id="{C39C178D-8AB3-4310-B7FB-4E3C685BF322}"/>
                </a:ext>
              </a:extLst>
            </p:cNvPr>
            <p:cNvSpPr/>
            <p:nvPr/>
          </p:nvSpPr>
          <p:spPr bwMode="auto">
            <a:xfrm>
              <a:off x="7574333" y="4746056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0E9C266A-573B-4C5B-A02F-F6141D10DE5F}"/>
                </a:ext>
              </a:extLst>
            </p:cNvPr>
            <p:cNvGrpSpPr/>
            <p:nvPr/>
          </p:nvGrpSpPr>
          <p:grpSpPr>
            <a:xfrm>
              <a:off x="6096000" y="2300301"/>
              <a:ext cx="5937908" cy="3508461"/>
              <a:chOff x="6096000" y="2300301"/>
              <a:chExt cx="5937908" cy="3508461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89F1695B-32ED-4F5D-B131-7751C4FC7E4C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508461"/>
                <a:chOff x="43733" y="2300301"/>
                <a:chExt cx="5937908" cy="3508461"/>
              </a:xfrm>
            </p:grpSpPr>
            <p:grpSp>
              <p:nvGrpSpPr>
                <p:cNvPr id="182" name="그룹 181">
                  <a:extLst>
                    <a:ext uri="{FF2B5EF4-FFF2-40B4-BE49-F238E27FC236}">
                      <a16:creationId xmlns:a16="http://schemas.microsoft.com/office/drawing/2014/main" id="{63B947BE-37CF-416D-9A8F-4B7D1F9730ED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201" name="Line 48">
                    <a:extLst>
                      <a:ext uri="{FF2B5EF4-FFF2-40B4-BE49-F238E27FC236}">
                        <a16:creationId xmlns:a16="http://schemas.microsoft.com/office/drawing/2014/main" id="{F362C433-1332-4AD5-A7CD-58D5755E4E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2" name="Line 48">
                    <a:extLst>
                      <a:ext uri="{FF2B5EF4-FFF2-40B4-BE49-F238E27FC236}">
                        <a16:creationId xmlns:a16="http://schemas.microsoft.com/office/drawing/2014/main" id="{8694BB5F-B2F9-4F56-BD0A-8D81BD2A18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3" name="Line 48">
                    <a:extLst>
                      <a:ext uri="{FF2B5EF4-FFF2-40B4-BE49-F238E27FC236}">
                        <a16:creationId xmlns:a16="http://schemas.microsoft.com/office/drawing/2014/main" id="{2E5150CA-6353-4DCE-8F53-E074507DA9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7" name="Line 48">
                    <a:extLst>
                      <a:ext uri="{FF2B5EF4-FFF2-40B4-BE49-F238E27FC236}">
                        <a16:creationId xmlns:a16="http://schemas.microsoft.com/office/drawing/2014/main" id="{A8DBF1B2-EF1F-4731-B20E-CAA827C0BD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8" name="Line 48">
                    <a:extLst>
                      <a:ext uri="{FF2B5EF4-FFF2-40B4-BE49-F238E27FC236}">
                        <a16:creationId xmlns:a16="http://schemas.microsoft.com/office/drawing/2014/main" id="{BBB66492-3E83-4D72-B777-C3FAE91892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9" name="Line 48">
                    <a:extLst>
                      <a:ext uri="{FF2B5EF4-FFF2-40B4-BE49-F238E27FC236}">
                        <a16:creationId xmlns:a16="http://schemas.microsoft.com/office/drawing/2014/main" id="{56C08ED3-FAFB-44F5-9FA1-4094EBF2D4A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0" name="Line 48">
                    <a:extLst>
                      <a:ext uri="{FF2B5EF4-FFF2-40B4-BE49-F238E27FC236}">
                        <a16:creationId xmlns:a16="http://schemas.microsoft.com/office/drawing/2014/main" id="{A82A29BF-3B19-4CA7-9B68-CA0E3BC18F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1" name="Line 48">
                    <a:extLst>
                      <a:ext uri="{FF2B5EF4-FFF2-40B4-BE49-F238E27FC236}">
                        <a16:creationId xmlns:a16="http://schemas.microsoft.com/office/drawing/2014/main" id="{7791FB9F-0280-4EB1-9643-837AEBB71E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2" name="Line 48">
                    <a:extLst>
                      <a:ext uri="{FF2B5EF4-FFF2-40B4-BE49-F238E27FC236}">
                        <a16:creationId xmlns:a16="http://schemas.microsoft.com/office/drawing/2014/main" id="{D8B3540E-EE8C-4671-A844-40CDA1C376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3" name="Line 48">
                    <a:extLst>
                      <a:ext uri="{FF2B5EF4-FFF2-40B4-BE49-F238E27FC236}">
                        <a16:creationId xmlns:a16="http://schemas.microsoft.com/office/drawing/2014/main" id="{90412255-2FAD-4D17-8CD3-E417E1619F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4" name="Line 48">
                    <a:extLst>
                      <a:ext uri="{FF2B5EF4-FFF2-40B4-BE49-F238E27FC236}">
                        <a16:creationId xmlns:a16="http://schemas.microsoft.com/office/drawing/2014/main" id="{5CF15D42-0653-4117-AA2F-A61B8E084A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5" name="TextBox 254">
                    <a:extLst>
                      <a:ext uri="{FF2B5EF4-FFF2-40B4-BE49-F238E27FC236}">
                        <a16:creationId xmlns:a16="http://schemas.microsoft.com/office/drawing/2014/main" id="{3EB539A3-1547-4BDC-976E-F5503D32F132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256" name="TextBox 255">
                    <a:extLst>
                      <a:ext uri="{FF2B5EF4-FFF2-40B4-BE49-F238E27FC236}">
                        <a16:creationId xmlns:a16="http://schemas.microsoft.com/office/drawing/2014/main" id="{10B10CD1-FE28-4280-8643-D2CF892ED635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257" name="TextBox 256">
                    <a:extLst>
                      <a:ext uri="{FF2B5EF4-FFF2-40B4-BE49-F238E27FC236}">
                        <a16:creationId xmlns:a16="http://schemas.microsoft.com/office/drawing/2014/main" id="{C44BA0AA-2627-4E1D-A7D5-3AAF9C52B56B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258" name="TextBox 257">
                    <a:extLst>
                      <a:ext uri="{FF2B5EF4-FFF2-40B4-BE49-F238E27FC236}">
                        <a16:creationId xmlns:a16="http://schemas.microsoft.com/office/drawing/2014/main" id="{6C26916D-B28E-4207-9FF9-FCA2D74B98DB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259" name="TextBox 258">
                    <a:extLst>
                      <a:ext uri="{FF2B5EF4-FFF2-40B4-BE49-F238E27FC236}">
                        <a16:creationId xmlns:a16="http://schemas.microsoft.com/office/drawing/2014/main" id="{38960E78-951D-4B43-9BA0-A9FBE7346DDB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260" name="TextBox 259">
                    <a:extLst>
                      <a:ext uri="{FF2B5EF4-FFF2-40B4-BE49-F238E27FC236}">
                        <a16:creationId xmlns:a16="http://schemas.microsoft.com/office/drawing/2014/main" id="{E1FE3DBD-05C0-455C-95AF-28C80C0CC9F7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BEDDD0C2-62FC-480D-9533-31BA271E9571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2" name="TextBox 261">
                    <a:extLst>
                      <a:ext uri="{FF2B5EF4-FFF2-40B4-BE49-F238E27FC236}">
                        <a16:creationId xmlns:a16="http://schemas.microsoft.com/office/drawing/2014/main" id="{8DA03588-6B73-43BA-B6B5-FA10D9CC3B0B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63" name="TextBox 262">
                    <a:extLst>
                      <a:ext uri="{FF2B5EF4-FFF2-40B4-BE49-F238E27FC236}">
                        <a16:creationId xmlns:a16="http://schemas.microsoft.com/office/drawing/2014/main" id="{720243A8-9F25-4647-A96A-60C44BED553A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64" name="TextBox 263">
                    <a:extLst>
                      <a:ext uri="{FF2B5EF4-FFF2-40B4-BE49-F238E27FC236}">
                        <a16:creationId xmlns:a16="http://schemas.microsoft.com/office/drawing/2014/main" id="{FDFCAA1A-FBE4-4D76-BA49-07F91DF5113F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5" name="TextBox 264">
                    <a:extLst>
                      <a:ext uri="{FF2B5EF4-FFF2-40B4-BE49-F238E27FC236}">
                        <a16:creationId xmlns:a16="http://schemas.microsoft.com/office/drawing/2014/main" id="{54EBAAA3-A85B-4721-B6BF-80C8AD49CD97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9B5A4CCB-9A8D-4A44-921B-565505F3631C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7" name="TextBox 266">
                    <a:extLst>
                      <a:ext uri="{FF2B5EF4-FFF2-40B4-BE49-F238E27FC236}">
                        <a16:creationId xmlns:a16="http://schemas.microsoft.com/office/drawing/2014/main" id="{3C7D2937-288B-444A-86CB-6CE21A2C87E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8" name="TextBox 267">
                    <a:extLst>
                      <a:ext uri="{FF2B5EF4-FFF2-40B4-BE49-F238E27FC236}">
                        <a16:creationId xmlns:a16="http://schemas.microsoft.com/office/drawing/2014/main" id="{020CBC69-EF40-4BF0-AD2A-AE722FE87D41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9" name="TextBox 268">
                    <a:extLst>
                      <a:ext uri="{FF2B5EF4-FFF2-40B4-BE49-F238E27FC236}">
                        <a16:creationId xmlns:a16="http://schemas.microsoft.com/office/drawing/2014/main" id="{A75D80A4-A73C-4834-B64E-5EA906BDA19C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0" name="TextBox 269">
                    <a:extLst>
                      <a:ext uri="{FF2B5EF4-FFF2-40B4-BE49-F238E27FC236}">
                        <a16:creationId xmlns:a16="http://schemas.microsoft.com/office/drawing/2014/main" id="{177B8B4E-1F0D-474C-A9FC-54D05A873074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1" name="TextBox 270">
                    <a:extLst>
                      <a:ext uri="{FF2B5EF4-FFF2-40B4-BE49-F238E27FC236}">
                        <a16:creationId xmlns:a16="http://schemas.microsoft.com/office/drawing/2014/main" id="{4AFA0C75-D657-4E81-8C19-77D3F7469098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5BDD579D-6091-4AB5-8937-DE545AC898B3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BEABFBBA-B615-444E-BBB1-94E9C2ECD9CA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4" name="TextBox 273">
                    <a:extLst>
                      <a:ext uri="{FF2B5EF4-FFF2-40B4-BE49-F238E27FC236}">
                        <a16:creationId xmlns:a16="http://schemas.microsoft.com/office/drawing/2014/main" id="{1DE0DED9-9D75-4AFE-B461-2858724DD8D1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5" name="TextBox 274">
                    <a:extLst>
                      <a:ext uri="{FF2B5EF4-FFF2-40B4-BE49-F238E27FC236}">
                        <a16:creationId xmlns:a16="http://schemas.microsoft.com/office/drawing/2014/main" id="{0D8730F1-D893-4DCE-8B12-2B7CCC5A7398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6" name="TextBox 275">
                    <a:extLst>
                      <a:ext uri="{FF2B5EF4-FFF2-40B4-BE49-F238E27FC236}">
                        <a16:creationId xmlns:a16="http://schemas.microsoft.com/office/drawing/2014/main" id="{F30A5941-BAD7-4287-BEC7-6AA92CED0FB3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83" name="Text Box 58">
                  <a:extLst>
                    <a:ext uri="{FF2B5EF4-FFF2-40B4-BE49-F238E27FC236}">
                      <a16:creationId xmlns:a16="http://schemas.microsoft.com/office/drawing/2014/main" id="{0903CDCF-8827-42B6-9E81-A76DD55108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" name="Text Box 58">
                  <a:extLst>
                    <a:ext uri="{FF2B5EF4-FFF2-40B4-BE49-F238E27FC236}">
                      <a16:creationId xmlns:a16="http://schemas.microsoft.com/office/drawing/2014/main" id="{A36CD207-7E56-49FD-8912-3478C058B7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55139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86" name="Text Box 58">
                  <a:extLst>
                    <a:ext uri="{FF2B5EF4-FFF2-40B4-BE49-F238E27FC236}">
                      <a16:creationId xmlns:a16="http://schemas.microsoft.com/office/drawing/2014/main" id="{3CA6B527-6FD6-4AE9-BB89-25C4FE2F01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87" name="Text Box 58">
                  <a:extLst>
                    <a:ext uri="{FF2B5EF4-FFF2-40B4-BE49-F238E27FC236}">
                      <a16:creationId xmlns:a16="http://schemas.microsoft.com/office/drawing/2014/main" id="{7F4B58FB-2E17-4AA2-AD0E-3784EAFE2D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19233" y="3383615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89" name="Text Box 58">
                  <a:extLst>
                    <a:ext uri="{FF2B5EF4-FFF2-40B4-BE49-F238E27FC236}">
                      <a16:creationId xmlns:a16="http://schemas.microsoft.com/office/drawing/2014/main" id="{D1EF9C14-3D54-427B-B70F-995F10627C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47790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90" name="Text Box 58">
                  <a:extLst>
                    <a:ext uri="{FF2B5EF4-FFF2-40B4-BE49-F238E27FC236}">
                      <a16:creationId xmlns:a16="http://schemas.microsoft.com/office/drawing/2014/main" id="{117406D8-F45E-4F25-B687-773D347ED5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8693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200" name="Text Box 58">
                  <a:extLst>
                    <a:ext uri="{FF2B5EF4-FFF2-40B4-BE49-F238E27FC236}">
                      <a16:creationId xmlns:a16="http://schemas.microsoft.com/office/drawing/2014/main" id="{B9220005-11BD-4CC6-B146-7CC9C700C4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63307" y="3274836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278" name="Text Box 58">
                <a:extLst>
                  <a:ext uri="{FF2B5EF4-FFF2-40B4-BE49-F238E27FC236}">
                    <a16:creationId xmlns:a16="http://schemas.microsoft.com/office/drawing/2014/main" id="{CBC87E97-3EF8-4F37-9854-674E594298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0835" y="2356252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79" name="Text Box 58">
                <a:extLst>
                  <a:ext uri="{FF2B5EF4-FFF2-40B4-BE49-F238E27FC236}">
                    <a16:creationId xmlns:a16="http://schemas.microsoft.com/office/drawing/2014/main" id="{543BCCC3-D23D-47A6-B218-D251737D97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26951" y="5340990"/>
                <a:ext cx="455879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80" name="타원 279">
                <a:extLst>
                  <a:ext uri="{FF2B5EF4-FFF2-40B4-BE49-F238E27FC236}">
                    <a16:creationId xmlns:a16="http://schemas.microsoft.com/office/drawing/2014/main" id="{4473DA34-3436-42C5-A57F-CE4DB811CD7C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791438D-02AC-44FA-8620-3967AF4CBC2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34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0011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Early</a:t>
            </a:r>
            <a:endParaRPr lang="ko-KR" altLang="en-US" sz="20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AB82B94-71D3-4E13-8005-D32C10FD56C6}"/>
              </a:ext>
            </a:extLst>
          </p:cNvPr>
          <p:cNvGrpSpPr/>
          <p:nvPr/>
        </p:nvGrpSpPr>
        <p:grpSpPr>
          <a:xfrm>
            <a:off x="31553" y="2188783"/>
            <a:ext cx="5937908" cy="3619979"/>
            <a:chOff x="6096000" y="2188783"/>
            <a:chExt cx="5937908" cy="3619979"/>
          </a:xfrm>
        </p:grpSpPr>
        <p:sp>
          <p:nvSpPr>
            <p:cNvPr id="95" name="별: 꼭짓점 16개 94">
              <a:extLst>
                <a:ext uri="{FF2B5EF4-FFF2-40B4-BE49-F238E27FC236}">
                  <a16:creationId xmlns:a16="http://schemas.microsoft.com/office/drawing/2014/main" id="{C39C178D-8AB3-4310-B7FB-4E3C685BF322}"/>
                </a:ext>
              </a:extLst>
            </p:cNvPr>
            <p:cNvSpPr/>
            <p:nvPr/>
          </p:nvSpPr>
          <p:spPr bwMode="auto">
            <a:xfrm>
              <a:off x="7574333" y="4746056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0E9C266A-573B-4C5B-A02F-F6141D10DE5F}"/>
                </a:ext>
              </a:extLst>
            </p:cNvPr>
            <p:cNvGrpSpPr/>
            <p:nvPr/>
          </p:nvGrpSpPr>
          <p:grpSpPr>
            <a:xfrm>
              <a:off x="6096000" y="2188783"/>
              <a:ext cx="5937908" cy="3619979"/>
              <a:chOff x="6096000" y="2188783"/>
              <a:chExt cx="5937908" cy="3619979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89F1695B-32ED-4F5D-B131-7751C4FC7E4C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508461"/>
                <a:chOff x="43733" y="2300301"/>
                <a:chExt cx="5937908" cy="3508461"/>
              </a:xfrm>
            </p:grpSpPr>
            <p:grpSp>
              <p:nvGrpSpPr>
                <p:cNvPr id="182" name="그룹 181">
                  <a:extLst>
                    <a:ext uri="{FF2B5EF4-FFF2-40B4-BE49-F238E27FC236}">
                      <a16:creationId xmlns:a16="http://schemas.microsoft.com/office/drawing/2014/main" id="{63B947BE-37CF-416D-9A8F-4B7D1F9730ED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201" name="Line 48">
                    <a:extLst>
                      <a:ext uri="{FF2B5EF4-FFF2-40B4-BE49-F238E27FC236}">
                        <a16:creationId xmlns:a16="http://schemas.microsoft.com/office/drawing/2014/main" id="{F362C433-1332-4AD5-A7CD-58D5755E4E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2" name="Line 48">
                    <a:extLst>
                      <a:ext uri="{FF2B5EF4-FFF2-40B4-BE49-F238E27FC236}">
                        <a16:creationId xmlns:a16="http://schemas.microsoft.com/office/drawing/2014/main" id="{8694BB5F-B2F9-4F56-BD0A-8D81BD2A18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3" name="Line 48">
                    <a:extLst>
                      <a:ext uri="{FF2B5EF4-FFF2-40B4-BE49-F238E27FC236}">
                        <a16:creationId xmlns:a16="http://schemas.microsoft.com/office/drawing/2014/main" id="{2E5150CA-6353-4DCE-8F53-E074507DA9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7" name="Line 48">
                    <a:extLst>
                      <a:ext uri="{FF2B5EF4-FFF2-40B4-BE49-F238E27FC236}">
                        <a16:creationId xmlns:a16="http://schemas.microsoft.com/office/drawing/2014/main" id="{A8DBF1B2-EF1F-4731-B20E-CAA827C0BD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8" name="Line 48">
                    <a:extLst>
                      <a:ext uri="{FF2B5EF4-FFF2-40B4-BE49-F238E27FC236}">
                        <a16:creationId xmlns:a16="http://schemas.microsoft.com/office/drawing/2014/main" id="{BBB66492-3E83-4D72-B777-C3FAE91892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9" name="Line 48">
                    <a:extLst>
                      <a:ext uri="{FF2B5EF4-FFF2-40B4-BE49-F238E27FC236}">
                        <a16:creationId xmlns:a16="http://schemas.microsoft.com/office/drawing/2014/main" id="{56C08ED3-FAFB-44F5-9FA1-4094EBF2D4A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0" name="Line 48">
                    <a:extLst>
                      <a:ext uri="{FF2B5EF4-FFF2-40B4-BE49-F238E27FC236}">
                        <a16:creationId xmlns:a16="http://schemas.microsoft.com/office/drawing/2014/main" id="{A82A29BF-3B19-4CA7-9B68-CA0E3BC18F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1" name="Line 48">
                    <a:extLst>
                      <a:ext uri="{FF2B5EF4-FFF2-40B4-BE49-F238E27FC236}">
                        <a16:creationId xmlns:a16="http://schemas.microsoft.com/office/drawing/2014/main" id="{7791FB9F-0280-4EB1-9643-837AEBB71E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2" name="Line 48">
                    <a:extLst>
                      <a:ext uri="{FF2B5EF4-FFF2-40B4-BE49-F238E27FC236}">
                        <a16:creationId xmlns:a16="http://schemas.microsoft.com/office/drawing/2014/main" id="{D8B3540E-EE8C-4671-A844-40CDA1C376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3" name="Line 48">
                    <a:extLst>
                      <a:ext uri="{FF2B5EF4-FFF2-40B4-BE49-F238E27FC236}">
                        <a16:creationId xmlns:a16="http://schemas.microsoft.com/office/drawing/2014/main" id="{90412255-2FAD-4D17-8CD3-E417E1619F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4" name="Line 48">
                    <a:extLst>
                      <a:ext uri="{FF2B5EF4-FFF2-40B4-BE49-F238E27FC236}">
                        <a16:creationId xmlns:a16="http://schemas.microsoft.com/office/drawing/2014/main" id="{5CF15D42-0653-4117-AA2F-A61B8E084A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5" name="TextBox 254">
                    <a:extLst>
                      <a:ext uri="{FF2B5EF4-FFF2-40B4-BE49-F238E27FC236}">
                        <a16:creationId xmlns:a16="http://schemas.microsoft.com/office/drawing/2014/main" id="{3EB539A3-1547-4BDC-976E-F5503D32F132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256" name="TextBox 255">
                    <a:extLst>
                      <a:ext uri="{FF2B5EF4-FFF2-40B4-BE49-F238E27FC236}">
                        <a16:creationId xmlns:a16="http://schemas.microsoft.com/office/drawing/2014/main" id="{10B10CD1-FE28-4280-8643-D2CF892ED635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257" name="TextBox 256">
                    <a:extLst>
                      <a:ext uri="{FF2B5EF4-FFF2-40B4-BE49-F238E27FC236}">
                        <a16:creationId xmlns:a16="http://schemas.microsoft.com/office/drawing/2014/main" id="{C44BA0AA-2627-4E1D-A7D5-3AAF9C52B56B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258" name="TextBox 257">
                    <a:extLst>
                      <a:ext uri="{FF2B5EF4-FFF2-40B4-BE49-F238E27FC236}">
                        <a16:creationId xmlns:a16="http://schemas.microsoft.com/office/drawing/2014/main" id="{6C26916D-B28E-4207-9FF9-FCA2D74B98DB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259" name="TextBox 258">
                    <a:extLst>
                      <a:ext uri="{FF2B5EF4-FFF2-40B4-BE49-F238E27FC236}">
                        <a16:creationId xmlns:a16="http://schemas.microsoft.com/office/drawing/2014/main" id="{38960E78-951D-4B43-9BA0-A9FBE7346DDB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260" name="TextBox 259">
                    <a:extLst>
                      <a:ext uri="{FF2B5EF4-FFF2-40B4-BE49-F238E27FC236}">
                        <a16:creationId xmlns:a16="http://schemas.microsoft.com/office/drawing/2014/main" id="{E1FE3DBD-05C0-455C-95AF-28C80C0CC9F7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BEDDD0C2-62FC-480D-9533-31BA271E9571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2" name="TextBox 261">
                    <a:extLst>
                      <a:ext uri="{FF2B5EF4-FFF2-40B4-BE49-F238E27FC236}">
                        <a16:creationId xmlns:a16="http://schemas.microsoft.com/office/drawing/2014/main" id="{8DA03588-6B73-43BA-B6B5-FA10D9CC3B0B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63" name="TextBox 262">
                    <a:extLst>
                      <a:ext uri="{FF2B5EF4-FFF2-40B4-BE49-F238E27FC236}">
                        <a16:creationId xmlns:a16="http://schemas.microsoft.com/office/drawing/2014/main" id="{720243A8-9F25-4647-A96A-60C44BED553A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64" name="TextBox 263">
                    <a:extLst>
                      <a:ext uri="{FF2B5EF4-FFF2-40B4-BE49-F238E27FC236}">
                        <a16:creationId xmlns:a16="http://schemas.microsoft.com/office/drawing/2014/main" id="{FDFCAA1A-FBE4-4D76-BA49-07F91DF5113F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5" name="TextBox 264">
                    <a:extLst>
                      <a:ext uri="{FF2B5EF4-FFF2-40B4-BE49-F238E27FC236}">
                        <a16:creationId xmlns:a16="http://schemas.microsoft.com/office/drawing/2014/main" id="{54EBAAA3-A85B-4721-B6BF-80C8AD49CD97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9B5A4CCB-9A8D-4A44-921B-565505F3631C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7" name="TextBox 266">
                    <a:extLst>
                      <a:ext uri="{FF2B5EF4-FFF2-40B4-BE49-F238E27FC236}">
                        <a16:creationId xmlns:a16="http://schemas.microsoft.com/office/drawing/2014/main" id="{3C7D2937-288B-444A-86CB-6CE21A2C87E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8" name="TextBox 267">
                    <a:extLst>
                      <a:ext uri="{FF2B5EF4-FFF2-40B4-BE49-F238E27FC236}">
                        <a16:creationId xmlns:a16="http://schemas.microsoft.com/office/drawing/2014/main" id="{020CBC69-EF40-4BF0-AD2A-AE722FE87D41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9" name="TextBox 268">
                    <a:extLst>
                      <a:ext uri="{FF2B5EF4-FFF2-40B4-BE49-F238E27FC236}">
                        <a16:creationId xmlns:a16="http://schemas.microsoft.com/office/drawing/2014/main" id="{A75D80A4-A73C-4834-B64E-5EA906BDA19C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0" name="TextBox 269">
                    <a:extLst>
                      <a:ext uri="{FF2B5EF4-FFF2-40B4-BE49-F238E27FC236}">
                        <a16:creationId xmlns:a16="http://schemas.microsoft.com/office/drawing/2014/main" id="{177B8B4E-1F0D-474C-A9FC-54D05A873074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1" name="TextBox 270">
                    <a:extLst>
                      <a:ext uri="{FF2B5EF4-FFF2-40B4-BE49-F238E27FC236}">
                        <a16:creationId xmlns:a16="http://schemas.microsoft.com/office/drawing/2014/main" id="{4AFA0C75-D657-4E81-8C19-77D3F7469098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5BDD579D-6091-4AB5-8937-DE545AC898B3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BEABFBBA-B615-444E-BBB1-94E9C2ECD9CA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4" name="TextBox 273">
                    <a:extLst>
                      <a:ext uri="{FF2B5EF4-FFF2-40B4-BE49-F238E27FC236}">
                        <a16:creationId xmlns:a16="http://schemas.microsoft.com/office/drawing/2014/main" id="{1DE0DED9-9D75-4AFE-B461-2858724DD8D1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5" name="TextBox 274">
                    <a:extLst>
                      <a:ext uri="{FF2B5EF4-FFF2-40B4-BE49-F238E27FC236}">
                        <a16:creationId xmlns:a16="http://schemas.microsoft.com/office/drawing/2014/main" id="{0D8730F1-D893-4DCE-8B12-2B7CCC5A7398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6" name="TextBox 275">
                    <a:extLst>
                      <a:ext uri="{FF2B5EF4-FFF2-40B4-BE49-F238E27FC236}">
                        <a16:creationId xmlns:a16="http://schemas.microsoft.com/office/drawing/2014/main" id="{F30A5941-BAD7-4287-BEC7-6AA92CED0FB3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83" name="Text Box 58">
                  <a:extLst>
                    <a:ext uri="{FF2B5EF4-FFF2-40B4-BE49-F238E27FC236}">
                      <a16:creationId xmlns:a16="http://schemas.microsoft.com/office/drawing/2014/main" id="{0903CDCF-8827-42B6-9E81-A76DD55108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6" name="Text Box 58">
                  <a:extLst>
                    <a:ext uri="{FF2B5EF4-FFF2-40B4-BE49-F238E27FC236}">
                      <a16:creationId xmlns:a16="http://schemas.microsoft.com/office/drawing/2014/main" id="{3CA6B527-6FD6-4AE9-BB89-25C4FE2F01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87" name="Text Box 58">
                  <a:extLst>
                    <a:ext uri="{FF2B5EF4-FFF2-40B4-BE49-F238E27FC236}">
                      <a16:creationId xmlns:a16="http://schemas.microsoft.com/office/drawing/2014/main" id="{7F4B58FB-2E17-4AA2-AD0E-3784EAFE2D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19233" y="3383615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89" name="Text Box 58">
                  <a:extLst>
                    <a:ext uri="{FF2B5EF4-FFF2-40B4-BE49-F238E27FC236}">
                      <a16:creationId xmlns:a16="http://schemas.microsoft.com/office/drawing/2014/main" id="{D1EF9C14-3D54-427B-B70F-995F10627C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47790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90" name="Text Box 58">
                  <a:extLst>
                    <a:ext uri="{FF2B5EF4-FFF2-40B4-BE49-F238E27FC236}">
                      <a16:creationId xmlns:a16="http://schemas.microsoft.com/office/drawing/2014/main" id="{117406D8-F45E-4F25-B687-773D347ED5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8693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200" name="Text Box 58">
                  <a:extLst>
                    <a:ext uri="{FF2B5EF4-FFF2-40B4-BE49-F238E27FC236}">
                      <a16:creationId xmlns:a16="http://schemas.microsoft.com/office/drawing/2014/main" id="{B9220005-11BD-4CC6-B146-7CC9C700C4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63307" y="3274836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278" name="Text Box 58">
                <a:extLst>
                  <a:ext uri="{FF2B5EF4-FFF2-40B4-BE49-F238E27FC236}">
                    <a16:creationId xmlns:a16="http://schemas.microsoft.com/office/drawing/2014/main" id="{CBC87E97-3EF8-4F37-9854-674E594298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54430" y="2188783"/>
                <a:ext cx="919337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79" name="Text Box 58">
                <a:extLst>
                  <a:ext uri="{FF2B5EF4-FFF2-40B4-BE49-F238E27FC236}">
                    <a16:creationId xmlns:a16="http://schemas.microsoft.com/office/drawing/2014/main" id="{543BCCC3-D23D-47A6-B218-D251737D97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26951" y="5340990"/>
                <a:ext cx="455879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80" name="타원 279">
                <a:extLst>
                  <a:ext uri="{FF2B5EF4-FFF2-40B4-BE49-F238E27FC236}">
                    <a16:creationId xmlns:a16="http://schemas.microsoft.com/office/drawing/2014/main" id="{4473DA34-3436-42C5-A57F-CE4DB811CD7C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870F51EC-5C36-494E-ABBC-565365CDD94B}"/>
                  </a:ext>
                </a:extLst>
              </p:cNvPr>
              <p:cNvSpPr/>
              <p:nvPr/>
            </p:nvSpPr>
            <p:spPr bwMode="auto">
              <a:xfrm>
                <a:off x="7484792" y="2487801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57" name="Text Box 58">
                <a:extLst>
                  <a:ext uri="{FF2B5EF4-FFF2-40B4-BE49-F238E27FC236}">
                    <a16:creationId xmlns:a16="http://schemas.microsoft.com/office/drawing/2014/main" id="{CD9D653F-DDBC-4CEF-95FD-00683B448F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78568" y="2324877"/>
                <a:ext cx="1457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16 </a:t>
                </a: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8BDDF49C-FDD9-491D-8362-44954F29B9FB}"/>
              </a:ext>
            </a:extLst>
          </p:cNvPr>
          <p:cNvGrpSpPr/>
          <p:nvPr/>
        </p:nvGrpSpPr>
        <p:grpSpPr>
          <a:xfrm>
            <a:off x="6096000" y="2188783"/>
            <a:ext cx="5956897" cy="3619979"/>
            <a:chOff x="6096000" y="2188783"/>
            <a:chExt cx="5956897" cy="3619979"/>
          </a:xfrm>
        </p:grpSpPr>
        <p:sp>
          <p:nvSpPr>
            <p:cNvPr id="159" name="별: 꼭짓점 16개 158">
              <a:extLst>
                <a:ext uri="{FF2B5EF4-FFF2-40B4-BE49-F238E27FC236}">
                  <a16:creationId xmlns:a16="http://schemas.microsoft.com/office/drawing/2014/main" id="{3DAE2DBC-1356-4D59-8540-502219095637}"/>
                </a:ext>
              </a:extLst>
            </p:cNvPr>
            <p:cNvSpPr/>
            <p:nvPr/>
          </p:nvSpPr>
          <p:spPr bwMode="auto">
            <a:xfrm>
              <a:off x="7574333" y="4746056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85DA5644-FF4E-4864-B38B-A0AFA8A619AA}"/>
                </a:ext>
              </a:extLst>
            </p:cNvPr>
            <p:cNvGrpSpPr/>
            <p:nvPr/>
          </p:nvGrpSpPr>
          <p:grpSpPr>
            <a:xfrm>
              <a:off x="6096000" y="2188783"/>
              <a:ext cx="5956897" cy="3619979"/>
              <a:chOff x="6096000" y="2188783"/>
              <a:chExt cx="5956897" cy="3619979"/>
            </a:xfrm>
          </p:grpSpPr>
          <p:grpSp>
            <p:nvGrpSpPr>
              <p:cNvPr id="161" name="그룹 160">
                <a:extLst>
                  <a:ext uri="{FF2B5EF4-FFF2-40B4-BE49-F238E27FC236}">
                    <a16:creationId xmlns:a16="http://schemas.microsoft.com/office/drawing/2014/main" id="{DE9F90EC-2B70-40E0-992B-385B5BDB39C3}"/>
                  </a:ext>
                </a:extLst>
              </p:cNvPr>
              <p:cNvGrpSpPr/>
              <p:nvPr/>
            </p:nvGrpSpPr>
            <p:grpSpPr>
              <a:xfrm>
                <a:off x="6096000" y="2582524"/>
                <a:ext cx="5937908" cy="3226238"/>
                <a:chOff x="43733" y="2582524"/>
                <a:chExt cx="5937908" cy="3226238"/>
              </a:xfrm>
            </p:grpSpPr>
            <p:grpSp>
              <p:nvGrpSpPr>
                <p:cNvPr id="167" name="그룹 166">
                  <a:extLst>
                    <a:ext uri="{FF2B5EF4-FFF2-40B4-BE49-F238E27FC236}">
                      <a16:creationId xmlns:a16="http://schemas.microsoft.com/office/drawing/2014/main" id="{1F86756B-DE4B-402E-8251-7E5018A24ECF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174" name="Line 48">
                    <a:extLst>
                      <a:ext uri="{FF2B5EF4-FFF2-40B4-BE49-F238E27FC236}">
                        <a16:creationId xmlns:a16="http://schemas.microsoft.com/office/drawing/2014/main" id="{632811CA-401A-4F8E-9831-BABDFC99F45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5" name="Line 48">
                    <a:extLst>
                      <a:ext uri="{FF2B5EF4-FFF2-40B4-BE49-F238E27FC236}">
                        <a16:creationId xmlns:a16="http://schemas.microsoft.com/office/drawing/2014/main" id="{A666E5DC-DC31-44D9-B540-C961F19AEF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6" name="Line 48">
                    <a:extLst>
                      <a:ext uri="{FF2B5EF4-FFF2-40B4-BE49-F238E27FC236}">
                        <a16:creationId xmlns:a16="http://schemas.microsoft.com/office/drawing/2014/main" id="{D1B6C62F-180E-477D-A6BF-A71C0ACAD1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7" name="Line 48">
                    <a:extLst>
                      <a:ext uri="{FF2B5EF4-FFF2-40B4-BE49-F238E27FC236}">
                        <a16:creationId xmlns:a16="http://schemas.microsoft.com/office/drawing/2014/main" id="{F19EC994-2039-4127-B8F2-AD1A178625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8" name="Line 48">
                    <a:extLst>
                      <a:ext uri="{FF2B5EF4-FFF2-40B4-BE49-F238E27FC236}">
                        <a16:creationId xmlns:a16="http://schemas.microsoft.com/office/drawing/2014/main" id="{9FDF0681-8811-49F9-9234-9DB5F611B9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9" name="Line 48">
                    <a:extLst>
                      <a:ext uri="{FF2B5EF4-FFF2-40B4-BE49-F238E27FC236}">
                        <a16:creationId xmlns:a16="http://schemas.microsoft.com/office/drawing/2014/main" id="{A65D0757-2FDD-4486-9412-E684E3A80E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0" name="Line 48">
                    <a:extLst>
                      <a:ext uri="{FF2B5EF4-FFF2-40B4-BE49-F238E27FC236}">
                        <a16:creationId xmlns:a16="http://schemas.microsoft.com/office/drawing/2014/main" id="{64B6BBFE-F20A-4DB2-9FAF-0258A3F906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4" name="Line 48">
                    <a:extLst>
                      <a:ext uri="{FF2B5EF4-FFF2-40B4-BE49-F238E27FC236}">
                        <a16:creationId xmlns:a16="http://schemas.microsoft.com/office/drawing/2014/main" id="{A052DF13-FA9B-4FF1-B621-C8AAC2147DE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8" name="Line 48">
                    <a:extLst>
                      <a:ext uri="{FF2B5EF4-FFF2-40B4-BE49-F238E27FC236}">
                        <a16:creationId xmlns:a16="http://schemas.microsoft.com/office/drawing/2014/main" id="{83696737-3B4A-4E37-BE61-65E5C3F7E6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1" name="Line 48">
                    <a:extLst>
                      <a:ext uri="{FF2B5EF4-FFF2-40B4-BE49-F238E27FC236}">
                        <a16:creationId xmlns:a16="http://schemas.microsoft.com/office/drawing/2014/main" id="{37BCB7C6-13BA-4EA8-80BF-5ED894351BB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2" name="Line 48">
                    <a:extLst>
                      <a:ext uri="{FF2B5EF4-FFF2-40B4-BE49-F238E27FC236}">
                        <a16:creationId xmlns:a16="http://schemas.microsoft.com/office/drawing/2014/main" id="{6F1EC6B4-CCDA-44C9-9D9D-A444DEEC97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9E99B0C4-D8B3-4C53-AF6E-D86F42D694C5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0646AF0C-34C6-49AD-A526-9C37532B0086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BA3738A4-210B-4139-AD56-202167CCD881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196" name="TextBox 195">
                    <a:extLst>
                      <a:ext uri="{FF2B5EF4-FFF2-40B4-BE49-F238E27FC236}">
                        <a16:creationId xmlns:a16="http://schemas.microsoft.com/office/drawing/2014/main" id="{6BCF3160-F398-4BDC-8FE8-98FD8B7BE947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617455FB-2243-4C9B-B44A-4F31FE6974E6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EAA58ABC-EE53-456D-B861-6E55B9975DE6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D9B2F6C2-7EE5-468B-BCD5-8D0AF5C65AD4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97E1FBE8-0D17-4DBF-A7CE-7325D063550D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4EEAF567-F6CA-42F4-B394-2F38C0CFD580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3AB2B8B1-746C-4A9B-AED5-B3DC209AD5B1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690D5731-D01A-4C42-BC96-E65787098499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AC181DB9-78ED-49A9-8E53-86816AC03DEB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7B9B737-0F0D-4BD1-A8BC-594EB5B4DBB8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22478895-D122-405F-9F26-A7EDBD63B577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1" name="TextBox 210">
                    <a:extLst>
                      <a:ext uri="{FF2B5EF4-FFF2-40B4-BE49-F238E27FC236}">
                        <a16:creationId xmlns:a16="http://schemas.microsoft.com/office/drawing/2014/main" id="{F629388E-5771-4DE8-8D55-BE53C7846333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60495838-0F92-4502-850F-5968A32239AC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3" name="TextBox 212">
                    <a:extLst>
                      <a:ext uri="{FF2B5EF4-FFF2-40B4-BE49-F238E27FC236}">
                        <a16:creationId xmlns:a16="http://schemas.microsoft.com/office/drawing/2014/main" id="{374C4160-1CA3-4CAF-8BE2-40B62ED80244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8A8EC8C6-AAA5-432E-A62B-F6A747AB670D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5" name="TextBox 214">
                    <a:extLst>
                      <a:ext uri="{FF2B5EF4-FFF2-40B4-BE49-F238E27FC236}">
                        <a16:creationId xmlns:a16="http://schemas.microsoft.com/office/drawing/2014/main" id="{14B35B18-2EC1-413A-A962-23B0F561755A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FCEFAE9B-D1B0-4D3D-99A1-8E76B5445EF8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D2E89F3A-7445-481F-AFED-CA816960ECCA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6A948A90-FCA6-441A-81C0-2032162DFCC2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68" name="Text Box 58">
                  <a:extLst>
                    <a:ext uri="{FF2B5EF4-FFF2-40B4-BE49-F238E27FC236}">
                      <a16:creationId xmlns:a16="http://schemas.microsoft.com/office/drawing/2014/main" id="{6C890B18-DF36-44C3-A17F-81BB019D12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" name="Text Box 58">
                  <a:extLst>
                    <a:ext uri="{FF2B5EF4-FFF2-40B4-BE49-F238E27FC236}">
                      <a16:creationId xmlns:a16="http://schemas.microsoft.com/office/drawing/2014/main" id="{97C1A384-D99F-4124-8A1A-B88B479606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47790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72" name="Text Box 58">
                  <a:extLst>
                    <a:ext uri="{FF2B5EF4-FFF2-40B4-BE49-F238E27FC236}">
                      <a16:creationId xmlns:a16="http://schemas.microsoft.com/office/drawing/2014/main" id="{F4ECCFCC-E804-4D6E-8393-992CF27FC2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8693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162" name="Text Box 58">
                <a:extLst>
                  <a:ext uri="{FF2B5EF4-FFF2-40B4-BE49-F238E27FC236}">
                    <a16:creationId xmlns:a16="http://schemas.microsoft.com/office/drawing/2014/main" id="{C0E93925-3141-4AC5-AE55-CF0C472782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54430" y="2188783"/>
                <a:ext cx="919337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3" name="Text Box 58">
                <a:extLst>
                  <a:ext uri="{FF2B5EF4-FFF2-40B4-BE49-F238E27FC236}">
                    <a16:creationId xmlns:a16="http://schemas.microsoft.com/office/drawing/2014/main" id="{7448C48F-DA1B-4EC3-9008-CBEE7D2190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26951" y="5340990"/>
                <a:ext cx="455879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4" name="타원 163">
                <a:extLst>
                  <a:ext uri="{FF2B5EF4-FFF2-40B4-BE49-F238E27FC236}">
                    <a16:creationId xmlns:a16="http://schemas.microsoft.com/office/drawing/2014/main" id="{B9BB8351-BBE8-4941-80F0-FBE9F5F56457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5" name="타원 164">
                <a:extLst>
                  <a:ext uri="{FF2B5EF4-FFF2-40B4-BE49-F238E27FC236}">
                    <a16:creationId xmlns:a16="http://schemas.microsoft.com/office/drawing/2014/main" id="{4C550CF2-DC47-4970-9668-8AE61556116A}"/>
                  </a:ext>
                </a:extLst>
              </p:cNvPr>
              <p:cNvSpPr/>
              <p:nvPr/>
            </p:nvSpPr>
            <p:spPr bwMode="auto">
              <a:xfrm>
                <a:off x="7484792" y="2487801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6" name="Text Box 58">
                <a:extLst>
                  <a:ext uri="{FF2B5EF4-FFF2-40B4-BE49-F238E27FC236}">
                    <a16:creationId xmlns:a16="http://schemas.microsoft.com/office/drawing/2014/main" id="{7FCAC576-B7D5-46BF-9005-86B27E53C4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70500" y="2199532"/>
                <a:ext cx="1457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9" name="타원 218">
                <a:extLst>
                  <a:ext uri="{FF2B5EF4-FFF2-40B4-BE49-F238E27FC236}">
                    <a16:creationId xmlns:a16="http://schemas.microsoft.com/office/drawing/2014/main" id="{2CAAC27E-AE55-4A08-900A-414BCD94479E}"/>
                  </a:ext>
                </a:extLst>
              </p:cNvPr>
              <p:cNvSpPr/>
              <p:nvPr/>
            </p:nvSpPr>
            <p:spPr bwMode="auto">
              <a:xfrm>
                <a:off x="8632411" y="251810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0" name="Text Box 58">
                <a:extLst>
                  <a:ext uri="{FF2B5EF4-FFF2-40B4-BE49-F238E27FC236}">
                    <a16:creationId xmlns:a16="http://schemas.microsoft.com/office/drawing/2014/main" id="{5EF0A7E6-A1DD-466A-A1DE-462E61F1B3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40418" y="3892026"/>
                <a:ext cx="1037055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21 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1" name="Text Box 58">
                <a:extLst>
                  <a:ext uri="{FF2B5EF4-FFF2-40B4-BE49-F238E27FC236}">
                    <a16:creationId xmlns:a16="http://schemas.microsoft.com/office/drawing/2014/main" id="{34E51CED-CABB-4441-AC4F-B40DA4AAC7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95176" y="2312860"/>
                <a:ext cx="1893742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2" name="Text Box 58">
                <a:extLst>
                  <a:ext uri="{FF2B5EF4-FFF2-40B4-BE49-F238E27FC236}">
                    <a16:creationId xmlns:a16="http://schemas.microsoft.com/office/drawing/2014/main" id="{07DA8F12-6E40-4759-9C8B-6AA45682E9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94923" y="3285057"/>
                <a:ext cx="145797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20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8AD0CC3-AC36-43DC-9134-8B094649A76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35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1061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Early</a:t>
            </a:r>
            <a:endParaRPr lang="ko-KR" altLang="en-US" sz="2000" dirty="0"/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8BDDF49C-FDD9-491D-8362-44954F29B9FB}"/>
              </a:ext>
            </a:extLst>
          </p:cNvPr>
          <p:cNvGrpSpPr/>
          <p:nvPr/>
        </p:nvGrpSpPr>
        <p:grpSpPr>
          <a:xfrm>
            <a:off x="3100557" y="2188783"/>
            <a:ext cx="7016637" cy="3619979"/>
            <a:chOff x="6096000" y="2188783"/>
            <a:chExt cx="7016637" cy="3619979"/>
          </a:xfrm>
        </p:grpSpPr>
        <p:sp>
          <p:nvSpPr>
            <p:cNvPr id="159" name="별: 꼭짓점 16개 158">
              <a:extLst>
                <a:ext uri="{FF2B5EF4-FFF2-40B4-BE49-F238E27FC236}">
                  <a16:creationId xmlns:a16="http://schemas.microsoft.com/office/drawing/2014/main" id="{3DAE2DBC-1356-4D59-8540-502219095637}"/>
                </a:ext>
              </a:extLst>
            </p:cNvPr>
            <p:cNvSpPr/>
            <p:nvPr/>
          </p:nvSpPr>
          <p:spPr bwMode="auto">
            <a:xfrm>
              <a:off x="7574333" y="4746056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85DA5644-FF4E-4864-B38B-A0AFA8A619AA}"/>
                </a:ext>
              </a:extLst>
            </p:cNvPr>
            <p:cNvGrpSpPr/>
            <p:nvPr/>
          </p:nvGrpSpPr>
          <p:grpSpPr>
            <a:xfrm>
              <a:off x="6096000" y="2188783"/>
              <a:ext cx="7016637" cy="3619979"/>
              <a:chOff x="6096000" y="2188783"/>
              <a:chExt cx="7016637" cy="3619979"/>
            </a:xfrm>
          </p:grpSpPr>
          <p:grpSp>
            <p:nvGrpSpPr>
              <p:cNvPr id="161" name="그룹 160">
                <a:extLst>
                  <a:ext uri="{FF2B5EF4-FFF2-40B4-BE49-F238E27FC236}">
                    <a16:creationId xmlns:a16="http://schemas.microsoft.com/office/drawing/2014/main" id="{DE9F90EC-2B70-40E0-992B-385B5BDB39C3}"/>
                  </a:ext>
                </a:extLst>
              </p:cNvPr>
              <p:cNvGrpSpPr/>
              <p:nvPr/>
            </p:nvGrpSpPr>
            <p:grpSpPr>
              <a:xfrm>
                <a:off x="6096000" y="2582524"/>
                <a:ext cx="5937908" cy="3226238"/>
                <a:chOff x="43733" y="2582524"/>
                <a:chExt cx="5937908" cy="3226238"/>
              </a:xfrm>
            </p:grpSpPr>
            <p:grpSp>
              <p:nvGrpSpPr>
                <p:cNvPr id="167" name="그룹 166">
                  <a:extLst>
                    <a:ext uri="{FF2B5EF4-FFF2-40B4-BE49-F238E27FC236}">
                      <a16:creationId xmlns:a16="http://schemas.microsoft.com/office/drawing/2014/main" id="{1F86756B-DE4B-402E-8251-7E5018A24ECF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174" name="Line 48">
                    <a:extLst>
                      <a:ext uri="{FF2B5EF4-FFF2-40B4-BE49-F238E27FC236}">
                        <a16:creationId xmlns:a16="http://schemas.microsoft.com/office/drawing/2014/main" id="{632811CA-401A-4F8E-9831-BABDFC99F45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5" name="Line 48">
                    <a:extLst>
                      <a:ext uri="{FF2B5EF4-FFF2-40B4-BE49-F238E27FC236}">
                        <a16:creationId xmlns:a16="http://schemas.microsoft.com/office/drawing/2014/main" id="{A666E5DC-DC31-44D9-B540-C961F19AEF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6" name="Line 48">
                    <a:extLst>
                      <a:ext uri="{FF2B5EF4-FFF2-40B4-BE49-F238E27FC236}">
                        <a16:creationId xmlns:a16="http://schemas.microsoft.com/office/drawing/2014/main" id="{D1B6C62F-180E-477D-A6BF-A71C0ACAD1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7" name="Line 48">
                    <a:extLst>
                      <a:ext uri="{FF2B5EF4-FFF2-40B4-BE49-F238E27FC236}">
                        <a16:creationId xmlns:a16="http://schemas.microsoft.com/office/drawing/2014/main" id="{F19EC994-2039-4127-B8F2-AD1A178625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8" name="Line 48">
                    <a:extLst>
                      <a:ext uri="{FF2B5EF4-FFF2-40B4-BE49-F238E27FC236}">
                        <a16:creationId xmlns:a16="http://schemas.microsoft.com/office/drawing/2014/main" id="{9FDF0681-8811-49F9-9234-9DB5F611B9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9" name="Line 48">
                    <a:extLst>
                      <a:ext uri="{FF2B5EF4-FFF2-40B4-BE49-F238E27FC236}">
                        <a16:creationId xmlns:a16="http://schemas.microsoft.com/office/drawing/2014/main" id="{A65D0757-2FDD-4486-9412-E684E3A80E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0" name="Line 48">
                    <a:extLst>
                      <a:ext uri="{FF2B5EF4-FFF2-40B4-BE49-F238E27FC236}">
                        <a16:creationId xmlns:a16="http://schemas.microsoft.com/office/drawing/2014/main" id="{64B6BBFE-F20A-4DB2-9FAF-0258A3F906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4" name="Line 48">
                    <a:extLst>
                      <a:ext uri="{FF2B5EF4-FFF2-40B4-BE49-F238E27FC236}">
                        <a16:creationId xmlns:a16="http://schemas.microsoft.com/office/drawing/2014/main" id="{A052DF13-FA9B-4FF1-B621-C8AAC2147DE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8" name="Line 48">
                    <a:extLst>
                      <a:ext uri="{FF2B5EF4-FFF2-40B4-BE49-F238E27FC236}">
                        <a16:creationId xmlns:a16="http://schemas.microsoft.com/office/drawing/2014/main" id="{83696737-3B4A-4E37-BE61-65E5C3F7E6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1" name="Line 48">
                    <a:extLst>
                      <a:ext uri="{FF2B5EF4-FFF2-40B4-BE49-F238E27FC236}">
                        <a16:creationId xmlns:a16="http://schemas.microsoft.com/office/drawing/2014/main" id="{37BCB7C6-13BA-4EA8-80BF-5ED894351BB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2" name="Line 48">
                    <a:extLst>
                      <a:ext uri="{FF2B5EF4-FFF2-40B4-BE49-F238E27FC236}">
                        <a16:creationId xmlns:a16="http://schemas.microsoft.com/office/drawing/2014/main" id="{6F1EC6B4-CCDA-44C9-9D9D-A444DEEC97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9E99B0C4-D8B3-4C53-AF6E-D86F42D694C5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0646AF0C-34C6-49AD-A526-9C37532B0086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BA3738A4-210B-4139-AD56-202167CCD881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196" name="TextBox 195">
                    <a:extLst>
                      <a:ext uri="{FF2B5EF4-FFF2-40B4-BE49-F238E27FC236}">
                        <a16:creationId xmlns:a16="http://schemas.microsoft.com/office/drawing/2014/main" id="{6BCF3160-F398-4BDC-8FE8-98FD8B7BE947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617455FB-2243-4C9B-B44A-4F31FE6974E6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EAA58ABC-EE53-456D-B861-6E55B9975DE6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D9B2F6C2-7EE5-468B-BCD5-8D0AF5C65AD4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97E1FBE8-0D17-4DBF-A7CE-7325D063550D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4EEAF567-F6CA-42F4-B394-2F38C0CFD580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3AB2B8B1-746C-4A9B-AED5-B3DC209AD5B1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690D5731-D01A-4C42-BC96-E65787098499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AC181DB9-78ED-49A9-8E53-86816AC03DEB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7B9B737-0F0D-4BD1-A8BC-594EB5B4DBB8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22478895-D122-405F-9F26-A7EDBD63B577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1" name="TextBox 210">
                    <a:extLst>
                      <a:ext uri="{FF2B5EF4-FFF2-40B4-BE49-F238E27FC236}">
                        <a16:creationId xmlns:a16="http://schemas.microsoft.com/office/drawing/2014/main" id="{F629388E-5771-4DE8-8D55-BE53C7846333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60495838-0F92-4502-850F-5968A32239AC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3" name="TextBox 212">
                    <a:extLst>
                      <a:ext uri="{FF2B5EF4-FFF2-40B4-BE49-F238E27FC236}">
                        <a16:creationId xmlns:a16="http://schemas.microsoft.com/office/drawing/2014/main" id="{374C4160-1CA3-4CAF-8BE2-40B62ED80244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8A8EC8C6-AAA5-432E-A62B-F6A747AB670D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5" name="TextBox 214">
                    <a:extLst>
                      <a:ext uri="{FF2B5EF4-FFF2-40B4-BE49-F238E27FC236}">
                        <a16:creationId xmlns:a16="http://schemas.microsoft.com/office/drawing/2014/main" id="{14B35B18-2EC1-413A-A962-23B0F561755A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FCEFAE9B-D1B0-4D3D-99A1-8E76B5445EF8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D2E89F3A-7445-481F-AFED-CA816960ECCA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6A948A90-FCA6-441A-81C0-2032162DFCC2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68" name="Text Box 58">
                  <a:extLst>
                    <a:ext uri="{FF2B5EF4-FFF2-40B4-BE49-F238E27FC236}">
                      <a16:creationId xmlns:a16="http://schemas.microsoft.com/office/drawing/2014/main" id="{6C890B18-DF36-44C3-A17F-81BB019D12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" name="Text Box 58">
                  <a:extLst>
                    <a:ext uri="{FF2B5EF4-FFF2-40B4-BE49-F238E27FC236}">
                      <a16:creationId xmlns:a16="http://schemas.microsoft.com/office/drawing/2014/main" id="{97C1A384-D99F-4124-8A1A-B88B479606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47790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72" name="Text Box 58">
                  <a:extLst>
                    <a:ext uri="{FF2B5EF4-FFF2-40B4-BE49-F238E27FC236}">
                      <a16:creationId xmlns:a16="http://schemas.microsoft.com/office/drawing/2014/main" id="{F4ECCFCC-E804-4D6E-8393-992CF27FC2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8693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162" name="Text Box 58">
                <a:extLst>
                  <a:ext uri="{FF2B5EF4-FFF2-40B4-BE49-F238E27FC236}">
                    <a16:creationId xmlns:a16="http://schemas.microsoft.com/office/drawing/2014/main" id="{C0E93925-3141-4AC5-AE55-CF0C472782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54430" y="2188783"/>
                <a:ext cx="919337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3" name="Text Box 58">
                <a:extLst>
                  <a:ext uri="{FF2B5EF4-FFF2-40B4-BE49-F238E27FC236}">
                    <a16:creationId xmlns:a16="http://schemas.microsoft.com/office/drawing/2014/main" id="{7448C48F-DA1B-4EC3-9008-CBEE7D2190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26951" y="5340990"/>
                <a:ext cx="455879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4" name="타원 163">
                <a:extLst>
                  <a:ext uri="{FF2B5EF4-FFF2-40B4-BE49-F238E27FC236}">
                    <a16:creationId xmlns:a16="http://schemas.microsoft.com/office/drawing/2014/main" id="{B9BB8351-BBE8-4941-80F0-FBE9F5F56457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5" name="타원 164">
                <a:extLst>
                  <a:ext uri="{FF2B5EF4-FFF2-40B4-BE49-F238E27FC236}">
                    <a16:creationId xmlns:a16="http://schemas.microsoft.com/office/drawing/2014/main" id="{4C550CF2-DC47-4970-9668-8AE61556116A}"/>
                  </a:ext>
                </a:extLst>
              </p:cNvPr>
              <p:cNvSpPr/>
              <p:nvPr/>
            </p:nvSpPr>
            <p:spPr bwMode="auto">
              <a:xfrm>
                <a:off x="7484792" y="2487801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6" name="Text Box 58">
                <a:extLst>
                  <a:ext uri="{FF2B5EF4-FFF2-40B4-BE49-F238E27FC236}">
                    <a16:creationId xmlns:a16="http://schemas.microsoft.com/office/drawing/2014/main" id="{7FCAC576-B7D5-46BF-9005-86B27E53C4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70500" y="2199532"/>
                <a:ext cx="1457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9" name="타원 218">
                <a:extLst>
                  <a:ext uri="{FF2B5EF4-FFF2-40B4-BE49-F238E27FC236}">
                    <a16:creationId xmlns:a16="http://schemas.microsoft.com/office/drawing/2014/main" id="{2CAAC27E-AE55-4A08-900A-414BCD94479E}"/>
                  </a:ext>
                </a:extLst>
              </p:cNvPr>
              <p:cNvSpPr/>
              <p:nvPr/>
            </p:nvSpPr>
            <p:spPr bwMode="auto">
              <a:xfrm>
                <a:off x="8632411" y="251810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0" name="Text Box 58">
                <a:extLst>
                  <a:ext uri="{FF2B5EF4-FFF2-40B4-BE49-F238E27FC236}">
                    <a16:creationId xmlns:a16="http://schemas.microsoft.com/office/drawing/2014/main" id="{5EF0A7E6-A1DD-466A-A1DE-462E61F1B3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40418" y="3892026"/>
                <a:ext cx="1037055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21 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1" name="Text Box 58">
                <a:extLst>
                  <a:ext uri="{FF2B5EF4-FFF2-40B4-BE49-F238E27FC236}">
                    <a16:creationId xmlns:a16="http://schemas.microsoft.com/office/drawing/2014/main" id="{34E51CED-CABB-4441-AC4F-B40DA4AAC7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95176" y="2312860"/>
                <a:ext cx="1893742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2" name="Text Box 58">
                <a:extLst>
                  <a:ext uri="{FF2B5EF4-FFF2-40B4-BE49-F238E27FC236}">
                    <a16:creationId xmlns:a16="http://schemas.microsoft.com/office/drawing/2014/main" id="{07DA8F12-6E40-4759-9C8B-6AA45682E9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83505" y="3062873"/>
                <a:ext cx="2229132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20 (</a:t>
                </a:r>
                <a:r>
                  <a:rPr lang="ko-KR" altLang="en-US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 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&lt; 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22 (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석촌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4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5" name="타원 154">
                <a:extLst>
                  <a:ext uri="{FF2B5EF4-FFF2-40B4-BE49-F238E27FC236}">
                    <a16:creationId xmlns:a16="http://schemas.microsoft.com/office/drawing/2014/main" id="{545B4DC9-19DF-4D12-8C47-5702AA9CBC14}"/>
                  </a:ext>
                </a:extLst>
              </p:cNvPr>
              <p:cNvSpPr/>
              <p:nvPr/>
            </p:nvSpPr>
            <p:spPr bwMode="auto">
              <a:xfrm>
                <a:off x="9715083" y="2530008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54120AB-791C-485E-A0FE-0D279F1CA9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36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28008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495B27E2-84A6-4CB8-9A9D-414E3BC30999}"/>
              </a:ext>
            </a:extLst>
          </p:cNvPr>
          <p:cNvSpPr/>
          <p:nvPr/>
        </p:nvSpPr>
        <p:spPr bwMode="auto">
          <a:xfrm rot="17856527">
            <a:off x="6649948" y="2368141"/>
            <a:ext cx="430819" cy="23592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893D32B-4DE2-4BE3-BE0B-F2468400A493}"/>
              </a:ext>
            </a:extLst>
          </p:cNvPr>
          <p:cNvSpPr/>
          <p:nvPr/>
        </p:nvSpPr>
        <p:spPr bwMode="auto">
          <a:xfrm rot="16361154">
            <a:off x="5130467" y="2390516"/>
            <a:ext cx="430819" cy="13020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3B4A5BA-569B-4BD1-B224-78108EA3121F}"/>
              </a:ext>
            </a:extLst>
          </p:cNvPr>
          <p:cNvSpPr/>
          <p:nvPr/>
        </p:nvSpPr>
        <p:spPr bwMode="auto">
          <a:xfrm rot="13212503">
            <a:off x="4194982" y="2796363"/>
            <a:ext cx="430819" cy="14718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Early</a:t>
            </a:r>
            <a:endParaRPr lang="ko-KR" altLang="en-US" sz="2000" dirty="0"/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8BDDF49C-FDD9-491D-8362-44954F29B9FB}"/>
              </a:ext>
            </a:extLst>
          </p:cNvPr>
          <p:cNvGrpSpPr/>
          <p:nvPr/>
        </p:nvGrpSpPr>
        <p:grpSpPr>
          <a:xfrm>
            <a:off x="3100557" y="2188783"/>
            <a:ext cx="7052474" cy="3619979"/>
            <a:chOff x="6096000" y="2188783"/>
            <a:chExt cx="7052474" cy="3619979"/>
          </a:xfrm>
        </p:grpSpPr>
        <p:sp>
          <p:nvSpPr>
            <p:cNvPr id="159" name="별: 꼭짓점 16개 158">
              <a:extLst>
                <a:ext uri="{FF2B5EF4-FFF2-40B4-BE49-F238E27FC236}">
                  <a16:creationId xmlns:a16="http://schemas.microsoft.com/office/drawing/2014/main" id="{3DAE2DBC-1356-4D59-8540-502219095637}"/>
                </a:ext>
              </a:extLst>
            </p:cNvPr>
            <p:cNvSpPr/>
            <p:nvPr/>
          </p:nvSpPr>
          <p:spPr bwMode="auto">
            <a:xfrm>
              <a:off x="7574333" y="4746056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85DA5644-FF4E-4864-B38B-A0AFA8A619AA}"/>
                </a:ext>
              </a:extLst>
            </p:cNvPr>
            <p:cNvGrpSpPr/>
            <p:nvPr/>
          </p:nvGrpSpPr>
          <p:grpSpPr>
            <a:xfrm>
              <a:off x="6096000" y="2188783"/>
              <a:ext cx="7052474" cy="3619979"/>
              <a:chOff x="6096000" y="2188783"/>
              <a:chExt cx="7052474" cy="3619979"/>
            </a:xfrm>
          </p:grpSpPr>
          <p:grpSp>
            <p:nvGrpSpPr>
              <p:cNvPr id="161" name="그룹 160">
                <a:extLst>
                  <a:ext uri="{FF2B5EF4-FFF2-40B4-BE49-F238E27FC236}">
                    <a16:creationId xmlns:a16="http://schemas.microsoft.com/office/drawing/2014/main" id="{DE9F90EC-2B70-40E0-992B-385B5BDB39C3}"/>
                  </a:ext>
                </a:extLst>
              </p:cNvPr>
              <p:cNvGrpSpPr/>
              <p:nvPr/>
            </p:nvGrpSpPr>
            <p:grpSpPr>
              <a:xfrm>
                <a:off x="6096000" y="2582524"/>
                <a:ext cx="5937908" cy="3226238"/>
                <a:chOff x="43733" y="2582524"/>
                <a:chExt cx="5937908" cy="3226238"/>
              </a:xfrm>
            </p:grpSpPr>
            <p:grpSp>
              <p:nvGrpSpPr>
                <p:cNvPr id="167" name="그룹 166">
                  <a:extLst>
                    <a:ext uri="{FF2B5EF4-FFF2-40B4-BE49-F238E27FC236}">
                      <a16:creationId xmlns:a16="http://schemas.microsoft.com/office/drawing/2014/main" id="{1F86756B-DE4B-402E-8251-7E5018A24ECF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174" name="Line 48">
                    <a:extLst>
                      <a:ext uri="{FF2B5EF4-FFF2-40B4-BE49-F238E27FC236}">
                        <a16:creationId xmlns:a16="http://schemas.microsoft.com/office/drawing/2014/main" id="{632811CA-401A-4F8E-9831-BABDFC99F45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5" name="Line 48">
                    <a:extLst>
                      <a:ext uri="{FF2B5EF4-FFF2-40B4-BE49-F238E27FC236}">
                        <a16:creationId xmlns:a16="http://schemas.microsoft.com/office/drawing/2014/main" id="{A666E5DC-DC31-44D9-B540-C961F19AEF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6" name="Line 48">
                    <a:extLst>
                      <a:ext uri="{FF2B5EF4-FFF2-40B4-BE49-F238E27FC236}">
                        <a16:creationId xmlns:a16="http://schemas.microsoft.com/office/drawing/2014/main" id="{D1B6C62F-180E-477D-A6BF-A71C0ACAD14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7" name="Line 48">
                    <a:extLst>
                      <a:ext uri="{FF2B5EF4-FFF2-40B4-BE49-F238E27FC236}">
                        <a16:creationId xmlns:a16="http://schemas.microsoft.com/office/drawing/2014/main" id="{F19EC994-2039-4127-B8F2-AD1A178625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8" name="Line 48">
                    <a:extLst>
                      <a:ext uri="{FF2B5EF4-FFF2-40B4-BE49-F238E27FC236}">
                        <a16:creationId xmlns:a16="http://schemas.microsoft.com/office/drawing/2014/main" id="{9FDF0681-8811-49F9-9234-9DB5F611B9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9" name="Line 48">
                    <a:extLst>
                      <a:ext uri="{FF2B5EF4-FFF2-40B4-BE49-F238E27FC236}">
                        <a16:creationId xmlns:a16="http://schemas.microsoft.com/office/drawing/2014/main" id="{A65D0757-2FDD-4486-9412-E684E3A80E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0" name="Line 48">
                    <a:extLst>
                      <a:ext uri="{FF2B5EF4-FFF2-40B4-BE49-F238E27FC236}">
                        <a16:creationId xmlns:a16="http://schemas.microsoft.com/office/drawing/2014/main" id="{64B6BBFE-F20A-4DB2-9FAF-0258A3F906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4" name="Line 48">
                    <a:extLst>
                      <a:ext uri="{FF2B5EF4-FFF2-40B4-BE49-F238E27FC236}">
                        <a16:creationId xmlns:a16="http://schemas.microsoft.com/office/drawing/2014/main" id="{A052DF13-FA9B-4FF1-B621-C8AAC2147DE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8" name="Line 48">
                    <a:extLst>
                      <a:ext uri="{FF2B5EF4-FFF2-40B4-BE49-F238E27FC236}">
                        <a16:creationId xmlns:a16="http://schemas.microsoft.com/office/drawing/2014/main" id="{83696737-3B4A-4E37-BE61-65E5C3F7E6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1" name="Line 48">
                    <a:extLst>
                      <a:ext uri="{FF2B5EF4-FFF2-40B4-BE49-F238E27FC236}">
                        <a16:creationId xmlns:a16="http://schemas.microsoft.com/office/drawing/2014/main" id="{37BCB7C6-13BA-4EA8-80BF-5ED894351BB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2" name="Line 48">
                    <a:extLst>
                      <a:ext uri="{FF2B5EF4-FFF2-40B4-BE49-F238E27FC236}">
                        <a16:creationId xmlns:a16="http://schemas.microsoft.com/office/drawing/2014/main" id="{6F1EC6B4-CCDA-44C9-9D9D-A444DEEC97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9E99B0C4-D8B3-4C53-AF6E-D86F42D694C5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0646AF0C-34C6-49AD-A526-9C37532B0086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BA3738A4-210B-4139-AD56-202167CCD881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196" name="TextBox 195">
                    <a:extLst>
                      <a:ext uri="{FF2B5EF4-FFF2-40B4-BE49-F238E27FC236}">
                        <a16:creationId xmlns:a16="http://schemas.microsoft.com/office/drawing/2014/main" id="{6BCF3160-F398-4BDC-8FE8-98FD8B7BE947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617455FB-2243-4C9B-B44A-4F31FE6974E6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EAA58ABC-EE53-456D-B861-6E55B9975DE6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D9B2F6C2-7EE5-468B-BCD5-8D0AF5C65AD4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97E1FBE8-0D17-4DBF-A7CE-7325D063550D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4EEAF567-F6CA-42F4-B394-2F38C0CFD580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3AB2B8B1-746C-4A9B-AED5-B3DC209AD5B1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690D5731-D01A-4C42-BC96-E65787098499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AC181DB9-78ED-49A9-8E53-86816AC03DEB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7B9B737-0F0D-4BD1-A8BC-594EB5B4DBB8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22478895-D122-405F-9F26-A7EDBD63B577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1" name="TextBox 210">
                    <a:extLst>
                      <a:ext uri="{FF2B5EF4-FFF2-40B4-BE49-F238E27FC236}">
                        <a16:creationId xmlns:a16="http://schemas.microsoft.com/office/drawing/2014/main" id="{F629388E-5771-4DE8-8D55-BE53C7846333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60495838-0F92-4502-850F-5968A32239AC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3" name="TextBox 212">
                    <a:extLst>
                      <a:ext uri="{FF2B5EF4-FFF2-40B4-BE49-F238E27FC236}">
                        <a16:creationId xmlns:a16="http://schemas.microsoft.com/office/drawing/2014/main" id="{374C4160-1CA3-4CAF-8BE2-40B62ED80244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8A8EC8C6-AAA5-432E-A62B-F6A747AB670D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5" name="TextBox 214">
                    <a:extLst>
                      <a:ext uri="{FF2B5EF4-FFF2-40B4-BE49-F238E27FC236}">
                        <a16:creationId xmlns:a16="http://schemas.microsoft.com/office/drawing/2014/main" id="{14B35B18-2EC1-413A-A962-23B0F561755A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FCEFAE9B-D1B0-4D3D-99A1-8E76B5445EF8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D2E89F3A-7445-481F-AFED-CA816960ECCA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6A948A90-FCA6-441A-81C0-2032162DFCC2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68" name="Text Box 58">
                  <a:extLst>
                    <a:ext uri="{FF2B5EF4-FFF2-40B4-BE49-F238E27FC236}">
                      <a16:creationId xmlns:a16="http://schemas.microsoft.com/office/drawing/2014/main" id="{6C890B18-DF36-44C3-A17F-81BB019D12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1" name="Text Box 58">
                  <a:extLst>
                    <a:ext uri="{FF2B5EF4-FFF2-40B4-BE49-F238E27FC236}">
                      <a16:creationId xmlns:a16="http://schemas.microsoft.com/office/drawing/2014/main" id="{97C1A384-D99F-4124-8A1A-B88B479606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47790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72" name="Text Box 58">
                  <a:extLst>
                    <a:ext uri="{FF2B5EF4-FFF2-40B4-BE49-F238E27FC236}">
                      <a16:creationId xmlns:a16="http://schemas.microsoft.com/office/drawing/2014/main" id="{F4ECCFCC-E804-4D6E-8393-992CF27FC2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8693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162" name="Text Box 58">
                <a:extLst>
                  <a:ext uri="{FF2B5EF4-FFF2-40B4-BE49-F238E27FC236}">
                    <a16:creationId xmlns:a16="http://schemas.microsoft.com/office/drawing/2014/main" id="{C0E93925-3141-4AC5-AE55-CF0C472782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54430" y="2188783"/>
                <a:ext cx="919337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3" name="Text Box 58">
                <a:extLst>
                  <a:ext uri="{FF2B5EF4-FFF2-40B4-BE49-F238E27FC236}">
                    <a16:creationId xmlns:a16="http://schemas.microsoft.com/office/drawing/2014/main" id="{7448C48F-DA1B-4EC3-9008-CBEE7D2190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26951" y="5340990"/>
                <a:ext cx="455879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4" name="타원 163">
                <a:extLst>
                  <a:ext uri="{FF2B5EF4-FFF2-40B4-BE49-F238E27FC236}">
                    <a16:creationId xmlns:a16="http://schemas.microsoft.com/office/drawing/2014/main" id="{B9BB8351-BBE8-4941-80F0-FBE9F5F56457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5" name="타원 164">
                <a:extLst>
                  <a:ext uri="{FF2B5EF4-FFF2-40B4-BE49-F238E27FC236}">
                    <a16:creationId xmlns:a16="http://schemas.microsoft.com/office/drawing/2014/main" id="{4C550CF2-DC47-4970-9668-8AE61556116A}"/>
                  </a:ext>
                </a:extLst>
              </p:cNvPr>
              <p:cNvSpPr/>
              <p:nvPr/>
            </p:nvSpPr>
            <p:spPr bwMode="auto">
              <a:xfrm>
                <a:off x="7484792" y="2487801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6" name="Text Box 58">
                <a:extLst>
                  <a:ext uri="{FF2B5EF4-FFF2-40B4-BE49-F238E27FC236}">
                    <a16:creationId xmlns:a16="http://schemas.microsoft.com/office/drawing/2014/main" id="{7FCAC576-B7D5-46BF-9005-86B27E53C4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70500" y="2199532"/>
                <a:ext cx="1457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9" name="타원 218">
                <a:extLst>
                  <a:ext uri="{FF2B5EF4-FFF2-40B4-BE49-F238E27FC236}">
                    <a16:creationId xmlns:a16="http://schemas.microsoft.com/office/drawing/2014/main" id="{2CAAC27E-AE55-4A08-900A-414BCD94479E}"/>
                  </a:ext>
                </a:extLst>
              </p:cNvPr>
              <p:cNvSpPr/>
              <p:nvPr/>
            </p:nvSpPr>
            <p:spPr bwMode="auto">
              <a:xfrm>
                <a:off x="8632411" y="251810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0" name="Text Box 58">
                <a:extLst>
                  <a:ext uri="{FF2B5EF4-FFF2-40B4-BE49-F238E27FC236}">
                    <a16:creationId xmlns:a16="http://schemas.microsoft.com/office/drawing/2014/main" id="{5EF0A7E6-A1DD-466A-A1DE-462E61F1B3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40418" y="3892026"/>
                <a:ext cx="1037055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21 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1" name="Text Box 58">
                <a:extLst>
                  <a:ext uri="{FF2B5EF4-FFF2-40B4-BE49-F238E27FC236}">
                    <a16:creationId xmlns:a16="http://schemas.microsoft.com/office/drawing/2014/main" id="{34E51CED-CABB-4441-AC4F-B40DA4AAC7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95176" y="2312860"/>
                <a:ext cx="1893742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2" name="Text Box 58">
                <a:extLst>
                  <a:ext uri="{FF2B5EF4-FFF2-40B4-BE49-F238E27FC236}">
                    <a16:creationId xmlns:a16="http://schemas.microsoft.com/office/drawing/2014/main" id="{07DA8F12-6E40-4759-9C8B-6AA45682E9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19342" y="3299285"/>
                <a:ext cx="2229132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20 (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6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5" name="타원 154">
                <a:extLst>
                  <a:ext uri="{FF2B5EF4-FFF2-40B4-BE49-F238E27FC236}">
                    <a16:creationId xmlns:a16="http://schemas.microsoft.com/office/drawing/2014/main" id="{545B4DC9-19DF-4D12-8C47-5702AA9CBC14}"/>
                  </a:ext>
                </a:extLst>
              </p:cNvPr>
              <p:cNvSpPr/>
              <p:nvPr/>
            </p:nvSpPr>
            <p:spPr bwMode="auto">
              <a:xfrm>
                <a:off x="9715083" y="2530008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55" name="타원 54">
                <a:extLst>
                  <a:ext uri="{FF2B5EF4-FFF2-40B4-BE49-F238E27FC236}">
                    <a16:creationId xmlns:a16="http://schemas.microsoft.com/office/drawing/2014/main" id="{5F22D844-E65A-402D-8FB7-D0C91B99D94C}"/>
                  </a:ext>
                </a:extLst>
              </p:cNvPr>
              <p:cNvSpPr/>
              <p:nvPr/>
            </p:nvSpPr>
            <p:spPr bwMode="auto">
              <a:xfrm>
                <a:off x="11115432" y="3758867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2FF24FB-9E0F-4316-9169-E142E0CE708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37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80234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Middle</a:t>
            </a:r>
            <a:endParaRPr lang="ko-KR" altLang="en-US" sz="20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27E8BA1-D8AD-4F05-BE8A-50D3907D352D}"/>
              </a:ext>
            </a:extLst>
          </p:cNvPr>
          <p:cNvGrpSpPr/>
          <p:nvPr/>
        </p:nvGrpSpPr>
        <p:grpSpPr>
          <a:xfrm>
            <a:off x="43733" y="2300301"/>
            <a:ext cx="5937908" cy="3508461"/>
            <a:chOff x="43733" y="2300301"/>
            <a:chExt cx="5937908" cy="3508461"/>
          </a:xfrm>
        </p:grpSpPr>
        <p:sp>
          <p:nvSpPr>
            <p:cNvPr id="94" name="별: 꼭짓점 16개 93">
              <a:extLst>
                <a:ext uri="{FF2B5EF4-FFF2-40B4-BE49-F238E27FC236}">
                  <a16:creationId xmlns:a16="http://schemas.microsoft.com/office/drawing/2014/main" id="{D37D391E-62FD-4623-9BDA-0C774651EBF1}"/>
                </a:ext>
              </a:extLst>
            </p:cNvPr>
            <p:cNvSpPr/>
            <p:nvPr/>
          </p:nvSpPr>
          <p:spPr bwMode="auto">
            <a:xfrm>
              <a:off x="2019558" y="3771760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91352950-1E74-4766-85A0-48DF7E7EB17E}"/>
                </a:ext>
              </a:extLst>
            </p:cNvPr>
            <p:cNvGrpSpPr/>
            <p:nvPr/>
          </p:nvGrpSpPr>
          <p:grpSpPr>
            <a:xfrm>
              <a:off x="43733" y="2300301"/>
              <a:ext cx="5937908" cy="3508461"/>
              <a:chOff x="43733" y="2300301"/>
              <a:chExt cx="5937908" cy="3508461"/>
            </a:xfrm>
          </p:grpSpPr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9BEA4225-320B-4C5A-9388-7F10FE2EF5E6}"/>
                  </a:ext>
                </a:extLst>
              </p:cNvPr>
              <p:cNvGrpSpPr/>
              <p:nvPr/>
            </p:nvGrpSpPr>
            <p:grpSpPr>
              <a:xfrm>
                <a:off x="204834" y="2582524"/>
                <a:ext cx="5776807" cy="2869347"/>
                <a:chOff x="151467" y="2751906"/>
                <a:chExt cx="5788079" cy="2534628"/>
              </a:xfrm>
            </p:grpSpPr>
            <p:sp>
              <p:nvSpPr>
                <p:cNvPr id="59" name="Line 48">
                  <a:extLst>
                    <a:ext uri="{FF2B5EF4-FFF2-40B4-BE49-F238E27FC236}">
                      <a16:creationId xmlns:a16="http://schemas.microsoft.com/office/drawing/2014/main" id="{E6F75E6A-12DB-4155-BB7A-158568C95D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1803" y="3143998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0" name="Line 48">
                  <a:extLst>
                    <a:ext uri="{FF2B5EF4-FFF2-40B4-BE49-F238E27FC236}">
                      <a16:creationId xmlns:a16="http://schemas.microsoft.com/office/drawing/2014/main" id="{32B6010A-1C4D-4141-8734-0F7EFBF280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7869" y="4879311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1" name="Line 48">
                  <a:extLst>
                    <a:ext uri="{FF2B5EF4-FFF2-40B4-BE49-F238E27FC236}">
                      <a16:creationId xmlns:a16="http://schemas.microsoft.com/office/drawing/2014/main" id="{91D0CBC4-40CE-4FE7-B3F8-23D43C78ED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6140" y="4879309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2" name="Line 48">
                  <a:extLst>
                    <a:ext uri="{FF2B5EF4-FFF2-40B4-BE49-F238E27FC236}">
                      <a16:creationId xmlns:a16="http://schemas.microsoft.com/office/drawing/2014/main" id="{EC37BC6D-15F9-460E-B81C-7B1052FC49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0074" y="3143996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3" name="Line 48">
                  <a:extLst>
                    <a:ext uri="{FF2B5EF4-FFF2-40B4-BE49-F238E27FC236}">
                      <a16:creationId xmlns:a16="http://schemas.microsoft.com/office/drawing/2014/main" id="{122B2C92-E6D9-414B-8B8A-ABF99074D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879496" y="314401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4" name="Line 48">
                  <a:extLst>
                    <a:ext uri="{FF2B5EF4-FFF2-40B4-BE49-F238E27FC236}">
                      <a16:creationId xmlns:a16="http://schemas.microsoft.com/office/drawing/2014/main" id="{C6F7A62D-998B-4DB0-B89D-621BB29760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879496" y="4011656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5" name="Line 48">
                  <a:extLst>
                    <a:ext uri="{FF2B5EF4-FFF2-40B4-BE49-F238E27FC236}">
                      <a16:creationId xmlns:a16="http://schemas.microsoft.com/office/drawing/2014/main" id="{3B44027E-9C01-4FEA-AF38-0A7695F8B1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870476" y="401162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6" name="Line 48">
                  <a:extLst>
                    <a:ext uri="{FF2B5EF4-FFF2-40B4-BE49-F238E27FC236}">
                      <a16:creationId xmlns:a16="http://schemas.microsoft.com/office/drawing/2014/main" id="{B90EE814-41E0-478B-808D-67D6D3EACA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3858345" y="3143995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7" name="Line 48">
                  <a:extLst>
                    <a:ext uri="{FF2B5EF4-FFF2-40B4-BE49-F238E27FC236}">
                      <a16:creationId xmlns:a16="http://schemas.microsoft.com/office/drawing/2014/main" id="{179AF937-900A-4EB6-A5AE-880F9F2B4B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1701803" y="4026907"/>
                  <a:ext cx="527658" cy="852358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8" name="Line 48">
                  <a:extLst>
                    <a:ext uri="{FF2B5EF4-FFF2-40B4-BE49-F238E27FC236}">
                      <a16:creationId xmlns:a16="http://schemas.microsoft.com/office/drawing/2014/main" id="{F97F71E0-8581-434D-B905-EF727F010D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2229461" y="3143902"/>
                  <a:ext cx="550613" cy="88295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" name="Line 48">
                  <a:extLst>
                    <a:ext uri="{FF2B5EF4-FFF2-40B4-BE49-F238E27FC236}">
                      <a16:creationId xmlns:a16="http://schemas.microsoft.com/office/drawing/2014/main" id="{387C0745-2ACF-4222-B61E-DC4AB1BCB0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58454" y="3143851"/>
                  <a:ext cx="1922198" cy="86771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C932932F-02C4-4295-BB4E-518707DA8157}"/>
                    </a:ext>
                  </a:extLst>
                </p:cNvPr>
                <p:cNvSpPr txBox="1"/>
                <p:nvPr/>
              </p:nvSpPr>
              <p:spPr>
                <a:xfrm>
                  <a:off x="203565" y="3826897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군자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1AA464C7-C41C-44B6-B795-4CF295F0F190}"/>
                    </a:ext>
                  </a:extLst>
                </p:cNvPr>
                <p:cNvSpPr txBox="1"/>
                <p:nvPr/>
              </p:nvSpPr>
              <p:spPr>
                <a:xfrm>
                  <a:off x="1360979" y="2754204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천호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FAA06206-4A5B-4599-9143-B62CAF235062}"/>
                    </a:ext>
                  </a:extLst>
                </p:cNvPr>
                <p:cNvSpPr txBox="1"/>
                <p:nvPr/>
              </p:nvSpPr>
              <p:spPr>
                <a:xfrm>
                  <a:off x="3568149" y="4917202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선정릉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4DF3E46-133E-4EDD-B4E2-F1BD6B227EFD}"/>
                    </a:ext>
                  </a:extLst>
                </p:cNvPr>
                <p:cNvSpPr txBox="1"/>
                <p:nvPr/>
              </p:nvSpPr>
              <p:spPr>
                <a:xfrm>
                  <a:off x="2295882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강남구청</a:t>
                  </a: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9A8F6F5-CBCA-4D41-8AA4-DF1F0986DCF3}"/>
                    </a:ext>
                  </a:extLst>
                </p:cNvPr>
                <p:cNvSpPr txBox="1"/>
                <p:nvPr/>
              </p:nvSpPr>
              <p:spPr>
                <a:xfrm>
                  <a:off x="4704913" y="3826897"/>
                  <a:ext cx="12346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종합운동장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9C6667E2-8D2B-480C-BDF4-753A590EE8A5}"/>
                    </a:ext>
                  </a:extLst>
                </p:cNvPr>
                <p:cNvSpPr txBox="1"/>
                <p:nvPr/>
              </p:nvSpPr>
              <p:spPr>
                <a:xfrm>
                  <a:off x="3568149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석촌</a:t>
                  </a:r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AE6C699-91AC-4503-A430-0690CD2E38E5}"/>
                    </a:ext>
                  </a:extLst>
                </p:cNvPr>
                <p:cNvSpPr txBox="1"/>
                <p:nvPr/>
              </p:nvSpPr>
              <p:spPr>
                <a:xfrm>
                  <a:off x="2504767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>
                      <a:latin typeface="+mj-ea"/>
                      <a:ea typeface="+mj-ea"/>
                    </a:rPr>
                    <a:t>잠실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1876205-9CCF-4999-8283-84615FC0BE50}"/>
                    </a:ext>
                  </a:extLst>
                </p:cNvPr>
                <p:cNvSpPr txBox="1"/>
                <p:nvPr/>
              </p:nvSpPr>
              <p:spPr>
                <a:xfrm>
                  <a:off x="1655948" y="3714475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강변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F00CEC9-2337-418F-9ABB-783F9CC4203C}"/>
                    </a:ext>
                  </a:extLst>
                </p:cNvPr>
                <p:cNvSpPr txBox="1"/>
                <p:nvPr/>
              </p:nvSpPr>
              <p:spPr>
                <a:xfrm>
                  <a:off x="1147429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건대입구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8E03496-A27C-4958-864B-AF4171055702}"/>
                    </a:ext>
                  </a:extLst>
                </p:cNvPr>
                <p:cNvSpPr txBox="1"/>
                <p:nvPr/>
              </p:nvSpPr>
              <p:spPr>
                <a:xfrm>
                  <a:off x="151467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0730562F-77AE-470F-9B07-53BCB04B906C}"/>
                    </a:ext>
                  </a:extLst>
                </p:cNvPr>
                <p:cNvSpPr txBox="1"/>
                <p:nvPr/>
              </p:nvSpPr>
              <p:spPr>
                <a:xfrm>
                  <a:off x="4967805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E9196D89-7996-4A48-BD34-C6C042178D4F}"/>
                    </a:ext>
                  </a:extLst>
                </p:cNvPr>
                <p:cNvSpPr txBox="1"/>
                <p:nvPr/>
              </p:nvSpPr>
              <p:spPr>
                <a:xfrm>
                  <a:off x="968649" y="3302091"/>
                  <a:ext cx="4635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91372DED-5B6F-4141-B8CF-27835B80BE4D}"/>
                    </a:ext>
                  </a:extLst>
                </p:cNvPr>
                <p:cNvSpPr txBox="1"/>
                <p:nvPr/>
              </p:nvSpPr>
              <p:spPr>
                <a:xfrm>
                  <a:off x="3345748" y="357470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36BBF646-A175-44A5-ABCF-C03676FD3A8B}"/>
                    </a:ext>
                  </a:extLst>
                </p:cNvPr>
                <p:cNvSpPr txBox="1"/>
                <p:nvPr/>
              </p:nvSpPr>
              <p:spPr>
                <a:xfrm>
                  <a:off x="2113259" y="3385054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19BC0866-5B64-41F8-B2E9-226F2F243806}"/>
                    </a:ext>
                  </a:extLst>
                </p:cNvPr>
                <p:cNvSpPr txBox="1"/>
                <p:nvPr/>
              </p:nvSpPr>
              <p:spPr>
                <a:xfrm>
                  <a:off x="1603286" y="418142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E7433920-521B-4A95-B1BF-6C2E48A2264E}"/>
                    </a:ext>
                  </a:extLst>
                </p:cNvPr>
                <p:cNvSpPr txBox="1"/>
                <p:nvPr/>
              </p:nvSpPr>
              <p:spPr>
                <a:xfrm>
                  <a:off x="4172577" y="3350690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0E876340-E79E-499C-A413-2E9D1845B665}"/>
                    </a:ext>
                  </a:extLst>
                </p:cNvPr>
                <p:cNvSpPr txBox="1"/>
                <p:nvPr/>
              </p:nvSpPr>
              <p:spPr>
                <a:xfrm>
                  <a:off x="3090621" y="289876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1306F0A-C1C9-46F5-801A-52EC6A501860}"/>
                    </a:ext>
                  </a:extLst>
                </p:cNvPr>
                <p:cNvSpPr txBox="1"/>
                <p:nvPr/>
              </p:nvSpPr>
              <p:spPr>
                <a:xfrm>
                  <a:off x="1980758" y="291133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DA1CCC10-A2B2-4DF2-A49A-25D042B7274E}"/>
                    </a:ext>
                  </a:extLst>
                </p:cNvPr>
                <p:cNvSpPr txBox="1"/>
                <p:nvPr/>
              </p:nvSpPr>
              <p:spPr>
                <a:xfrm>
                  <a:off x="864013" y="437074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1077BF92-CB81-4FB6-9F30-FA7158AF105F}"/>
                    </a:ext>
                  </a:extLst>
                </p:cNvPr>
                <p:cNvSpPr txBox="1"/>
                <p:nvPr/>
              </p:nvSpPr>
              <p:spPr>
                <a:xfrm>
                  <a:off x="4190773" y="441426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65970FA-A97D-4D36-AD66-195415A4DE17}"/>
                    </a:ext>
                  </a:extLst>
                </p:cNvPr>
                <p:cNvSpPr txBox="1"/>
                <p:nvPr/>
              </p:nvSpPr>
              <p:spPr>
                <a:xfrm>
                  <a:off x="3160290" y="462954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1AEA2DD5-D66D-4DCE-9AFE-87E18F38663F}"/>
                    </a:ext>
                  </a:extLst>
                </p:cNvPr>
                <p:cNvSpPr txBox="1"/>
                <p:nvPr/>
              </p:nvSpPr>
              <p:spPr>
                <a:xfrm>
                  <a:off x="2032012" y="463097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28" name="Text Box 58">
                <a:extLst>
                  <a:ext uri="{FF2B5EF4-FFF2-40B4-BE49-F238E27FC236}">
                    <a16:creationId xmlns:a16="http://schemas.microsoft.com/office/drawing/2014/main" id="{CCCC0FDD-A019-40F7-A3D9-975684C53D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33" y="3809042"/>
                <a:ext cx="687144" cy="41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9" name="Text Box 58">
                <a:extLst>
                  <a:ext uri="{FF2B5EF4-FFF2-40B4-BE49-F238E27FC236}">
                    <a16:creationId xmlns:a16="http://schemas.microsoft.com/office/drawing/2014/main" id="{28B6D39B-FE25-4407-9227-6F844C99EF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2679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0" name="Text Box 58">
                <a:extLst>
                  <a:ext uri="{FF2B5EF4-FFF2-40B4-BE49-F238E27FC236}">
                    <a16:creationId xmlns:a16="http://schemas.microsoft.com/office/drawing/2014/main" id="{557821B8-5688-4897-BDD0-E350D4F5F7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5139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1" name="Text Box 58">
                <a:extLst>
                  <a:ext uri="{FF2B5EF4-FFF2-40B4-BE49-F238E27FC236}">
                    <a16:creationId xmlns:a16="http://schemas.microsoft.com/office/drawing/2014/main" id="{BA1ABA08-2B48-480F-9C1D-B88780FFC3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0847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2" name="Text Box 58">
                <a:extLst>
                  <a:ext uri="{FF2B5EF4-FFF2-40B4-BE49-F238E27FC236}">
                    <a16:creationId xmlns:a16="http://schemas.microsoft.com/office/drawing/2014/main" id="{A7F94CD2-A01C-4F2F-878D-E4A49E84D8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9233" y="3383615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3" name="Text Box 58">
                <a:extLst>
                  <a:ext uri="{FF2B5EF4-FFF2-40B4-BE49-F238E27FC236}">
                    <a16:creationId xmlns:a16="http://schemas.microsoft.com/office/drawing/2014/main" id="{C7179076-90BC-402C-882A-340D1DB1C3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5127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4" name="Text Box 58">
                <a:extLst>
                  <a:ext uri="{FF2B5EF4-FFF2-40B4-BE49-F238E27FC236}">
                    <a16:creationId xmlns:a16="http://schemas.microsoft.com/office/drawing/2014/main" id="{CDE06175-3017-495D-B1D1-83BBA614A7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7790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5" name="Text Box 58">
                <a:extLst>
                  <a:ext uri="{FF2B5EF4-FFF2-40B4-BE49-F238E27FC236}">
                    <a16:creationId xmlns:a16="http://schemas.microsoft.com/office/drawing/2014/main" id="{196DE3B3-8EA2-4E46-8602-3D13A09296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8693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6" name="Text Box 58">
                <a:extLst>
                  <a:ext uri="{FF2B5EF4-FFF2-40B4-BE49-F238E27FC236}">
                    <a16:creationId xmlns:a16="http://schemas.microsoft.com/office/drawing/2014/main" id="{016A4CD0-670D-4775-A875-050341459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3307" y="3274836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0AB82B94-71D3-4E13-8005-D32C10FD56C6}"/>
              </a:ext>
            </a:extLst>
          </p:cNvPr>
          <p:cNvGrpSpPr/>
          <p:nvPr/>
        </p:nvGrpSpPr>
        <p:grpSpPr>
          <a:xfrm>
            <a:off x="6096000" y="2300301"/>
            <a:ext cx="5937908" cy="3508461"/>
            <a:chOff x="6096000" y="2300301"/>
            <a:chExt cx="5937908" cy="3508461"/>
          </a:xfrm>
        </p:grpSpPr>
        <p:sp>
          <p:nvSpPr>
            <p:cNvPr id="95" name="별: 꼭짓점 16개 94">
              <a:extLst>
                <a:ext uri="{FF2B5EF4-FFF2-40B4-BE49-F238E27FC236}">
                  <a16:creationId xmlns:a16="http://schemas.microsoft.com/office/drawing/2014/main" id="{C39C178D-8AB3-4310-B7FB-4E3C685BF322}"/>
                </a:ext>
              </a:extLst>
            </p:cNvPr>
            <p:cNvSpPr/>
            <p:nvPr/>
          </p:nvSpPr>
          <p:spPr bwMode="auto">
            <a:xfrm>
              <a:off x="8069018" y="3790378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0E9C266A-573B-4C5B-A02F-F6141D10DE5F}"/>
                </a:ext>
              </a:extLst>
            </p:cNvPr>
            <p:cNvGrpSpPr/>
            <p:nvPr/>
          </p:nvGrpSpPr>
          <p:grpSpPr>
            <a:xfrm>
              <a:off x="6096000" y="2300301"/>
              <a:ext cx="5937908" cy="3508461"/>
              <a:chOff x="6096000" y="2300301"/>
              <a:chExt cx="5937908" cy="3508461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89F1695B-32ED-4F5D-B131-7751C4FC7E4C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508461"/>
                <a:chOff x="43733" y="2300301"/>
                <a:chExt cx="5937908" cy="3508461"/>
              </a:xfrm>
            </p:grpSpPr>
            <p:grpSp>
              <p:nvGrpSpPr>
                <p:cNvPr id="182" name="그룹 181">
                  <a:extLst>
                    <a:ext uri="{FF2B5EF4-FFF2-40B4-BE49-F238E27FC236}">
                      <a16:creationId xmlns:a16="http://schemas.microsoft.com/office/drawing/2014/main" id="{63B947BE-37CF-416D-9A8F-4B7D1F9730ED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201" name="Line 48">
                    <a:extLst>
                      <a:ext uri="{FF2B5EF4-FFF2-40B4-BE49-F238E27FC236}">
                        <a16:creationId xmlns:a16="http://schemas.microsoft.com/office/drawing/2014/main" id="{F362C433-1332-4AD5-A7CD-58D5755E4E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2" name="Line 48">
                    <a:extLst>
                      <a:ext uri="{FF2B5EF4-FFF2-40B4-BE49-F238E27FC236}">
                        <a16:creationId xmlns:a16="http://schemas.microsoft.com/office/drawing/2014/main" id="{8694BB5F-B2F9-4F56-BD0A-8D81BD2A18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3" name="Line 48">
                    <a:extLst>
                      <a:ext uri="{FF2B5EF4-FFF2-40B4-BE49-F238E27FC236}">
                        <a16:creationId xmlns:a16="http://schemas.microsoft.com/office/drawing/2014/main" id="{2E5150CA-6353-4DCE-8F53-E074507DA9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7" name="Line 48">
                    <a:extLst>
                      <a:ext uri="{FF2B5EF4-FFF2-40B4-BE49-F238E27FC236}">
                        <a16:creationId xmlns:a16="http://schemas.microsoft.com/office/drawing/2014/main" id="{A8DBF1B2-EF1F-4731-B20E-CAA827C0BD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8" name="Line 48">
                    <a:extLst>
                      <a:ext uri="{FF2B5EF4-FFF2-40B4-BE49-F238E27FC236}">
                        <a16:creationId xmlns:a16="http://schemas.microsoft.com/office/drawing/2014/main" id="{BBB66492-3E83-4D72-B777-C3FAE91892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9" name="Line 48">
                    <a:extLst>
                      <a:ext uri="{FF2B5EF4-FFF2-40B4-BE49-F238E27FC236}">
                        <a16:creationId xmlns:a16="http://schemas.microsoft.com/office/drawing/2014/main" id="{56C08ED3-FAFB-44F5-9FA1-4094EBF2D4A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0" name="Line 48">
                    <a:extLst>
                      <a:ext uri="{FF2B5EF4-FFF2-40B4-BE49-F238E27FC236}">
                        <a16:creationId xmlns:a16="http://schemas.microsoft.com/office/drawing/2014/main" id="{A82A29BF-3B19-4CA7-9B68-CA0E3BC18F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1" name="Line 48">
                    <a:extLst>
                      <a:ext uri="{FF2B5EF4-FFF2-40B4-BE49-F238E27FC236}">
                        <a16:creationId xmlns:a16="http://schemas.microsoft.com/office/drawing/2014/main" id="{7791FB9F-0280-4EB1-9643-837AEBB71E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2" name="Line 48">
                    <a:extLst>
                      <a:ext uri="{FF2B5EF4-FFF2-40B4-BE49-F238E27FC236}">
                        <a16:creationId xmlns:a16="http://schemas.microsoft.com/office/drawing/2014/main" id="{D8B3540E-EE8C-4671-A844-40CDA1C376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3" name="Line 48">
                    <a:extLst>
                      <a:ext uri="{FF2B5EF4-FFF2-40B4-BE49-F238E27FC236}">
                        <a16:creationId xmlns:a16="http://schemas.microsoft.com/office/drawing/2014/main" id="{90412255-2FAD-4D17-8CD3-E417E1619F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4" name="Line 48">
                    <a:extLst>
                      <a:ext uri="{FF2B5EF4-FFF2-40B4-BE49-F238E27FC236}">
                        <a16:creationId xmlns:a16="http://schemas.microsoft.com/office/drawing/2014/main" id="{5CF15D42-0653-4117-AA2F-A61B8E084A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5" name="TextBox 254">
                    <a:extLst>
                      <a:ext uri="{FF2B5EF4-FFF2-40B4-BE49-F238E27FC236}">
                        <a16:creationId xmlns:a16="http://schemas.microsoft.com/office/drawing/2014/main" id="{3EB539A3-1547-4BDC-976E-F5503D32F132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256" name="TextBox 255">
                    <a:extLst>
                      <a:ext uri="{FF2B5EF4-FFF2-40B4-BE49-F238E27FC236}">
                        <a16:creationId xmlns:a16="http://schemas.microsoft.com/office/drawing/2014/main" id="{10B10CD1-FE28-4280-8643-D2CF892ED635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257" name="TextBox 256">
                    <a:extLst>
                      <a:ext uri="{FF2B5EF4-FFF2-40B4-BE49-F238E27FC236}">
                        <a16:creationId xmlns:a16="http://schemas.microsoft.com/office/drawing/2014/main" id="{C44BA0AA-2627-4E1D-A7D5-3AAF9C52B56B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258" name="TextBox 257">
                    <a:extLst>
                      <a:ext uri="{FF2B5EF4-FFF2-40B4-BE49-F238E27FC236}">
                        <a16:creationId xmlns:a16="http://schemas.microsoft.com/office/drawing/2014/main" id="{6C26916D-B28E-4207-9FF9-FCA2D74B98DB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259" name="TextBox 258">
                    <a:extLst>
                      <a:ext uri="{FF2B5EF4-FFF2-40B4-BE49-F238E27FC236}">
                        <a16:creationId xmlns:a16="http://schemas.microsoft.com/office/drawing/2014/main" id="{38960E78-951D-4B43-9BA0-A9FBE7346DDB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260" name="TextBox 259">
                    <a:extLst>
                      <a:ext uri="{FF2B5EF4-FFF2-40B4-BE49-F238E27FC236}">
                        <a16:creationId xmlns:a16="http://schemas.microsoft.com/office/drawing/2014/main" id="{E1FE3DBD-05C0-455C-95AF-28C80C0CC9F7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BEDDD0C2-62FC-480D-9533-31BA271E9571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2" name="TextBox 261">
                    <a:extLst>
                      <a:ext uri="{FF2B5EF4-FFF2-40B4-BE49-F238E27FC236}">
                        <a16:creationId xmlns:a16="http://schemas.microsoft.com/office/drawing/2014/main" id="{8DA03588-6B73-43BA-B6B5-FA10D9CC3B0B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63" name="TextBox 262">
                    <a:extLst>
                      <a:ext uri="{FF2B5EF4-FFF2-40B4-BE49-F238E27FC236}">
                        <a16:creationId xmlns:a16="http://schemas.microsoft.com/office/drawing/2014/main" id="{720243A8-9F25-4647-A96A-60C44BED553A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64" name="TextBox 263">
                    <a:extLst>
                      <a:ext uri="{FF2B5EF4-FFF2-40B4-BE49-F238E27FC236}">
                        <a16:creationId xmlns:a16="http://schemas.microsoft.com/office/drawing/2014/main" id="{FDFCAA1A-FBE4-4D76-BA49-07F91DF5113F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5" name="TextBox 264">
                    <a:extLst>
                      <a:ext uri="{FF2B5EF4-FFF2-40B4-BE49-F238E27FC236}">
                        <a16:creationId xmlns:a16="http://schemas.microsoft.com/office/drawing/2014/main" id="{54EBAAA3-A85B-4721-B6BF-80C8AD49CD97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9B5A4CCB-9A8D-4A44-921B-565505F3631C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7" name="TextBox 266">
                    <a:extLst>
                      <a:ext uri="{FF2B5EF4-FFF2-40B4-BE49-F238E27FC236}">
                        <a16:creationId xmlns:a16="http://schemas.microsoft.com/office/drawing/2014/main" id="{3C7D2937-288B-444A-86CB-6CE21A2C87E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8" name="TextBox 267">
                    <a:extLst>
                      <a:ext uri="{FF2B5EF4-FFF2-40B4-BE49-F238E27FC236}">
                        <a16:creationId xmlns:a16="http://schemas.microsoft.com/office/drawing/2014/main" id="{020CBC69-EF40-4BF0-AD2A-AE722FE87D41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9" name="TextBox 268">
                    <a:extLst>
                      <a:ext uri="{FF2B5EF4-FFF2-40B4-BE49-F238E27FC236}">
                        <a16:creationId xmlns:a16="http://schemas.microsoft.com/office/drawing/2014/main" id="{A75D80A4-A73C-4834-B64E-5EA906BDA19C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0" name="TextBox 269">
                    <a:extLst>
                      <a:ext uri="{FF2B5EF4-FFF2-40B4-BE49-F238E27FC236}">
                        <a16:creationId xmlns:a16="http://schemas.microsoft.com/office/drawing/2014/main" id="{177B8B4E-1F0D-474C-A9FC-54D05A873074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1" name="TextBox 270">
                    <a:extLst>
                      <a:ext uri="{FF2B5EF4-FFF2-40B4-BE49-F238E27FC236}">
                        <a16:creationId xmlns:a16="http://schemas.microsoft.com/office/drawing/2014/main" id="{4AFA0C75-D657-4E81-8C19-77D3F7469098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5BDD579D-6091-4AB5-8937-DE545AC898B3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BEABFBBA-B615-444E-BBB1-94E9C2ECD9CA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4" name="TextBox 273">
                    <a:extLst>
                      <a:ext uri="{FF2B5EF4-FFF2-40B4-BE49-F238E27FC236}">
                        <a16:creationId xmlns:a16="http://schemas.microsoft.com/office/drawing/2014/main" id="{1DE0DED9-9D75-4AFE-B461-2858724DD8D1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5" name="TextBox 274">
                    <a:extLst>
                      <a:ext uri="{FF2B5EF4-FFF2-40B4-BE49-F238E27FC236}">
                        <a16:creationId xmlns:a16="http://schemas.microsoft.com/office/drawing/2014/main" id="{0D8730F1-D893-4DCE-8B12-2B7CCC5A7398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6" name="TextBox 275">
                    <a:extLst>
                      <a:ext uri="{FF2B5EF4-FFF2-40B4-BE49-F238E27FC236}">
                        <a16:creationId xmlns:a16="http://schemas.microsoft.com/office/drawing/2014/main" id="{F30A5941-BAD7-4287-BEC7-6AA92CED0FB3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83" name="Text Box 58">
                  <a:extLst>
                    <a:ext uri="{FF2B5EF4-FFF2-40B4-BE49-F238E27FC236}">
                      <a16:creationId xmlns:a16="http://schemas.microsoft.com/office/drawing/2014/main" id="{0903CDCF-8827-42B6-9E81-A76DD55108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" name="Text Box 58">
                  <a:extLst>
                    <a:ext uri="{FF2B5EF4-FFF2-40B4-BE49-F238E27FC236}">
                      <a16:creationId xmlns:a16="http://schemas.microsoft.com/office/drawing/2014/main" id="{A36CD207-7E56-49FD-8912-3478C058B7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55139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86" name="Text Box 58">
                  <a:extLst>
                    <a:ext uri="{FF2B5EF4-FFF2-40B4-BE49-F238E27FC236}">
                      <a16:creationId xmlns:a16="http://schemas.microsoft.com/office/drawing/2014/main" id="{3CA6B527-6FD6-4AE9-BB89-25C4FE2F01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87" name="Text Box 58">
                  <a:extLst>
                    <a:ext uri="{FF2B5EF4-FFF2-40B4-BE49-F238E27FC236}">
                      <a16:creationId xmlns:a16="http://schemas.microsoft.com/office/drawing/2014/main" id="{7F4B58FB-2E17-4AA2-AD0E-3784EAFE2D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19233" y="3383615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89" name="Text Box 58">
                  <a:extLst>
                    <a:ext uri="{FF2B5EF4-FFF2-40B4-BE49-F238E27FC236}">
                      <a16:creationId xmlns:a16="http://schemas.microsoft.com/office/drawing/2014/main" id="{D1EF9C14-3D54-427B-B70F-995F10627C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47790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90" name="Text Box 58">
                  <a:extLst>
                    <a:ext uri="{FF2B5EF4-FFF2-40B4-BE49-F238E27FC236}">
                      <a16:creationId xmlns:a16="http://schemas.microsoft.com/office/drawing/2014/main" id="{117406D8-F45E-4F25-B687-773D347ED5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8693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200" name="Text Box 58">
                  <a:extLst>
                    <a:ext uri="{FF2B5EF4-FFF2-40B4-BE49-F238E27FC236}">
                      <a16:creationId xmlns:a16="http://schemas.microsoft.com/office/drawing/2014/main" id="{B9220005-11BD-4CC6-B146-7CC9C700C4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63307" y="3274836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278" name="Text Box 58">
                <a:extLst>
                  <a:ext uri="{FF2B5EF4-FFF2-40B4-BE49-F238E27FC236}">
                    <a16:creationId xmlns:a16="http://schemas.microsoft.com/office/drawing/2014/main" id="{CBC87E97-3EF8-4F37-9854-674E594298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0835" y="2356252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80" name="타원 279">
                <a:extLst>
                  <a:ext uri="{FF2B5EF4-FFF2-40B4-BE49-F238E27FC236}">
                    <a16:creationId xmlns:a16="http://schemas.microsoft.com/office/drawing/2014/main" id="{4473DA34-3436-42C5-A57F-CE4DB811CD7C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98" name="Text Box 58">
                <a:extLst>
                  <a:ext uri="{FF2B5EF4-FFF2-40B4-BE49-F238E27FC236}">
                    <a16:creationId xmlns:a16="http://schemas.microsoft.com/office/drawing/2014/main" id="{8A871D0C-8505-4CAD-8ABA-2C4643F083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28904" y="532727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EC357E2-13F1-4AD5-8571-F5B497DA10B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38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59944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Middle</a:t>
            </a:r>
            <a:endParaRPr lang="ko-KR" altLang="en-US" sz="20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AB82B94-71D3-4E13-8005-D32C10FD56C6}"/>
              </a:ext>
            </a:extLst>
          </p:cNvPr>
          <p:cNvGrpSpPr/>
          <p:nvPr/>
        </p:nvGrpSpPr>
        <p:grpSpPr>
          <a:xfrm>
            <a:off x="21037" y="2300301"/>
            <a:ext cx="5937908" cy="3606386"/>
            <a:chOff x="6096000" y="2300301"/>
            <a:chExt cx="5937908" cy="3606386"/>
          </a:xfrm>
        </p:grpSpPr>
        <p:sp>
          <p:nvSpPr>
            <p:cNvPr id="95" name="별: 꼭짓점 16개 94">
              <a:extLst>
                <a:ext uri="{FF2B5EF4-FFF2-40B4-BE49-F238E27FC236}">
                  <a16:creationId xmlns:a16="http://schemas.microsoft.com/office/drawing/2014/main" id="{C39C178D-8AB3-4310-B7FB-4E3C685BF322}"/>
                </a:ext>
              </a:extLst>
            </p:cNvPr>
            <p:cNvSpPr/>
            <p:nvPr/>
          </p:nvSpPr>
          <p:spPr bwMode="auto">
            <a:xfrm>
              <a:off x="8069018" y="3790378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0E9C266A-573B-4C5B-A02F-F6141D10DE5F}"/>
                </a:ext>
              </a:extLst>
            </p:cNvPr>
            <p:cNvGrpSpPr/>
            <p:nvPr/>
          </p:nvGrpSpPr>
          <p:grpSpPr>
            <a:xfrm>
              <a:off x="6096000" y="2300301"/>
              <a:ext cx="5937908" cy="3606386"/>
              <a:chOff x="6096000" y="2300301"/>
              <a:chExt cx="5937908" cy="3606386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89F1695B-32ED-4F5D-B131-7751C4FC7E4C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508461"/>
                <a:chOff x="43733" y="2300301"/>
                <a:chExt cx="5937908" cy="3508461"/>
              </a:xfrm>
            </p:grpSpPr>
            <p:grpSp>
              <p:nvGrpSpPr>
                <p:cNvPr id="182" name="그룹 181">
                  <a:extLst>
                    <a:ext uri="{FF2B5EF4-FFF2-40B4-BE49-F238E27FC236}">
                      <a16:creationId xmlns:a16="http://schemas.microsoft.com/office/drawing/2014/main" id="{63B947BE-37CF-416D-9A8F-4B7D1F9730ED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201" name="Line 48">
                    <a:extLst>
                      <a:ext uri="{FF2B5EF4-FFF2-40B4-BE49-F238E27FC236}">
                        <a16:creationId xmlns:a16="http://schemas.microsoft.com/office/drawing/2014/main" id="{F362C433-1332-4AD5-A7CD-58D5755E4E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2" name="Line 48">
                    <a:extLst>
                      <a:ext uri="{FF2B5EF4-FFF2-40B4-BE49-F238E27FC236}">
                        <a16:creationId xmlns:a16="http://schemas.microsoft.com/office/drawing/2014/main" id="{8694BB5F-B2F9-4F56-BD0A-8D81BD2A18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3" name="Line 48">
                    <a:extLst>
                      <a:ext uri="{FF2B5EF4-FFF2-40B4-BE49-F238E27FC236}">
                        <a16:creationId xmlns:a16="http://schemas.microsoft.com/office/drawing/2014/main" id="{2E5150CA-6353-4DCE-8F53-E074507DA9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7" name="Line 48">
                    <a:extLst>
                      <a:ext uri="{FF2B5EF4-FFF2-40B4-BE49-F238E27FC236}">
                        <a16:creationId xmlns:a16="http://schemas.microsoft.com/office/drawing/2014/main" id="{A8DBF1B2-EF1F-4731-B20E-CAA827C0BD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8" name="Line 48">
                    <a:extLst>
                      <a:ext uri="{FF2B5EF4-FFF2-40B4-BE49-F238E27FC236}">
                        <a16:creationId xmlns:a16="http://schemas.microsoft.com/office/drawing/2014/main" id="{BBB66492-3E83-4D72-B777-C3FAE91892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9" name="Line 48">
                    <a:extLst>
                      <a:ext uri="{FF2B5EF4-FFF2-40B4-BE49-F238E27FC236}">
                        <a16:creationId xmlns:a16="http://schemas.microsoft.com/office/drawing/2014/main" id="{56C08ED3-FAFB-44F5-9FA1-4094EBF2D4A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0" name="Line 48">
                    <a:extLst>
                      <a:ext uri="{FF2B5EF4-FFF2-40B4-BE49-F238E27FC236}">
                        <a16:creationId xmlns:a16="http://schemas.microsoft.com/office/drawing/2014/main" id="{A82A29BF-3B19-4CA7-9B68-CA0E3BC18F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1" name="Line 48">
                    <a:extLst>
                      <a:ext uri="{FF2B5EF4-FFF2-40B4-BE49-F238E27FC236}">
                        <a16:creationId xmlns:a16="http://schemas.microsoft.com/office/drawing/2014/main" id="{7791FB9F-0280-4EB1-9643-837AEBB71E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2" name="Line 48">
                    <a:extLst>
                      <a:ext uri="{FF2B5EF4-FFF2-40B4-BE49-F238E27FC236}">
                        <a16:creationId xmlns:a16="http://schemas.microsoft.com/office/drawing/2014/main" id="{D8B3540E-EE8C-4671-A844-40CDA1C376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3" name="Line 48">
                    <a:extLst>
                      <a:ext uri="{FF2B5EF4-FFF2-40B4-BE49-F238E27FC236}">
                        <a16:creationId xmlns:a16="http://schemas.microsoft.com/office/drawing/2014/main" id="{90412255-2FAD-4D17-8CD3-E417E1619F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4" name="Line 48">
                    <a:extLst>
                      <a:ext uri="{FF2B5EF4-FFF2-40B4-BE49-F238E27FC236}">
                        <a16:creationId xmlns:a16="http://schemas.microsoft.com/office/drawing/2014/main" id="{5CF15D42-0653-4117-AA2F-A61B8E084A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5" name="TextBox 254">
                    <a:extLst>
                      <a:ext uri="{FF2B5EF4-FFF2-40B4-BE49-F238E27FC236}">
                        <a16:creationId xmlns:a16="http://schemas.microsoft.com/office/drawing/2014/main" id="{3EB539A3-1547-4BDC-976E-F5503D32F132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256" name="TextBox 255">
                    <a:extLst>
                      <a:ext uri="{FF2B5EF4-FFF2-40B4-BE49-F238E27FC236}">
                        <a16:creationId xmlns:a16="http://schemas.microsoft.com/office/drawing/2014/main" id="{10B10CD1-FE28-4280-8643-D2CF892ED635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257" name="TextBox 256">
                    <a:extLst>
                      <a:ext uri="{FF2B5EF4-FFF2-40B4-BE49-F238E27FC236}">
                        <a16:creationId xmlns:a16="http://schemas.microsoft.com/office/drawing/2014/main" id="{C44BA0AA-2627-4E1D-A7D5-3AAF9C52B56B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258" name="TextBox 257">
                    <a:extLst>
                      <a:ext uri="{FF2B5EF4-FFF2-40B4-BE49-F238E27FC236}">
                        <a16:creationId xmlns:a16="http://schemas.microsoft.com/office/drawing/2014/main" id="{6C26916D-B28E-4207-9FF9-FCA2D74B98DB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259" name="TextBox 258">
                    <a:extLst>
                      <a:ext uri="{FF2B5EF4-FFF2-40B4-BE49-F238E27FC236}">
                        <a16:creationId xmlns:a16="http://schemas.microsoft.com/office/drawing/2014/main" id="{38960E78-951D-4B43-9BA0-A9FBE7346DDB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260" name="TextBox 259">
                    <a:extLst>
                      <a:ext uri="{FF2B5EF4-FFF2-40B4-BE49-F238E27FC236}">
                        <a16:creationId xmlns:a16="http://schemas.microsoft.com/office/drawing/2014/main" id="{E1FE3DBD-05C0-455C-95AF-28C80C0CC9F7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BEDDD0C2-62FC-480D-9533-31BA271E9571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2" name="TextBox 261">
                    <a:extLst>
                      <a:ext uri="{FF2B5EF4-FFF2-40B4-BE49-F238E27FC236}">
                        <a16:creationId xmlns:a16="http://schemas.microsoft.com/office/drawing/2014/main" id="{8DA03588-6B73-43BA-B6B5-FA10D9CC3B0B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63" name="TextBox 262">
                    <a:extLst>
                      <a:ext uri="{FF2B5EF4-FFF2-40B4-BE49-F238E27FC236}">
                        <a16:creationId xmlns:a16="http://schemas.microsoft.com/office/drawing/2014/main" id="{720243A8-9F25-4647-A96A-60C44BED553A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64" name="TextBox 263">
                    <a:extLst>
                      <a:ext uri="{FF2B5EF4-FFF2-40B4-BE49-F238E27FC236}">
                        <a16:creationId xmlns:a16="http://schemas.microsoft.com/office/drawing/2014/main" id="{FDFCAA1A-FBE4-4D76-BA49-07F91DF5113F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5" name="TextBox 264">
                    <a:extLst>
                      <a:ext uri="{FF2B5EF4-FFF2-40B4-BE49-F238E27FC236}">
                        <a16:creationId xmlns:a16="http://schemas.microsoft.com/office/drawing/2014/main" id="{54EBAAA3-A85B-4721-B6BF-80C8AD49CD97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9B5A4CCB-9A8D-4A44-921B-565505F3631C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7" name="TextBox 266">
                    <a:extLst>
                      <a:ext uri="{FF2B5EF4-FFF2-40B4-BE49-F238E27FC236}">
                        <a16:creationId xmlns:a16="http://schemas.microsoft.com/office/drawing/2014/main" id="{3C7D2937-288B-444A-86CB-6CE21A2C87E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8" name="TextBox 267">
                    <a:extLst>
                      <a:ext uri="{FF2B5EF4-FFF2-40B4-BE49-F238E27FC236}">
                        <a16:creationId xmlns:a16="http://schemas.microsoft.com/office/drawing/2014/main" id="{020CBC69-EF40-4BF0-AD2A-AE722FE87D41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9" name="TextBox 268">
                    <a:extLst>
                      <a:ext uri="{FF2B5EF4-FFF2-40B4-BE49-F238E27FC236}">
                        <a16:creationId xmlns:a16="http://schemas.microsoft.com/office/drawing/2014/main" id="{A75D80A4-A73C-4834-B64E-5EA906BDA19C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0" name="TextBox 269">
                    <a:extLst>
                      <a:ext uri="{FF2B5EF4-FFF2-40B4-BE49-F238E27FC236}">
                        <a16:creationId xmlns:a16="http://schemas.microsoft.com/office/drawing/2014/main" id="{177B8B4E-1F0D-474C-A9FC-54D05A873074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1" name="TextBox 270">
                    <a:extLst>
                      <a:ext uri="{FF2B5EF4-FFF2-40B4-BE49-F238E27FC236}">
                        <a16:creationId xmlns:a16="http://schemas.microsoft.com/office/drawing/2014/main" id="{4AFA0C75-D657-4E81-8C19-77D3F7469098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5BDD579D-6091-4AB5-8937-DE545AC898B3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BEABFBBA-B615-444E-BBB1-94E9C2ECD9CA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4" name="TextBox 273">
                    <a:extLst>
                      <a:ext uri="{FF2B5EF4-FFF2-40B4-BE49-F238E27FC236}">
                        <a16:creationId xmlns:a16="http://schemas.microsoft.com/office/drawing/2014/main" id="{1DE0DED9-9D75-4AFE-B461-2858724DD8D1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5" name="TextBox 274">
                    <a:extLst>
                      <a:ext uri="{FF2B5EF4-FFF2-40B4-BE49-F238E27FC236}">
                        <a16:creationId xmlns:a16="http://schemas.microsoft.com/office/drawing/2014/main" id="{0D8730F1-D893-4DCE-8B12-2B7CCC5A7398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6" name="TextBox 275">
                    <a:extLst>
                      <a:ext uri="{FF2B5EF4-FFF2-40B4-BE49-F238E27FC236}">
                        <a16:creationId xmlns:a16="http://schemas.microsoft.com/office/drawing/2014/main" id="{F30A5941-BAD7-4287-BEC7-6AA92CED0FB3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83" name="Text Box 58">
                  <a:extLst>
                    <a:ext uri="{FF2B5EF4-FFF2-40B4-BE49-F238E27FC236}">
                      <a16:creationId xmlns:a16="http://schemas.microsoft.com/office/drawing/2014/main" id="{0903CDCF-8827-42B6-9E81-A76DD55108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" name="Text Box 58">
                  <a:extLst>
                    <a:ext uri="{FF2B5EF4-FFF2-40B4-BE49-F238E27FC236}">
                      <a16:creationId xmlns:a16="http://schemas.microsoft.com/office/drawing/2014/main" id="{A36CD207-7E56-49FD-8912-3478C058B7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55139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86" name="Text Box 58">
                  <a:extLst>
                    <a:ext uri="{FF2B5EF4-FFF2-40B4-BE49-F238E27FC236}">
                      <a16:creationId xmlns:a16="http://schemas.microsoft.com/office/drawing/2014/main" id="{3CA6B527-6FD6-4AE9-BB89-25C4FE2F01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90" name="Text Box 58">
                  <a:extLst>
                    <a:ext uri="{FF2B5EF4-FFF2-40B4-BE49-F238E27FC236}">
                      <a16:creationId xmlns:a16="http://schemas.microsoft.com/office/drawing/2014/main" id="{117406D8-F45E-4F25-B687-773D347ED5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8693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200" name="Text Box 58">
                  <a:extLst>
                    <a:ext uri="{FF2B5EF4-FFF2-40B4-BE49-F238E27FC236}">
                      <a16:creationId xmlns:a16="http://schemas.microsoft.com/office/drawing/2014/main" id="{B9220005-11BD-4CC6-B146-7CC9C700C4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63307" y="3274836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278" name="Text Box 58">
                <a:extLst>
                  <a:ext uri="{FF2B5EF4-FFF2-40B4-BE49-F238E27FC236}">
                    <a16:creationId xmlns:a16="http://schemas.microsoft.com/office/drawing/2014/main" id="{CBC87E97-3EF8-4F37-9854-674E594298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0835" y="2356252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80" name="타원 279">
                <a:extLst>
                  <a:ext uri="{FF2B5EF4-FFF2-40B4-BE49-F238E27FC236}">
                    <a16:creationId xmlns:a16="http://schemas.microsoft.com/office/drawing/2014/main" id="{4473DA34-3436-42C5-A57F-CE4DB811CD7C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98" name="Text Box 58">
                <a:extLst>
                  <a:ext uri="{FF2B5EF4-FFF2-40B4-BE49-F238E27FC236}">
                    <a16:creationId xmlns:a16="http://schemas.microsoft.com/office/drawing/2014/main" id="{8A871D0C-8505-4CAD-8ABA-2C4643F083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4522" y="543126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00" name="타원 99">
                <a:extLst>
                  <a:ext uri="{FF2B5EF4-FFF2-40B4-BE49-F238E27FC236}">
                    <a16:creationId xmlns:a16="http://schemas.microsoft.com/office/drawing/2014/main" id="{202946E8-1805-492B-BA0A-5FBBFF256C28}"/>
                  </a:ext>
                </a:extLst>
              </p:cNvPr>
              <p:cNvSpPr/>
              <p:nvPr/>
            </p:nvSpPr>
            <p:spPr bwMode="auto">
              <a:xfrm>
                <a:off x="7491368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01" name="Text Box 58">
                <a:extLst>
                  <a:ext uri="{FF2B5EF4-FFF2-40B4-BE49-F238E27FC236}">
                    <a16:creationId xmlns:a16="http://schemas.microsoft.com/office/drawing/2014/main" id="{1121502B-897C-4279-9D50-B114640E99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084" y="5352689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02" name="Text Box 58">
                <a:extLst>
                  <a:ext uri="{FF2B5EF4-FFF2-40B4-BE49-F238E27FC236}">
                    <a16:creationId xmlns:a16="http://schemas.microsoft.com/office/drawing/2014/main" id="{5BC07348-AD55-4B4A-8ED6-B21E5E5ECE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7493" y="345438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907F1A3A-9B85-4BF2-A21D-C968ABCCC438}"/>
              </a:ext>
            </a:extLst>
          </p:cNvPr>
          <p:cNvGrpSpPr/>
          <p:nvPr/>
        </p:nvGrpSpPr>
        <p:grpSpPr>
          <a:xfrm>
            <a:off x="6096000" y="2300301"/>
            <a:ext cx="5937908" cy="3606386"/>
            <a:chOff x="6096000" y="2300301"/>
            <a:chExt cx="5937908" cy="3606386"/>
          </a:xfrm>
        </p:grpSpPr>
        <p:sp>
          <p:nvSpPr>
            <p:cNvPr id="162" name="별: 꼭짓점 16개 161">
              <a:extLst>
                <a:ext uri="{FF2B5EF4-FFF2-40B4-BE49-F238E27FC236}">
                  <a16:creationId xmlns:a16="http://schemas.microsoft.com/office/drawing/2014/main" id="{457C3709-5B8B-4807-81D0-89B3A63594B8}"/>
                </a:ext>
              </a:extLst>
            </p:cNvPr>
            <p:cNvSpPr/>
            <p:nvPr/>
          </p:nvSpPr>
          <p:spPr bwMode="auto">
            <a:xfrm>
              <a:off x="8069018" y="3790378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78E271BB-7A84-480E-9261-DBAECF4262BC}"/>
                </a:ext>
              </a:extLst>
            </p:cNvPr>
            <p:cNvGrpSpPr/>
            <p:nvPr/>
          </p:nvGrpSpPr>
          <p:grpSpPr>
            <a:xfrm>
              <a:off x="6096000" y="2300301"/>
              <a:ext cx="5937908" cy="3606386"/>
              <a:chOff x="6096000" y="2300301"/>
              <a:chExt cx="5937908" cy="3606386"/>
            </a:xfrm>
          </p:grpSpPr>
          <p:grpSp>
            <p:nvGrpSpPr>
              <p:cNvPr id="164" name="그룹 163">
                <a:extLst>
                  <a:ext uri="{FF2B5EF4-FFF2-40B4-BE49-F238E27FC236}">
                    <a16:creationId xmlns:a16="http://schemas.microsoft.com/office/drawing/2014/main" id="{81C7F049-0B58-4921-9912-5940A56FD518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151570"/>
                <a:chOff x="43733" y="2300301"/>
                <a:chExt cx="5937908" cy="3151570"/>
              </a:xfrm>
            </p:grpSpPr>
            <p:grpSp>
              <p:nvGrpSpPr>
                <p:cNvPr id="171" name="그룹 170">
                  <a:extLst>
                    <a:ext uri="{FF2B5EF4-FFF2-40B4-BE49-F238E27FC236}">
                      <a16:creationId xmlns:a16="http://schemas.microsoft.com/office/drawing/2014/main" id="{CC677354-0592-4B0A-BAEE-2330E55E7D23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177" name="Line 48">
                    <a:extLst>
                      <a:ext uri="{FF2B5EF4-FFF2-40B4-BE49-F238E27FC236}">
                        <a16:creationId xmlns:a16="http://schemas.microsoft.com/office/drawing/2014/main" id="{B00A8C27-1FDE-448C-A7A3-B4A73E6A1D5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8" name="Line 48">
                    <a:extLst>
                      <a:ext uri="{FF2B5EF4-FFF2-40B4-BE49-F238E27FC236}">
                        <a16:creationId xmlns:a16="http://schemas.microsoft.com/office/drawing/2014/main" id="{EBDA2EE6-A9A9-4A35-8236-E3D218F7FB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9" name="Line 48">
                    <a:extLst>
                      <a:ext uri="{FF2B5EF4-FFF2-40B4-BE49-F238E27FC236}">
                        <a16:creationId xmlns:a16="http://schemas.microsoft.com/office/drawing/2014/main" id="{7113DD74-AEB4-4A0E-A260-A99A52DBA6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0" name="Line 48">
                    <a:extLst>
                      <a:ext uri="{FF2B5EF4-FFF2-40B4-BE49-F238E27FC236}">
                        <a16:creationId xmlns:a16="http://schemas.microsoft.com/office/drawing/2014/main" id="{65E3FCAB-6A7F-47F3-BFFA-D31D67DACD0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4" name="Line 48">
                    <a:extLst>
                      <a:ext uri="{FF2B5EF4-FFF2-40B4-BE49-F238E27FC236}">
                        <a16:creationId xmlns:a16="http://schemas.microsoft.com/office/drawing/2014/main" id="{B96D7646-A6E7-40DE-9AA0-D18AF152A00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8" name="Line 48">
                    <a:extLst>
                      <a:ext uri="{FF2B5EF4-FFF2-40B4-BE49-F238E27FC236}">
                        <a16:creationId xmlns:a16="http://schemas.microsoft.com/office/drawing/2014/main" id="{F0AB8467-C47E-41A9-B78F-7C60048689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1" name="Line 48">
                    <a:extLst>
                      <a:ext uri="{FF2B5EF4-FFF2-40B4-BE49-F238E27FC236}">
                        <a16:creationId xmlns:a16="http://schemas.microsoft.com/office/drawing/2014/main" id="{F5F642B6-44B5-4D08-95ED-665EA5C926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2" name="Line 48">
                    <a:extLst>
                      <a:ext uri="{FF2B5EF4-FFF2-40B4-BE49-F238E27FC236}">
                        <a16:creationId xmlns:a16="http://schemas.microsoft.com/office/drawing/2014/main" id="{C7AE3487-FCFC-4362-BE64-524273F475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3" name="Line 48">
                    <a:extLst>
                      <a:ext uri="{FF2B5EF4-FFF2-40B4-BE49-F238E27FC236}">
                        <a16:creationId xmlns:a16="http://schemas.microsoft.com/office/drawing/2014/main" id="{FE1C3679-A313-418D-938B-438C75CC617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4" name="Line 48">
                    <a:extLst>
                      <a:ext uri="{FF2B5EF4-FFF2-40B4-BE49-F238E27FC236}">
                        <a16:creationId xmlns:a16="http://schemas.microsoft.com/office/drawing/2014/main" id="{A70D3D5B-BE24-4704-9FD9-58A35D58C5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5" name="Line 48">
                    <a:extLst>
                      <a:ext uri="{FF2B5EF4-FFF2-40B4-BE49-F238E27FC236}">
                        <a16:creationId xmlns:a16="http://schemas.microsoft.com/office/drawing/2014/main" id="{C9CE1439-F903-4697-8522-A448307BAD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6" name="TextBox 195">
                    <a:extLst>
                      <a:ext uri="{FF2B5EF4-FFF2-40B4-BE49-F238E27FC236}">
                        <a16:creationId xmlns:a16="http://schemas.microsoft.com/office/drawing/2014/main" id="{E0CEC818-E523-489C-8A50-8B191E58AAB7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8A8F89C0-C5AB-4856-9E5B-8C5A85587DA9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1E330EC2-BDE1-424F-BF0C-D6D0B7AD8C14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E2F31552-93FC-49CB-A086-F01FA0B3BCC7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94CE9B5D-EA5E-4916-9ED5-75F3CFE1734D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6E1F21DB-6135-471A-8DBF-F5B2379EFEE2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BDDFCB6D-346A-4951-9DD7-A0EF92869DEC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B3EE523-CFB3-4C37-BA3B-F167E820C037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AF943D01-E770-433F-995B-FBA039805A57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F21EB14D-A973-48B7-9F75-2DFCDFED43D7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EA34A5D0-230E-4004-81E6-7E1B7E74C52D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11" name="TextBox 210">
                    <a:extLst>
                      <a:ext uri="{FF2B5EF4-FFF2-40B4-BE49-F238E27FC236}">
                        <a16:creationId xmlns:a16="http://schemas.microsoft.com/office/drawing/2014/main" id="{0928BC9B-56E4-43BD-ACDB-7B7E3A22DDF4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49543409-5C4B-47C2-ADBC-65A5FAA4122B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3" name="TextBox 212">
                    <a:extLst>
                      <a:ext uri="{FF2B5EF4-FFF2-40B4-BE49-F238E27FC236}">
                        <a16:creationId xmlns:a16="http://schemas.microsoft.com/office/drawing/2014/main" id="{DCEDEAFF-B3D6-4C22-B594-1270939DF643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96AA8208-F7B8-4B03-A37E-8EED9F1E5AF3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5" name="TextBox 214">
                    <a:extLst>
                      <a:ext uri="{FF2B5EF4-FFF2-40B4-BE49-F238E27FC236}">
                        <a16:creationId xmlns:a16="http://schemas.microsoft.com/office/drawing/2014/main" id="{40D4B8DA-FE66-41DC-AA8D-80F229D5CC27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0D709BA2-8CB1-46EB-9EE2-188C89434F3E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A108EB5C-4084-46F8-A9EE-25A504AB08DC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DD654FBE-7A51-4FFC-AA27-498319F362F2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A2FA5563-D648-4BE9-B8F7-E0DA90F94D6B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E7BC21D1-41D9-41B2-A56C-FA4CD907E612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21" name="TextBox 220">
                    <a:extLst>
                      <a:ext uri="{FF2B5EF4-FFF2-40B4-BE49-F238E27FC236}">
                        <a16:creationId xmlns:a16="http://schemas.microsoft.com/office/drawing/2014/main" id="{8B3688E7-4C7A-405B-AE1C-3FB36A6E96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72" name="Text Box 58">
                  <a:extLst>
                    <a:ext uri="{FF2B5EF4-FFF2-40B4-BE49-F238E27FC236}">
                      <a16:creationId xmlns:a16="http://schemas.microsoft.com/office/drawing/2014/main" id="{F6761353-B9AC-4787-923E-D49EC0907B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" name="Text Box 58">
                  <a:extLst>
                    <a:ext uri="{FF2B5EF4-FFF2-40B4-BE49-F238E27FC236}">
                      <a16:creationId xmlns:a16="http://schemas.microsoft.com/office/drawing/2014/main" id="{DF034AEF-725D-4B30-A168-22841D1917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55139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74" name="Text Box 58">
                  <a:extLst>
                    <a:ext uri="{FF2B5EF4-FFF2-40B4-BE49-F238E27FC236}">
                      <a16:creationId xmlns:a16="http://schemas.microsoft.com/office/drawing/2014/main" id="{A68FECA9-2F6A-4061-9C7F-D2772E21BC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76" name="Text Box 58">
                  <a:extLst>
                    <a:ext uri="{FF2B5EF4-FFF2-40B4-BE49-F238E27FC236}">
                      <a16:creationId xmlns:a16="http://schemas.microsoft.com/office/drawing/2014/main" id="{CE206BA6-40FD-4FCD-A1DC-F3146947ED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63307" y="3274836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165" name="Text Box 58">
                <a:extLst>
                  <a:ext uri="{FF2B5EF4-FFF2-40B4-BE49-F238E27FC236}">
                    <a16:creationId xmlns:a16="http://schemas.microsoft.com/office/drawing/2014/main" id="{BECE8DA9-0509-4A86-A94D-C2F0915143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0835" y="2356252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6" name="타원 165">
                <a:extLst>
                  <a:ext uri="{FF2B5EF4-FFF2-40B4-BE49-F238E27FC236}">
                    <a16:creationId xmlns:a16="http://schemas.microsoft.com/office/drawing/2014/main" id="{E241BC43-9679-4B2B-8AA4-3062466399C3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7" name="Text Box 58">
                <a:extLst>
                  <a:ext uri="{FF2B5EF4-FFF2-40B4-BE49-F238E27FC236}">
                    <a16:creationId xmlns:a16="http://schemas.microsoft.com/office/drawing/2014/main" id="{F243293C-D605-4124-AC5D-BDFB0E227A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4522" y="543126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8" name="타원 167">
                <a:extLst>
                  <a:ext uri="{FF2B5EF4-FFF2-40B4-BE49-F238E27FC236}">
                    <a16:creationId xmlns:a16="http://schemas.microsoft.com/office/drawing/2014/main" id="{23D3E0A7-57E0-4C8E-A77A-2132803E6B0E}"/>
                  </a:ext>
                </a:extLst>
              </p:cNvPr>
              <p:cNvSpPr/>
              <p:nvPr/>
            </p:nvSpPr>
            <p:spPr bwMode="auto">
              <a:xfrm>
                <a:off x="7491368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9" name="Text Box 58">
                <a:extLst>
                  <a:ext uri="{FF2B5EF4-FFF2-40B4-BE49-F238E27FC236}">
                    <a16:creationId xmlns:a16="http://schemas.microsoft.com/office/drawing/2014/main" id="{2F895095-3B81-4926-A5DD-E27F65A850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084" y="5352689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0" name="Text Box 58">
                <a:extLst>
                  <a:ext uri="{FF2B5EF4-FFF2-40B4-BE49-F238E27FC236}">
                    <a16:creationId xmlns:a16="http://schemas.microsoft.com/office/drawing/2014/main" id="{94C62D8A-4877-4169-A3E0-1B9E43D571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7493" y="345438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2" name="타원 221">
                <a:extLst>
                  <a:ext uri="{FF2B5EF4-FFF2-40B4-BE49-F238E27FC236}">
                    <a16:creationId xmlns:a16="http://schemas.microsoft.com/office/drawing/2014/main" id="{5ED046EB-84C6-465D-A078-2E1CD5FD4A63}"/>
                  </a:ext>
                </a:extLst>
              </p:cNvPr>
              <p:cNvSpPr/>
              <p:nvPr/>
            </p:nvSpPr>
            <p:spPr bwMode="auto">
              <a:xfrm>
                <a:off x="8605818" y="4932505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3" name="Text Box 58">
                <a:extLst>
                  <a:ext uri="{FF2B5EF4-FFF2-40B4-BE49-F238E27FC236}">
                    <a16:creationId xmlns:a16="http://schemas.microsoft.com/office/drawing/2014/main" id="{C124DF25-29D2-4C0A-93A9-CC2B0432A5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32615" y="5352689"/>
                <a:ext cx="1813007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8FE39BD-62BF-4DB1-AAF7-309B6757BDC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39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60664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Middle</a:t>
            </a:r>
            <a:endParaRPr lang="ko-KR" altLang="en-US" sz="2000" dirty="0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907F1A3A-9B85-4BF2-A21D-C968ABCCC438}"/>
              </a:ext>
            </a:extLst>
          </p:cNvPr>
          <p:cNvGrpSpPr/>
          <p:nvPr/>
        </p:nvGrpSpPr>
        <p:grpSpPr>
          <a:xfrm>
            <a:off x="42070" y="2300301"/>
            <a:ext cx="6183026" cy="3606386"/>
            <a:chOff x="6096000" y="2300301"/>
            <a:chExt cx="6183026" cy="3606386"/>
          </a:xfrm>
        </p:grpSpPr>
        <p:sp>
          <p:nvSpPr>
            <p:cNvPr id="162" name="별: 꼭짓점 16개 161">
              <a:extLst>
                <a:ext uri="{FF2B5EF4-FFF2-40B4-BE49-F238E27FC236}">
                  <a16:creationId xmlns:a16="http://schemas.microsoft.com/office/drawing/2014/main" id="{457C3709-5B8B-4807-81D0-89B3A63594B8}"/>
                </a:ext>
              </a:extLst>
            </p:cNvPr>
            <p:cNvSpPr/>
            <p:nvPr/>
          </p:nvSpPr>
          <p:spPr bwMode="auto">
            <a:xfrm>
              <a:off x="8069018" y="3790378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78E271BB-7A84-480E-9261-DBAECF4262BC}"/>
                </a:ext>
              </a:extLst>
            </p:cNvPr>
            <p:cNvGrpSpPr/>
            <p:nvPr/>
          </p:nvGrpSpPr>
          <p:grpSpPr>
            <a:xfrm>
              <a:off x="6096000" y="2300301"/>
              <a:ext cx="6183026" cy="3606386"/>
              <a:chOff x="6096000" y="2300301"/>
              <a:chExt cx="6183026" cy="3606386"/>
            </a:xfrm>
          </p:grpSpPr>
          <p:grpSp>
            <p:nvGrpSpPr>
              <p:cNvPr id="164" name="그룹 163">
                <a:extLst>
                  <a:ext uri="{FF2B5EF4-FFF2-40B4-BE49-F238E27FC236}">
                    <a16:creationId xmlns:a16="http://schemas.microsoft.com/office/drawing/2014/main" id="{81C7F049-0B58-4921-9912-5940A56FD518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151570"/>
                <a:chOff x="43733" y="2300301"/>
                <a:chExt cx="5937908" cy="3151570"/>
              </a:xfrm>
            </p:grpSpPr>
            <p:grpSp>
              <p:nvGrpSpPr>
                <p:cNvPr id="171" name="그룹 170">
                  <a:extLst>
                    <a:ext uri="{FF2B5EF4-FFF2-40B4-BE49-F238E27FC236}">
                      <a16:creationId xmlns:a16="http://schemas.microsoft.com/office/drawing/2014/main" id="{CC677354-0592-4B0A-BAEE-2330E55E7D23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177" name="Line 48">
                    <a:extLst>
                      <a:ext uri="{FF2B5EF4-FFF2-40B4-BE49-F238E27FC236}">
                        <a16:creationId xmlns:a16="http://schemas.microsoft.com/office/drawing/2014/main" id="{B00A8C27-1FDE-448C-A7A3-B4A73E6A1D5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8" name="Line 48">
                    <a:extLst>
                      <a:ext uri="{FF2B5EF4-FFF2-40B4-BE49-F238E27FC236}">
                        <a16:creationId xmlns:a16="http://schemas.microsoft.com/office/drawing/2014/main" id="{EBDA2EE6-A9A9-4A35-8236-E3D218F7FB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9" name="Line 48">
                    <a:extLst>
                      <a:ext uri="{FF2B5EF4-FFF2-40B4-BE49-F238E27FC236}">
                        <a16:creationId xmlns:a16="http://schemas.microsoft.com/office/drawing/2014/main" id="{7113DD74-AEB4-4A0E-A260-A99A52DBA6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0" name="Line 48">
                    <a:extLst>
                      <a:ext uri="{FF2B5EF4-FFF2-40B4-BE49-F238E27FC236}">
                        <a16:creationId xmlns:a16="http://schemas.microsoft.com/office/drawing/2014/main" id="{65E3FCAB-6A7F-47F3-BFFA-D31D67DACD0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4" name="Line 48">
                    <a:extLst>
                      <a:ext uri="{FF2B5EF4-FFF2-40B4-BE49-F238E27FC236}">
                        <a16:creationId xmlns:a16="http://schemas.microsoft.com/office/drawing/2014/main" id="{B96D7646-A6E7-40DE-9AA0-D18AF152A00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8" name="Line 48">
                    <a:extLst>
                      <a:ext uri="{FF2B5EF4-FFF2-40B4-BE49-F238E27FC236}">
                        <a16:creationId xmlns:a16="http://schemas.microsoft.com/office/drawing/2014/main" id="{F0AB8467-C47E-41A9-B78F-7C60048689A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1" name="Line 48">
                    <a:extLst>
                      <a:ext uri="{FF2B5EF4-FFF2-40B4-BE49-F238E27FC236}">
                        <a16:creationId xmlns:a16="http://schemas.microsoft.com/office/drawing/2014/main" id="{F5F642B6-44B5-4D08-95ED-665EA5C926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2" name="Line 48">
                    <a:extLst>
                      <a:ext uri="{FF2B5EF4-FFF2-40B4-BE49-F238E27FC236}">
                        <a16:creationId xmlns:a16="http://schemas.microsoft.com/office/drawing/2014/main" id="{C7AE3487-FCFC-4362-BE64-524273F475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3" name="Line 48">
                    <a:extLst>
                      <a:ext uri="{FF2B5EF4-FFF2-40B4-BE49-F238E27FC236}">
                        <a16:creationId xmlns:a16="http://schemas.microsoft.com/office/drawing/2014/main" id="{FE1C3679-A313-418D-938B-438C75CC617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4" name="Line 48">
                    <a:extLst>
                      <a:ext uri="{FF2B5EF4-FFF2-40B4-BE49-F238E27FC236}">
                        <a16:creationId xmlns:a16="http://schemas.microsoft.com/office/drawing/2014/main" id="{A70D3D5B-BE24-4704-9FD9-58A35D58C5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5" name="Line 48">
                    <a:extLst>
                      <a:ext uri="{FF2B5EF4-FFF2-40B4-BE49-F238E27FC236}">
                        <a16:creationId xmlns:a16="http://schemas.microsoft.com/office/drawing/2014/main" id="{C9CE1439-F903-4697-8522-A448307BAD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96" name="TextBox 195">
                    <a:extLst>
                      <a:ext uri="{FF2B5EF4-FFF2-40B4-BE49-F238E27FC236}">
                        <a16:creationId xmlns:a16="http://schemas.microsoft.com/office/drawing/2014/main" id="{E0CEC818-E523-489C-8A50-8B191E58AAB7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8A8F89C0-C5AB-4856-9E5B-8C5A85587DA9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1E330EC2-BDE1-424F-BF0C-D6D0B7AD8C14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E2F31552-93FC-49CB-A086-F01FA0B3BCC7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94CE9B5D-EA5E-4916-9ED5-75F3CFE1734D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6E1F21DB-6135-471A-8DBF-F5B2379EFEE2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BDDFCB6D-346A-4951-9DD7-A0EF92869DEC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AB3EE523-CFB3-4C37-BA3B-F167E820C037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AF943D01-E770-433F-995B-FBA039805A57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F21EB14D-A973-48B7-9F75-2DFCDFED43D7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EA34A5D0-230E-4004-81E6-7E1B7E74C52D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11" name="TextBox 210">
                    <a:extLst>
                      <a:ext uri="{FF2B5EF4-FFF2-40B4-BE49-F238E27FC236}">
                        <a16:creationId xmlns:a16="http://schemas.microsoft.com/office/drawing/2014/main" id="{0928BC9B-56E4-43BD-ACDB-7B7E3A22DDF4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49543409-5C4B-47C2-ADBC-65A5FAA4122B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3" name="TextBox 212">
                    <a:extLst>
                      <a:ext uri="{FF2B5EF4-FFF2-40B4-BE49-F238E27FC236}">
                        <a16:creationId xmlns:a16="http://schemas.microsoft.com/office/drawing/2014/main" id="{DCEDEAFF-B3D6-4C22-B594-1270939DF643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96AA8208-F7B8-4B03-A37E-8EED9F1E5AF3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5" name="TextBox 214">
                    <a:extLst>
                      <a:ext uri="{FF2B5EF4-FFF2-40B4-BE49-F238E27FC236}">
                        <a16:creationId xmlns:a16="http://schemas.microsoft.com/office/drawing/2014/main" id="{40D4B8DA-FE66-41DC-AA8D-80F229D5CC27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0D709BA2-8CB1-46EB-9EE2-188C89434F3E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A108EB5C-4084-46F8-A9EE-25A504AB08DC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DD654FBE-7A51-4FFC-AA27-498319F362F2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A2FA5563-D648-4BE9-B8F7-E0DA90F94D6B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E7BC21D1-41D9-41B2-A56C-FA4CD907E612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21" name="TextBox 220">
                    <a:extLst>
                      <a:ext uri="{FF2B5EF4-FFF2-40B4-BE49-F238E27FC236}">
                        <a16:creationId xmlns:a16="http://schemas.microsoft.com/office/drawing/2014/main" id="{8B3688E7-4C7A-405B-AE1C-3FB36A6E96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72" name="Text Box 58">
                  <a:extLst>
                    <a:ext uri="{FF2B5EF4-FFF2-40B4-BE49-F238E27FC236}">
                      <a16:creationId xmlns:a16="http://schemas.microsoft.com/office/drawing/2014/main" id="{F6761353-B9AC-4787-923E-D49EC0907B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3" name="Text Box 58">
                  <a:extLst>
                    <a:ext uri="{FF2B5EF4-FFF2-40B4-BE49-F238E27FC236}">
                      <a16:creationId xmlns:a16="http://schemas.microsoft.com/office/drawing/2014/main" id="{DF034AEF-725D-4B30-A168-22841D1917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55139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74" name="Text Box 58">
                  <a:extLst>
                    <a:ext uri="{FF2B5EF4-FFF2-40B4-BE49-F238E27FC236}">
                      <a16:creationId xmlns:a16="http://schemas.microsoft.com/office/drawing/2014/main" id="{A68FECA9-2F6A-4061-9C7F-D2772E21BC3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165" name="Text Box 58">
                <a:extLst>
                  <a:ext uri="{FF2B5EF4-FFF2-40B4-BE49-F238E27FC236}">
                    <a16:creationId xmlns:a16="http://schemas.microsoft.com/office/drawing/2014/main" id="{BECE8DA9-0509-4A86-A94D-C2F0915143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0835" y="2356252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6" name="타원 165">
                <a:extLst>
                  <a:ext uri="{FF2B5EF4-FFF2-40B4-BE49-F238E27FC236}">
                    <a16:creationId xmlns:a16="http://schemas.microsoft.com/office/drawing/2014/main" id="{E241BC43-9679-4B2B-8AA4-3062466399C3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7" name="Text Box 58">
                <a:extLst>
                  <a:ext uri="{FF2B5EF4-FFF2-40B4-BE49-F238E27FC236}">
                    <a16:creationId xmlns:a16="http://schemas.microsoft.com/office/drawing/2014/main" id="{F243293C-D605-4124-AC5D-BDFB0E227A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4522" y="543126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8" name="타원 167">
                <a:extLst>
                  <a:ext uri="{FF2B5EF4-FFF2-40B4-BE49-F238E27FC236}">
                    <a16:creationId xmlns:a16="http://schemas.microsoft.com/office/drawing/2014/main" id="{23D3E0A7-57E0-4C8E-A77A-2132803E6B0E}"/>
                  </a:ext>
                </a:extLst>
              </p:cNvPr>
              <p:cNvSpPr/>
              <p:nvPr/>
            </p:nvSpPr>
            <p:spPr bwMode="auto">
              <a:xfrm>
                <a:off x="7491368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9" name="Text Box 58">
                <a:extLst>
                  <a:ext uri="{FF2B5EF4-FFF2-40B4-BE49-F238E27FC236}">
                    <a16:creationId xmlns:a16="http://schemas.microsoft.com/office/drawing/2014/main" id="{2F895095-3B81-4926-A5DD-E27F65A850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084" y="5352689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0" name="Text Box 58">
                <a:extLst>
                  <a:ext uri="{FF2B5EF4-FFF2-40B4-BE49-F238E27FC236}">
                    <a16:creationId xmlns:a16="http://schemas.microsoft.com/office/drawing/2014/main" id="{94C62D8A-4877-4169-A3E0-1B9E43D571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7493" y="345438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2" name="타원 221">
                <a:extLst>
                  <a:ext uri="{FF2B5EF4-FFF2-40B4-BE49-F238E27FC236}">
                    <a16:creationId xmlns:a16="http://schemas.microsoft.com/office/drawing/2014/main" id="{5ED046EB-84C6-465D-A078-2E1CD5FD4A63}"/>
                  </a:ext>
                </a:extLst>
              </p:cNvPr>
              <p:cNvSpPr/>
              <p:nvPr/>
            </p:nvSpPr>
            <p:spPr bwMode="auto">
              <a:xfrm>
                <a:off x="8605818" y="4932505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3" name="Text Box 58">
                <a:extLst>
                  <a:ext uri="{FF2B5EF4-FFF2-40B4-BE49-F238E27FC236}">
                    <a16:creationId xmlns:a16="http://schemas.microsoft.com/office/drawing/2014/main" id="{C124DF25-29D2-4C0A-93A9-CC2B0432A5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32615" y="5352689"/>
                <a:ext cx="1813007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03" name="타원 102">
                <a:extLst>
                  <a:ext uri="{FF2B5EF4-FFF2-40B4-BE49-F238E27FC236}">
                    <a16:creationId xmlns:a16="http://schemas.microsoft.com/office/drawing/2014/main" id="{26D72F0E-C8D7-4736-AE73-49E26886A1D5}"/>
                  </a:ext>
                </a:extLst>
              </p:cNvPr>
              <p:cNvSpPr/>
              <p:nvPr/>
            </p:nvSpPr>
            <p:spPr bwMode="auto">
              <a:xfrm>
                <a:off x="9802013" y="49247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04" name="Text Box 58">
                <a:extLst>
                  <a:ext uri="{FF2B5EF4-FFF2-40B4-BE49-F238E27FC236}">
                    <a16:creationId xmlns:a16="http://schemas.microsoft.com/office/drawing/2014/main" id="{2F8ACA68-2354-442E-BE5F-9E33692A43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66019" y="3083014"/>
                <a:ext cx="1813007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22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선정릉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0CEF499F-73BE-4BA4-94DA-FDD934CBD624}"/>
              </a:ext>
            </a:extLst>
          </p:cNvPr>
          <p:cNvGrpSpPr/>
          <p:nvPr/>
        </p:nvGrpSpPr>
        <p:grpSpPr>
          <a:xfrm>
            <a:off x="6096000" y="2198009"/>
            <a:ext cx="6172283" cy="3708678"/>
            <a:chOff x="6096000" y="2198009"/>
            <a:chExt cx="6172283" cy="3708678"/>
          </a:xfrm>
        </p:grpSpPr>
        <p:sp>
          <p:nvSpPr>
            <p:cNvPr id="106" name="별: 꼭짓점 16개 105">
              <a:extLst>
                <a:ext uri="{FF2B5EF4-FFF2-40B4-BE49-F238E27FC236}">
                  <a16:creationId xmlns:a16="http://schemas.microsoft.com/office/drawing/2014/main" id="{F4379B6C-F92F-4598-AA4F-CEABBFF19A80}"/>
                </a:ext>
              </a:extLst>
            </p:cNvPr>
            <p:cNvSpPr/>
            <p:nvPr/>
          </p:nvSpPr>
          <p:spPr bwMode="auto">
            <a:xfrm>
              <a:off x="8069018" y="3790378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FB835AAF-55FC-4E95-8465-F2332FCB21E4}"/>
                </a:ext>
              </a:extLst>
            </p:cNvPr>
            <p:cNvGrpSpPr/>
            <p:nvPr/>
          </p:nvGrpSpPr>
          <p:grpSpPr>
            <a:xfrm>
              <a:off x="6096000" y="2198009"/>
              <a:ext cx="6172283" cy="3708678"/>
              <a:chOff x="6096000" y="2198009"/>
              <a:chExt cx="6172283" cy="3708678"/>
            </a:xfrm>
          </p:grpSpPr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ABAFBEBE-497B-447C-BDDE-1DDEBA6886EA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151570"/>
                <a:chOff x="43733" y="2300301"/>
                <a:chExt cx="5937908" cy="3151570"/>
              </a:xfrm>
            </p:grpSpPr>
            <p:grpSp>
              <p:nvGrpSpPr>
                <p:cNvPr id="119" name="그룹 118">
                  <a:extLst>
                    <a:ext uri="{FF2B5EF4-FFF2-40B4-BE49-F238E27FC236}">
                      <a16:creationId xmlns:a16="http://schemas.microsoft.com/office/drawing/2014/main" id="{7908466F-A4C5-45CA-A8CA-2FD463F6872E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123" name="Line 48">
                    <a:extLst>
                      <a:ext uri="{FF2B5EF4-FFF2-40B4-BE49-F238E27FC236}">
                        <a16:creationId xmlns:a16="http://schemas.microsoft.com/office/drawing/2014/main" id="{B734C110-2323-40F3-BC03-C4A184E2F8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4" name="Line 48">
                    <a:extLst>
                      <a:ext uri="{FF2B5EF4-FFF2-40B4-BE49-F238E27FC236}">
                        <a16:creationId xmlns:a16="http://schemas.microsoft.com/office/drawing/2014/main" id="{CCCD5BE0-87D6-4B22-9A66-9EABED017AA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5" name="Line 48">
                    <a:extLst>
                      <a:ext uri="{FF2B5EF4-FFF2-40B4-BE49-F238E27FC236}">
                        <a16:creationId xmlns:a16="http://schemas.microsoft.com/office/drawing/2014/main" id="{661713C5-3CC7-4CEA-ACFA-1A9B1711EF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6" name="Line 48">
                    <a:extLst>
                      <a:ext uri="{FF2B5EF4-FFF2-40B4-BE49-F238E27FC236}">
                        <a16:creationId xmlns:a16="http://schemas.microsoft.com/office/drawing/2014/main" id="{0BC3B348-26F3-4424-B4EE-2A778F6FA3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7" name="Line 48">
                    <a:extLst>
                      <a:ext uri="{FF2B5EF4-FFF2-40B4-BE49-F238E27FC236}">
                        <a16:creationId xmlns:a16="http://schemas.microsoft.com/office/drawing/2014/main" id="{D4318B21-8EA0-4BB3-9A9F-EC9A14E317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8" name="Line 48">
                    <a:extLst>
                      <a:ext uri="{FF2B5EF4-FFF2-40B4-BE49-F238E27FC236}">
                        <a16:creationId xmlns:a16="http://schemas.microsoft.com/office/drawing/2014/main" id="{4788016B-0F48-434E-A5B5-08F70F4AAF1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9" name="Line 48">
                    <a:extLst>
                      <a:ext uri="{FF2B5EF4-FFF2-40B4-BE49-F238E27FC236}">
                        <a16:creationId xmlns:a16="http://schemas.microsoft.com/office/drawing/2014/main" id="{65B2CBEE-A181-4A81-84C0-6F5F3B7EB9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0" name="Line 48">
                    <a:extLst>
                      <a:ext uri="{FF2B5EF4-FFF2-40B4-BE49-F238E27FC236}">
                        <a16:creationId xmlns:a16="http://schemas.microsoft.com/office/drawing/2014/main" id="{BB63DCCB-C302-4286-A1F4-68026839C51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1" name="Line 48">
                    <a:extLst>
                      <a:ext uri="{FF2B5EF4-FFF2-40B4-BE49-F238E27FC236}">
                        <a16:creationId xmlns:a16="http://schemas.microsoft.com/office/drawing/2014/main" id="{D12D98F4-6D51-4DB9-8F66-FCC87E8CD6F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2" name="Line 48">
                    <a:extLst>
                      <a:ext uri="{FF2B5EF4-FFF2-40B4-BE49-F238E27FC236}">
                        <a16:creationId xmlns:a16="http://schemas.microsoft.com/office/drawing/2014/main" id="{AB308EE3-ABEA-44B2-A9D4-EEB62BA216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3" name="Line 48">
                    <a:extLst>
                      <a:ext uri="{FF2B5EF4-FFF2-40B4-BE49-F238E27FC236}">
                        <a16:creationId xmlns:a16="http://schemas.microsoft.com/office/drawing/2014/main" id="{D63D8FAA-945C-4551-9D24-191F2B6EB8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4" name="TextBox 133">
                    <a:extLst>
                      <a:ext uri="{FF2B5EF4-FFF2-40B4-BE49-F238E27FC236}">
                        <a16:creationId xmlns:a16="http://schemas.microsoft.com/office/drawing/2014/main" id="{FAFCFB3B-9A78-46B5-8181-18D1250222DA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FF0F6588-538D-4492-9707-EA0F278A1A6F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2EB46BE3-6D24-4CA6-B225-F4CB48078E4C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137" name="TextBox 136">
                    <a:extLst>
                      <a:ext uri="{FF2B5EF4-FFF2-40B4-BE49-F238E27FC236}">
                        <a16:creationId xmlns:a16="http://schemas.microsoft.com/office/drawing/2014/main" id="{D8C389BA-6662-41D2-91EC-AEA71E3750A4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9CDBD82F-286F-4E7B-9A87-A08F19C79A6C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8E680DEB-0860-434C-86B1-AD78DB93B80B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8D31EB69-9FAD-492D-AB59-FC26B5ABC2FB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56D8ECA6-07F5-4510-A88F-34CFC68E8799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0DFC5692-4AEE-40E6-B26B-A6D615D52214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F19CE1B9-8B67-4173-A606-44BCEB3EC418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AECE6482-F14E-4948-B06F-F7E3E1A9F771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98C63B09-35CC-481A-9B54-418E718FCA28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4EC4DB3B-A81B-4A88-AA47-F262546CE5E0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40C07622-79F1-452E-9006-2D0B79AF301E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71233E5C-B50C-4E59-BA7A-87326AF58284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4A1853C4-B0AE-4FF6-8CEF-A3CE69D9A668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D376EDA6-78E8-48F9-A708-AF5C8362C16F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FF74450A-4964-4972-844E-6F0A6ED8F2DB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4768191E-2339-4B00-8A10-561CC9CF633D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3" name="TextBox 152">
                    <a:extLst>
                      <a:ext uri="{FF2B5EF4-FFF2-40B4-BE49-F238E27FC236}">
                        <a16:creationId xmlns:a16="http://schemas.microsoft.com/office/drawing/2014/main" id="{706FA2C7-9F40-4FB3-B524-44D1CB4C7F5E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4" name="TextBox 153">
                    <a:extLst>
                      <a:ext uri="{FF2B5EF4-FFF2-40B4-BE49-F238E27FC236}">
                        <a16:creationId xmlns:a16="http://schemas.microsoft.com/office/drawing/2014/main" id="{BD02B4F7-CAC6-4F13-BDF4-C57A4DDC6CE7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A56EC35E-146D-4E1D-9C5C-D923146272E9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20" name="Text Box 58">
                  <a:extLst>
                    <a:ext uri="{FF2B5EF4-FFF2-40B4-BE49-F238E27FC236}">
                      <a16:creationId xmlns:a16="http://schemas.microsoft.com/office/drawing/2014/main" id="{8783526A-01F2-48AD-BAF8-B03CA2F0DE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" name="Text Box 58">
                  <a:extLst>
                    <a:ext uri="{FF2B5EF4-FFF2-40B4-BE49-F238E27FC236}">
                      <a16:creationId xmlns:a16="http://schemas.microsoft.com/office/drawing/2014/main" id="{DA457D94-6DEB-4D1D-9169-02CAD8F6844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109" name="Text Box 58">
                <a:extLst>
                  <a:ext uri="{FF2B5EF4-FFF2-40B4-BE49-F238E27FC236}">
                    <a16:creationId xmlns:a16="http://schemas.microsoft.com/office/drawing/2014/main" id="{24CCB946-21F1-4A6E-B514-61EA1B70D0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4004" y="2198009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868FB12F-8CEE-43A8-9891-F067292F8A0C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11" name="Text Box 58">
                <a:extLst>
                  <a:ext uri="{FF2B5EF4-FFF2-40B4-BE49-F238E27FC236}">
                    <a16:creationId xmlns:a16="http://schemas.microsoft.com/office/drawing/2014/main" id="{B835DA4F-0775-4F31-9B86-267EA4FC73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4522" y="543126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BC79D60E-E39E-405C-97F7-E87DCC1A373F}"/>
                  </a:ext>
                </a:extLst>
              </p:cNvPr>
              <p:cNvSpPr/>
              <p:nvPr/>
            </p:nvSpPr>
            <p:spPr bwMode="auto">
              <a:xfrm>
                <a:off x="7491368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13" name="Text Box 58">
                <a:extLst>
                  <a:ext uri="{FF2B5EF4-FFF2-40B4-BE49-F238E27FC236}">
                    <a16:creationId xmlns:a16="http://schemas.microsoft.com/office/drawing/2014/main" id="{2A9C2CEB-6EDD-4040-819E-2AFFF3EAFF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084" y="5352689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4" name="Text Box 58">
                <a:extLst>
                  <a:ext uri="{FF2B5EF4-FFF2-40B4-BE49-F238E27FC236}">
                    <a16:creationId xmlns:a16="http://schemas.microsoft.com/office/drawing/2014/main" id="{13A838DC-580F-4D7E-860E-D047E1B8E0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7493" y="345438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9AEAF8E8-67E6-4E29-9DA2-92E3743F592F}"/>
                  </a:ext>
                </a:extLst>
              </p:cNvPr>
              <p:cNvSpPr/>
              <p:nvPr/>
            </p:nvSpPr>
            <p:spPr bwMode="auto">
              <a:xfrm>
                <a:off x="8605818" y="4932505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16" name="Text Box 58">
                <a:extLst>
                  <a:ext uri="{FF2B5EF4-FFF2-40B4-BE49-F238E27FC236}">
                    <a16:creationId xmlns:a16="http://schemas.microsoft.com/office/drawing/2014/main" id="{727F7586-2416-4F0D-B9A9-BDEBCCDF99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32615" y="5352689"/>
                <a:ext cx="1813007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AE9E2245-1737-46F9-89F7-08F81AA734E5}"/>
                  </a:ext>
                </a:extLst>
              </p:cNvPr>
              <p:cNvSpPr/>
              <p:nvPr/>
            </p:nvSpPr>
            <p:spPr bwMode="auto">
              <a:xfrm>
                <a:off x="9802013" y="49247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18" name="Text Box 58">
                <a:extLst>
                  <a:ext uri="{FF2B5EF4-FFF2-40B4-BE49-F238E27FC236}">
                    <a16:creationId xmlns:a16="http://schemas.microsoft.com/office/drawing/2014/main" id="{6DBCBC20-041E-4943-8E73-A053861B25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55276" y="3083014"/>
                <a:ext cx="1813007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22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선정릉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DA8A051C-BD17-4029-8F71-9CB5E475BDEF}"/>
                  </a:ext>
                </a:extLst>
              </p:cNvPr>
              <p:cNvSpPr/>
              <p:nvPr/>
            </p:nvSpPr>
            <p:spPr bwMode="auto">
              <a:xfrm>
                <a:off x="7507353" y="2487801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57" name="Text Box 58">
                <a:extLst>
                  <a:ext uri="{FF2B5EF4-FFF2-40B4-BE49-F238E27FC236}">
                    <a16:creationId xmlns:a16="http://schemas.microsoft.com/office/drawing/2014/main" id="{EE9E0C04-4175-46DB-8ADD-EDE550367C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85026" y="2364845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C1A329E-1018-4E07-9CA8-C056928D25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40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53748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Middle</a:t>
            </a:r>
            <a:endParaRPr lang="ko-KR" altLang="en-US" sz="2000" dirty="0"/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0CEF499F-73BE-4BA4-94DA-FDD934CBD624}"/>
              </a:ext>
            </a:extLst>
          </p:cNvPr>
          <p:cNvGrpSpPr/>
          <p:nvPr/>
        </p:nvGrpSpPr>
        <p:grpSpPr>
          <a:xfrm>
            <a:off x="52576" y="2174707"/>
            <a:ext cx="6172682" cy="3731980"/>
            <a:chOff x="6096000" y="2174707"/>
            <a:chExt cx="6172682" cy="3731980"/>
          </a:xfrm>
        </p:grpSpPr>
        <p:sp>
          <p:nvSpPr>
            <p:cNvPr id="106" name="별: 꼭짓점 16개 105">
              <a:extLst>
                <a:ext uri="{FF2B5EF4-FFF2-40B4-BE49-F238E27FC236}">
                  <a16:creationId xmlns:a16="http://schemas.microsoft.com/office/drawing/2014/main" id="{F4379B6C-F92F-4598-AA4F-CEABBFF19A80}"/>
                </a:ext>
              </a:extLst>
            </p:cNvPr>
            <p:cNvSpPr/>
            <p:nvPr/>
          </p:nvSpPr>
          <p:spPr bwMode="auto">
            <a:xfrm>
              <a:off x="8069018" y="3790378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FB835AAF-55FC-4E95-8465-F2332FCB21E4}"/>
                </a:ext>
              </a:extLst>
            </p:cNvPr>
            <p:cNvGrpSpPr/>
            <p:nvPr/>
          </p:nvGrpSpPr>
          <p:grpSpPr>
            <a:xfrm>
              <a:off x="6096000" y="2174707"/>
              <a:ext cx="6172682" cy="3731980"/>
              <a:chOff x="6096000" y="2174707"/>
              <a:chExt cx="6172682" cy="3731980"/>
            </a:xfrm>
          </p:grpSpPr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ABAFBEBE-497B-447C-BDDE-1DDEBA6886EA}"/>
                  </a:ext>
                </a:extLst>
              </p:cNvPr>
              <p:cNvGrpSpPr/>
              <p:nvPr/>
            </p:nvGrpSpPr>
            <p:grpSpPr>
              <a:xfrm>
                <a:off x="6096000" y="2582524"/>
                <a:ext cx="5937908" cy="2869347"/>
                <a:chOff x="43733" y="2582524"/>
                <a:chExt cx="5937908" cy="2869347"/>
              </a:xfrm>
            </p:grpSpPr>
            <p:grpSp>
              <p:nvGrpSpPr>
                <p:cNvPr id="119" name="그룹 118">
                  <a:extLst>
                    <a:ext uri="{FF2B5EF4-FFF2-40B4-BE49-F238E27FC236}">
                      <a16:creationId xmlns:a16="http://schemas.microsoft.com/office/drawing/2014/main" id="{7908466F-A4C5-45CA-A8CA-2FD463F6872E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123" name="Line 48">
                    <a:extLst>
                      <a:ext uri="{FF2B5EF4-FFF2-40B4-BE49-F238E27FC236}">
                        <a16:creationId xmlns:a16="http://schemas.microsoft.com/office/drawing/2014/main" id="{B734C110-2323-40F3-BC03-C4A184E2F8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4" name="Line 48">
                    <a:extLst>
                      <a:ext uri="{FF2B5EF4-FFF2-40B4-BE49-F238E27FC236}">
                        <a16:creationId xmlns:a16="http://schemas.microsoft.com/office/drawing/2014/main" id="{CCCD5BE0-87D6-4B22-9A66-9EABED017AA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5" name="Line 48">
                    <a:extLst>
                      <a:ext uri="{FF2B5EF4-FFF2-40B4-BE49-F238E27FC236}">
                        <a16:creationId xmlns:a16="http://schemas.microsoft.com/office/drawing/2014/main" id="{661713C5-3CC7-4CEA-ACFA-1A9B1711EF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6" name="Line 48">
                    <a:extLst>
                      <a:ext uri="{FF2B5EF4-FFF2-40B4-BE49-F238E27FC236}">
                        <a16:creationId xmlns:a16="http://schemas.microsoft.com/office/drawing/2014/main" id="{0BC3B348-26F3-4424-B4EE-2A778F6FA3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7" name="Line 48">
                    <a:extLst>
                      <a:ext uri="{FF2B5EF4-FFF2-40B4-BE49-F238E27FC236}">
                        <a16:creationId xmlns:a16="http://schemas.microsoft.com/office/drawing/2014/main" id="{D4318B21-8EA0-4BB3-9A9F-EC9A14E317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8" name="Line 48">
                    <a:extLst>
                      <a:ext uri="{FF2B5EF4-FFF2-40B4-BE49-F238E27FC236}">
                        <a16:creationId xmlns:a16="http://schemas.microsoft.com/office/drawing/2014/main" id="{4788016B-0F48-434E-A5B5-08F70F4AAF1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9" name="Line 48">
                    <a:extLst>
                      <a:ext uri="{FF2B5EF4-FFF2-40B4-BE49-F238E27FC236}">
                        <a16:creationId xmlns:a16="http://schemas.microsoft.com/office/drawing/2014/main" id="{65B2CBEE-A181-4A81-84C0-6F5F3B7EB9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0" name="Line 48">
                    <a:extLst>
                      <a:ext uri="{FF2B5EF4-FFF2-40B4-BE49-F238E27FC236}">
                        <a16:creationId xmlns:a16="http://schemas.microsoft.com/office/drawing/2014/main" id="{BB63DCCB-C302-4286-A1F4-68026839C51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1" name="Line 48">
                    <a:extLst>
                      <a:ext uri="{FF2B5EF4-FFF2-40B4-BE49-F238E27FC236}">
                        <a16:creationId xmlns:a16="http://schemas.microsoft.com/office/drawing/2014/main" id="{D12D98F4-6D51-4DB9-8F66-FCC87E8CD6F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2" name="Line 48">
                    <a:extLst>
                      <a:ext uri="{FF2B5EF4-FFF2-40B4-BE49-F238E27FC236}">
                        <a16:creationId xmlns:a16="http://schemas.microsoft.com/office/drawing/2014/main" id="{AB308EE3-ABEA-44B2-A9D4-EEB62BA216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3" name="Line 48">
                    <a:extLst>
                      <a:ext uri="{FF2B5EF4-FFF2-40B4-BE49-F238E27FC236}">
                        <a16:creationId xmlns:a16="http://schemas.microsoft.com/office/drawing/2014/main" id="{D63D8FAA-945C-4551-9D24-191F2B6EB8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4" name="TextBox 133">
                    <a:extLst>
                      <a:ext uri="{FF2B5EF4-FFF2-40B4-BE49-F238E27FC236}">
                        <a16:creationId xmlns:a16="http://schemas.microsoft.com/office/drawing/2014/main" id="{FAFCFB3B-9A78-46B5-8181-18D1250222DA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FF0F6588-538D-4492-9707-EA0F278A1A6F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2EB46BE3-6D24-4CA6-B225-F4CB48078E4C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137" name="TextBox 136">
                    <a:extLst>
                      <a:ext uri="{FF2B5EF4-FFF2-40B4-BE49-F238E27FC236}">
                        <a16:creationId xmlns:a16="http://schemas.microsoft.com/office/drawing/2014/main" id="{D8C389BA-6662-41D2-91EC-AEA71E3750A4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9CDBD82F-286F-4E7B-9A87-A08F19C79A6C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8E680DEB-0860-434C-86B1-AD78DB93B80B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8D31EB69-9FAD-492D-AB59-FC26B5ABC2FB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56D8ECA6-07F5-4510-A88F-34CFC68E8799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0DFC5692-4AEE-40E6-B26B-A6D615D52214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F19CE1B9-8B67-4173-A606-44BCEB3EC418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AECE6482-F14E-4948-B06F-F7E3E1A9F771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98C63B09-35CC-481A-9B54-418E718FCA28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4EC4DB3B-A81B-4A88-AA47-F262546CE5E0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40C07622-79F1-452E-9006-2D0B79AF301E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71233E5C-B50C-4E59-BA7A-87326AF58284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4A1853C4-B0AE-4FF6-8CEF-A3CE69D9A668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D376EDA6-78E8-48F9-A708-AF5C8362C16F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FF74450A-4964-4972-844E-6F0A6ED8F2DB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4768191E-2339-4B00-8A10-561CC9CF633D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3" name="TextBox 152">
                    <a:extLst>
                      <a:ext uri="{FF2B5EF4-FFF2-40B4-BE49-F238E27FC236}">
                        <a16:creationId xmlns:a16="http://schemas.microsoft.com/office/drawing/2014/main" id="{706FA2C7-9F40-4FB3-B524-44D1CB4C7F5E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4" name="TextBox 153">
                    <a:extLst>
                      <a:ext uri="{FF2B5EF4-FFF2-40B4-BE49-F238E27FC236}">
                        <a16:creationId xmlns:a16="http://schemas.microsoft.com/office/drawing/2014/main" id="{BD02B4F7-CAC6-4F13-BDF4-C57A4DDC6CE7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5" name="TextBox 154">
                    <a:extLst>
                      <a:ext uri="{FF2B5EF4-FFF2-40B4-BE49-F238E27FC236}">
                        <a16:creationId xmlns:a16="http://schemas.microsoft.com/office/drawing/2014/main" id="{A56EC35E-146D-4E1D-9C5C-D923146272E9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20" name="Text Box 58">
                  <a:extLst>
                    <a:ext uri="{FF2B5EF4-FFF2-40B4-BE49-F238E27FC236}">
                      <a16:creationId xmlns:a16="http://schemas.microsoft.com/office/drawing/2014/main" id="{8783526A-01F2-48AD-BAF8-B03CA2F0DE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09" name="Text Box 58">
                <a:extLst>
                  <a:ext uri="{FF2B5EF4-FFF2-40B4-BE49-F238E27FC236}">
                    <a16:creationId xmlns:a16="http://schemas.microsoft.com/office/drawing/2014/main" id="{24CCB946-21F1-4A6E-B514-61EA1B70D0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4004" y="2198009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868FB12F-8CEE-43A8-9891-F067292F8A0C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11" name="Text Box 58">
                <a:extLst>
                  <a:ext uri="{FF2B5EF4-FFF2-40B4-BE49-F238E27FC236}">
                    <a16:creationId xmlns:a16="http://schemas.microsoft.com/office/drawing/2014/main" id="{B835DA4F-0775-4F31-9B86-267EA4FC73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4522" y="543126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BC79D60E-E39E-405C-97F7-E87DCC1A373F}"/>
                  </a:ext>
                </a:extLst>
              </p:cNvPr>
              <p:cNvSpPr/>
              <p:nvPr/>
            </p:nvSpPr>
            <p:spPr bwMode="auto">
              <a:xfrm>
                <a:off x="7491368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13" name="Text Box 58">
                <a:extLst>
                  <a:ext uri="{FF2B5EF4-FFF2-40B4-BE49-F238E27FC236}">
                    <a16:creationId xmlns:a16="http://schemas.microsoft.com/office/drawing/2014/main" id="{2A9C2CEB-6EDD-4040-819E-2AFFF3EAFF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084" y="5352689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4" name="Text Box 58">
                <a:extLst>
                  <a:ext uri="{FF2B5EF4-FFF2-40B4-BE49-F238E27FC236}">
                    <a16:creationId xmlns:a16="http://schemas.microsoft.com/office/drawing/2014/main" id="{13A838DC-580F-4D7E-860E-D047E1B8E0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7493" y="345438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9AEAF8E8-67E6-4E29-9DA2-92E3743F592F}"/>
                  </a:ext>
                </a:extLst>
              </p:cNvPr>
              <p:cNvSpPr/>
              <p:nvPr/>
            </p:nvSpPr>
            <p:spPr bwMode="auto">
              <a:xfrm>
                <a:off x="8605818" y="4932505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16" name="Text Box 58">
                <a:extLst>
                  <a:ext uri="{FF2B5EF4-FFF2-40B4-BE49-F238E27FC236}">
                    <a16:creationId xmlns:a16="http://schemas.microsoft.com/office/drawing/2014/main" id="{727F7586-2416-4F0D-B9A9-BDEBCCDF99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32615" y="5352689"/>
                <a:ext cx="1813007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AE9E2245-1737-46F9-89F7-08F81AA734E5}"/>
                  </a:ext>
                </a:extLst>
              </p:cNvPr>
              <p:cNvSpPr/>
              <p:nvPr/>
            </p:nvSpPr>
            <p:spPr bwMode="auto">
              <a:xfrm>
                <a:off x="9802013" y="49247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18" name="Text Box 58">
                <a:extLst>
                  <a:ext uri="{FF2B5EF4-FFF2-40B4-BE49-F238E27FC236}">
                    <a16:creationId xmlns:a16="http://schemas.microsoft.com/office/drawing/2014/main" id="{6DBCBC20-041E-4943-8E73-A053861B25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55675" y="2677926"/>
                <a:ext cx="1813007" cy="784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22 (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선정릉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 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&gt; 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20 (</a:t>
                </a:r>
                <a:r>
                  <a:rPr lang="ko-KR" altLang="en-US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50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DA8A051C-BD17-4029-8F71-9CB5E475BDEF}"/>
                  </a:ext>
                </a:extLst>
              </p:cNvPr>
              <p:cNvSpPr/>
              <p:nvPr/>
            </p:nvSpPr>
            <p:spPr bwMode="auto">
              <a:xfrm>
                <a:off x="7507353" y="2487801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57" name="Text Box 58">
                <a:extLst>
                  <a:ext uri="{FF2B5EF4-FFF2-40B4-BE49-F238E27FC236}">
                    <a16:creationId xmlns:a16="http://schemas.microsoft.com/office/drawing/2014/main" id="{EE9E0C04-4175-46DB-8ADD-EDE550367C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01434" y="2174707"/>
                <a:ext cx="1570253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16 </a:t>
                </a: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CF4C33DA-EAAB-4978-A629-DA5A4DC069C6}"/>
                  </a:ext>
                </a:extLst>
              </p:cNvPr>
              <p:cNvSpPr/>
              <p:nvPr/>
            </p:nvSpPr>
            <p:spPr bwMode="auto">
              <a:xfrm>
                <a:off x="8631453" y="2497495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58" name="Text Box 58">
                <a:extLst>
                  <a:ext uri="{FF2B5EF4-FFF2-40B4-BE49-F238E27FC236}">
                    <a16:creationId xmlns:a16="http://schemas.microsoft.com/office/drawing/2014/main" id="{A47F0AFE-3C48-4A95-B2A1-2DD38CA46D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86132" y="2342484"/>
                <a:ext cx="1918455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</a:t>
                </a: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620F0C04-F400-4593-94C9-7E69F238CD97}"/>
              </a:ext>
            </a:extLst>
          </p:cNvPr>
          <p:cNvGrpSpPr/>
          <p:nvPr/>
        </p:nvGrpSpPr>
        <p:grpSpPr>
          <a:xfrm>
            <a:off x="6019318" y="2174707"/>
            <a:ext cx="6183026" cy="3731980"/>
            <a:chOff x="6096000" y="2174707"/>
            <a:chExt cx="6183026" cy="3731980"/>
          </a:xfrm>
        </p:grpSpPr>
        <p:sp>
          <p:nvSpPr>
            <p:cNvPr id="160" name="별: 꼭짓점 16개 159">
              <a:extLst>
                <a:ext uri="{FF2B5EF4-FFF2-40B4-BE49-F238E27FC236}">
                  <a16:creationId xmlns:a16="http://schemas.microsoft.com/office/drawing/2014/main" id="{9B3D45F1-843B-4A0B-8D04-A3F7637D87E0}"/>
                </a:ext>
              </a:extLst>
            </p:cNvPr>
            <p:cNvSpPr/>
            <p:nvPr/>
          </p:nvSpPr>
          <p:spPr bwMode="auto">
            <a:xfrm>
              <a:off x="8069018" y="3790378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87CD1411-8CC1-4642-9896-91269B9ABBA5}"/>
                </a:ext>
              </a:extLst>
            </p:cNvPr>
            <p:cNvGrpSpPr/>
            <p:nvPr/>
          </p:nvGrpSpPr>
          <p:grpSpPr>
            <a:xfrm>
              <a:off x="6096000" y="2174707"/>
              <a:ext cx="6183026" cy="3731980"/>
              <a:chOff x="6096000" y="2174707"/>
              <a:chExt cx="6183026" cy="3731980"/>
            </a:xfrm>
          </p:grpSpPr>
          <p:grpSp>
            <p:nvGrpSpPr>
              <p:cNvPr id="176" name="그룹 175">
                <a:extLst>
                  <a:ext uri="{FF2B5EF4-FFF2-40B4-BE49-F238E27FC236}">
                    <a16:creationId xmlns:a16="http://schemas.microsoft.com/office/drawing/2014/main" id="{C36E858B-42A0-482C-B60A-B6D7AF956276}"/>
                  </a:ext>
                </a:extLst>
              </p:cNvPr>
              <p:cNvGrpSpPr/>
              <p:nvPr/>
            </p:nvGrpSpPr>
            <p:grpSpPr>
              <a:xfrm>
                <a:off x="6096000" y="2582524"/>
                <a:ext cx="5937908" cy="2869347"/>
                <a:chOff x="43733" y="2582524"/>
                <a:chExt cx="5937908" cy="2869347"/>
              </a:xfrm>
            </p:grpSpPr>
            <p:grpSp>
              <p:nvGrpSpPr>
                <p:cNvPr id="226" name="그룹 225">
                  <a:extLst>
                    <a:ext uri="{FF2B5EF4-FFF2-40B4-BE49-F238E27FC236}">
                      <a16:creationId xmlns:a16="http://schemas.microsoft.com/office/drawing/2014/main" id="{92A8138E-FBD0-4C5F-AD96-1E54EE72A2F1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228" name="Line 48">
                    <a:extLst>
                      <a:ext uri="{FF2B5EF4-FFF2-40B4-BE49-F238E27FC236}">
                        <a16:creationId xmlns:a16="http://schemas.microsoft.com/office/drawing/2014/main" id="{B50B8940-EC72-4C11-AC0B-BDF32A7E6B1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9" name="Line 48">
                    <a:extLst>
                      <a:ext uri="{FF2B5EF4-FFF2-40B4-BE49-F238E27FC236}">
                        <a16:creationId xmlns:a16="http://schemas.microsoft.com/office/drawing/2014/main" id="{EA41292E-FB97-49BE-A532-7F22A54F9D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0" name="Line 48">
                    <a:extLst>
                      <a:ext uri="{FF2B5EF4-FFF2-40B4-BE49-F238E27FC236}">
                        <a16:creationId xmlns:a16="http://schemas.microsoft.com/office/drawing/2014/main" id="{8DC556FC-9055-43DC-9570-0AD930B476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1" name="Line 48">
                    <a:extLst>
                      <a:ext uri="{FF2B5EF4-FFF2-40B4-BE49-F238E27FC236}">
                        <a16:creationId xmlns:a16="http://schemas.microsoft.com/office/drawing/2014/main" id="{AAA7B9D0-BCEB-4B99-9F58-873EFEE1DA4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2" name="Line 48">
                    <a:extLst>
                      <a:ext uri="{FF2B5EF4-FFF2-40B4-BE49-F238E27FC236}">
                        <a16:creationId xmlns:a16="http://schemas.microsoft.com/office/drawing/2014/main" id="{ABE26F1A-DE99-4637-9627-3D1A9468652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3" name="Line 48">
                    <a:extLst>
                      <a:ext uri="{FF2B5EF4-FFF2-40B4-BE49-F238E27FC236}">
                        <a16:creationId xmlns:a16="http://schemas.microsoft.com/office/drawing/2014/main" id="{6CC1F651-BDC9-4B75-A88E-CDE16E54002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4" name="Line 48">
                    <a:extLst>
                      <a:ext uri="{FF2B5EF4-FFF2-40B4-BE49-F238E27FC236}">
                        <a16:creationId xmlns:a16="http://schemas.microsoft.com/office/drawing/2014/main" id="{D251CA2F-EF36-416D-9521-645D9F44B6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5" name="Line 48">
                    <a:extLst>
                      <a:ext uri="{FF2B5EF4-FFF2-40B4-BE49-F238E27FC236}">
                        <a16:creationId xmlns:a16="http://schemas.microsoft.com/office/drawing/2014/main" id="{8B45568F-878B-4100-BE68-D471071A509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6" name="Line 48">
                    <a:extLst>
                      <a:ext uri="{FF2B5EF4-FFF2-40B4-BE49-F238E27FC236}">
                        <a16:creationId xmlns:a16="http://schemas.microsoft.com/office/drawing/2014/main" id="{C3B01E13-6921-4586-A9E0-7EAA4B020A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7" name="Line 48">
                    <a:extLst>
                      <a:ext uri="{FF2B5EF4-FFF2-40B4-BE49-F238E27FC236}">
                        <a16:creationId xmlns:a16="http://schemas.microsoft.com/office/drawing/2014/main" id="{08911F56-0899-44F8-A590-2ACB86C2E3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8" name="Line 48">
                    <a:extLst>
                      <a:ext uri="{FF2B5EF4-FFF2-40B4-BE49-F238E27FC236}">
                        <a16:creationId xmlns:a16="http://schemas.microsoft.com/office/drawing/2014/main" id="{4C0D07AD-2B81-4FBC-80C0-25CDCD4D025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9" name="TextBox 238">
                    <a:extLst>
                      <a:ext uri="{FF2B5EF4-FFF2-40B4-BE49-F238E27FC236}">
                        <a16:creationId xmlns:a16="http://schemas.microsoft.com/office/drawing/2014/main" id="{F5171905-C9D6-4A90-9CC2-25DC16505B15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240" name="TextBox 239">
                    <a:extLst>
                      <a:ext uri="{FF2B5EF4-FFF2-40B4-BE49-F238E27FC236}">
                        <a16:creationId xmlns:a16="http://schemas.microsoft.com/office/drawing/2014/main" id="{D2FF4F72-4DDB-4318-96C2-8846C6A3ED49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241" name="TextBox 240">
                    <a:extLst>
                      <a:ext uri="{FF2B5EF4-FFF2-40B4-BE49-F238E27FC236}">
                        <a16:creationId xmlns:a16="http://schemas.microsoft.com/office/drawing/2014/main" id="{1F8E959E-1AA4-431B-97DA-C6BF9B8105AF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242" name="TextBox 241">
                    <a:extLst>
                      <a:ext uri="{FF2B5EF4-FFF2-40B4-BE49-F238E27FC236}">
                        <a16:creationId xmlns:a16="http://schemas.microsoft.com/office/drawing/2014/main" id="{9FE28DF1-B54D-4B0E-B76C-2C8ABDAD81A7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243" name="TextBox 242">
                    <a:extLst>
                      <a:ext uri="{FF2B5EF4-FFF2-40B4-BE49-F238E27FC236}">
                        <a16:creationId xmlns:a16="http://schemas.microsoft.com/office/drawing/2014/main" id="{0505BAAA-208B-48D3-A394-D32435500395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244" name="TextBox 243">
                    <a:extLst>
                      <a:ext uri="{FF2B5EF4-FFF2-40B4-BE49-F238E27FC236}">
                        <a16:creationId xmlns:a16="http://schemas.microsoft.com/office/drawing/2014/main" id="{B292A9A1-13D0-483B-8400-7B168A47259E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245" name="TextBox 244">
                    <a:extLst>
                      <a:ext uri="{FF2B5EF4-FFF2-40B4-BE49-F238E27FC236}">
                        <a16:creationId xmlns:a16="http://schemas.microsoft.com/office/drawing/2014/main" id="{69408158-F100-4227-97C6-7CA042B8AA5D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46" name="TextBox 245">
                    <a:extLst>
                      <a:ext uri="{FF2B5EF4-FFF2-40B4-BE49-F238E27FC236}">
                        <a16:creationId xmlns:a16="http://schemas.microsoft.com/office/drawing/2014/main" id="{A4082C60-F3B9-497C-9D23-D6293C706B01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47" name="TextBox 246">
                    <a:extLst>
                      <a:ext uri="{FF2B5EF4-FFF2-40B4-BE49-F238E27FC236}">
                        <a16:creationId xmlns:a16="http://schemas.microsoft.com/office/drawing/2014/main" id="{44229E7D-B079-4A6C-A7BB-DABCE2122C9E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48" name="TextBox 247">
                    <a:extLst>
                      <a:ext uri="{FF2B5EF4-FFF2-40B4-BE49-F238E27FC236}">
                        <a16:creationId xmlns:a16="http://schemas.microsoft.com/office/drawing/2014/main" id="{7DF58CF0-8057-479D-B73F-679F8096E1A4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49" name="TextBox 248">
                    <a:extLst>
                      <a:ext uri="{FF2B5EF4-FFF2-40B4-BE49-F238E27FC236}">
                        <a16:creationId xmlns:a16="http://schemas.microsoft.com/office/drawing/2014/main" id="{71D7868B-E96F-4961-9CE2-EEFB05BF47E4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50" name="TextBox 249">
                    <a:extLst>
                      <a:ext uri="{FF2B5EF4-FFF2-40B4-BE49-F238E27FC236}">
                        <a16:creationId xmlns:a16="http://schemas.microsoft.com/office/drawing/2014/main" id="{353D293A-6F3A-4D1A-AA36-4BD8C882431C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1" name="TextBox 250">
                    <a:extLst>
                      <a:ext uri="{FF2B5EF4-FFF2-40B4-BE49-F238E27FC236}">
                        <a16:creationId xmlns:a16="http://schemas.microsoft.com/office/drawing/2014/main" id="{41E45F80-402D-4702-817E-4EAF9F7701B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2" name="TextBox 251">
                    <a:extLst>
                      <a:ext uri="{FF2B5EF4-FFF2-40B4-BE49-F238E27FC236}">
                        <a16:creationId xmlns:a16="http://schemas.microsoft.com/office/drawing/2014/main" id="{06408832-381D-4F98-B347-1BCE7A81524F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3" name="TextBox 252">
                    <a:extLst>
                      <a:ext uri="{FF2B5EF4-FFF2-40B4-BE49-F238E27FC236}">
                        <a16:creationId xmlns:a16="http://schemas.microsoft.com/office/drawing/2014/main" id="{980500DB-777C-4281-92BB-826D79C2B46D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9FFBA66E-7947-414A-88B1-E3E2E17CBF14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5" name="TextBox 254">
                    <a:extLst>
                      <a:ext uri="{FF2B5EF4-FFF2-40B4-BE49-F238E27FC236}">
                        <a16:creationId xmlns:a16="http://schemas.microsoft.com/office/drawing/2014/main" id="{A1DEA59A-95A6-422E-AAAF-835A85E52CFC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6" name="TextBox 255">
                    <a:extLst>
                      <a:ext uri="{FF2B5EF4-FFF2-40B4-BE49-F238E27FC236}">
                        <a16:creationId xmlns:a16="http://schemas.microsoft.com/office/drawing/2014/main" id="{4E91C048-8E01-4F5B-A97B-D34E3FD139EA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7" name="TextBox 256">
                    <a:extLst>
                      <a:ext uri="{FF2B5EF4-FFF2-40B4-BE49-F238E27FC236}">
                        <a16:creationId xmlns:a16="http://schemas.microsoft.com/office/drawing/2014/main" id="{3F6E475B-73E0-4B02-828B-AA4A98B5EE57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8" name="TextBox 257">
                    <a:extLst>
                      <a:ext uri="{FF2B5EF4-FFF2-40B4-BE49-F238E27FC236}">
                        <a16:creationId xmlns:a16="http://schemas.microsoft.com/office/drawing/2014/main" id="{16A31A9C-93EF-4C63-B7D6-0A730C426258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9" name="TextBox 258">
                    <a:extLst>
                      <a:ext uri="{FF2B5EF4-FFF2-40B4-BE49-F238E27FC236}">
                        <a16:creationId xmlns:a16="http://schemas.microsoft.com/office/drawing/2014/main" id="{6ECB8C5C-2F58-462B-8A6C-4FE5272A24F2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0" name="TextBox 259">
                    <a:extLst>
                      <a:ext uri="{FF2B5EF4-FFF2-40B4-BE49-F238E27FC236}">
                        <a16:creationId xmlns:a16="http://schemas.microsoft.com/office/drawing/2014/main" id="{EA1B516B-FE35-4AE4-923A-98E5C957E65C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227" name="Text Box 58">
                  <a:extLst>
                    <a:ext uri="{FF2B5EF4-FFF2-40B4-BE49-F238E27FC236}">
                      <a16:creationId xmlns:a16="http://schemas.microsoft.com/office/drawing/2014/main" id="{C7BD5382-F92C-4B86-AB89-C45B1C6898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81" name="Text Box 58">
                <a:extLst>
                  <a:ext uri="{FF2B5EF4-FFF2-40B4-BE49-F238E27FC236}">
                    <a16:creationId xmlns:a16="http://schemas.microsoft.com/office/drawing/2014/main" id="{195A1706-6442-4B72-B141-FEE4CAB717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4004" y="2198009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FB86DE49-3EC7-4E15-B76B-2A016C50841F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83" name="Text Box 58">
                <a:extLst>
                  <a:ext uri="{FF2B5EF4-FFF2-40B4-BE49-F238E27FC236}">
                    <a16:creationId xmlns:a16="http://schemas.microsoft.com/office/drawing/2014/main" id="{90B6FD24-4642-4A92-93D8-A9E7DF6587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4522" y="543126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5" name="타원 184">
                <a:extLst>
                  <a:ext uri="{FF2B5EF4-FFF2-40B4-BE49-F238E27FC236}">
                    <a16:creationId xmlns:a16="http://schemas.microsoft.com/office/drawing/2014/main" id="{9205F0EF-22A8-470B-8967-005EFF7D5F58}"/>
                  </a:ext>
                </a:extLst>
              </p:cNvPr>
              <p:cNvSpPr/>
              <p:nvPr/>
            </p:nvSpPr>
            <p:spPr bwMode="auto">
              <a:xfrm>
                <a:off x="7491368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86" name="Text Box 58">
                <a:extLst>
                  <a:ext uri="{FF2B5EF4-FFF2-40B4-BE49-F238E27FC236}">
                    <a16:creationId xmlns:a16="http://schemas.microsoft.com/office/drawing/2014/main" id="{0C87544C-A2E2-42BB-97B1-E3FF1D019C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084" y="5352689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7" name="Text Box 58">
                <a:extLst>
                  <a:ext uri="{FF2B5EF4-FFF2-40B4-BE49-F238E27FC236}">
                    <a16:creationId xmlns:a16="http://schemas.microsoft.com/office/drawing/2014/main" id="{F631251D-01CE-4AC6-9899-D8252FA758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7493" y="345438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02B76DDB-3B3E-4A5B-9AC9-B9EB13752CE7}"/>
                  </a:ext>
                </a:extLst>
              </p:cNvPr>
              <p:cNvSpPr/>
              <p:nvPr/>
            </p:nvSpPr>
            <p:spPr bwMode="auto">
              <a:xfrm>
                <a:off x="8605818" y="4932505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90" name="Text Box 58">
                <a:extLst>
                  <a:ext uri="{FF2B5EF4-FFF2-40B4-BE49-F238E27FC236}">
                    <a16:creationId xmlns:a16="http://schemas.microsoft.com/office/drawing/2014/main" id="{4E2AA6EF-3CD7-4651-A24B-73C7803458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32615" y="5352689"/>
                <a:ext cx="1813007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0" name="타원 199">
                <a:extLst>
                  <a:ext uri="{FF2B5EF4-FFF2-40B4-BE49-F238E27FC236}">
                    <a16:creationId xmlns:a16="http://schemas.microsoft.com/office/drawing/2014/main" id="{5490D7A2-8AB7-4C7C-888A-CDBA04F22473}"/>
                  </a:ext>
                </a:extLst>
              </p:cNvPr>
              <p:cNvSpPr/>
              <p:nvPr/>
            </p:nvSpPr>
            <p:spPr bwMode="auto">
              <a:xfrm>
                <a:off x="9802013" y="49247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01" name="Text Box 58">
                <a:extLst>
                  <a:ext uri="{FF2B5EF4-FFF2-40B4-BE49-F238E27FC236}">
                    <a16:creationId xmlns:a16="http://schemas.microsoft.com/office/drawing/2014/main" id="{FFEDA772-319A-44C1-BA4B-B1693ABF22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66019" y="2878889"/>
                <a:ext cx="1813007" cy="7848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20 (</a:t>
                </a:r>
                <a:r>
                  <a:rPr lang="ko-KR" altLang="en-US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50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 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&lt; 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24 (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4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석촌</a:t>
                </a:r>
              </a:p>
            </p:txBody>
          </p:sp>
          <p:sp>
            <p:nvSpPr>
              <p:cNvPr id="202" name="타원 201">
                <a:extLst>
                  <a:ext uri="{FF2B5EF4-FFF2-40B4-BE49-F238E27FC236}">
                    <a16:creationId xmlns:a16="http://schemas.microsoft.com/office/drawing/2014/main" id="{05F73239-B920-49E3-8D65-6D511626B593}"/>
                  </a:ext>
                </a:extLst>
              </p:cNvPr>
              <p:cNvSpPr/>
              <p:nvPr/>
            </p:nvSpPr>
            <p:spPr bwMode="auto">
              <a:xfrm>
                <a:off x="7493177" y="2501977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03" name="Text Box 58">
                <a:extLst>
                  <a:ext uri="{FF2B5EF4-FFF2-40B4-BE49-F238E27FC236}">
                    <a16:creationId xmlns:a16="http://schemas.microsoft.com/office/drawing/2014/main" id="{76DB7058-95DD-4CF0-9754-1210AD299A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01434" y="2174707"/>
                <a:ext cx="1570253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16 </a:t>
                </a: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4" name="타원 223">
                <a:extLst>
                  <a:ext uri="{FF2B5EF4-FFF2-40B4-BE49-F238E27FC236}">
                    <a16:creationId xmlns:a16="http://schemas.microsoft.com/office/drawing/2014/main" id="{DC2E9A87-A786-45A9-89D8-8F8E4200C1BC}"/>
                  </a:ext>
                </a:extLst>
              </p:cNvPr>
              <p:cNvSpPr/>
              <p:nvPr/>
            </p:nvSpPr>
            <p:spPr bwMode="auto">
              <a:xfrm>
                <a:off x="8631453" y="2497495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5" name="Text Box 58">
                <a:extLst>
                  <a:ext uri="{FF2B5EF4-FFF2-40B4-BE49-F238E27FC236}">
                    <a16:creationId xmlns:a16="http://schemas.microsoft.com/office/drawing/2014/main" id="{924B06E8-404B-4C24-B93D-B43A2E1353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86132" y="2342484"/>
                <a:ext cx="1918455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</a:t>
                </a: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61" name="타원 260">
                <a:extLst>
                  <a:ext uri="{FF2B5EF4-FFF2-40B4-BE49-F238E27FC236}">
                    <a16:creationId xmlns:a16="http://schemas.microsoft.com/office/drawing/2014/main" id="{3A10FF3A-A7D1-480A-903F-A806CD9591E8}"/>
                  </a:ext>
                </a:extLst>
              </p:cNvPr>
              <p:cNvSpPr/>
              <p:nvPr/>
            </p:nvSpPr>
            <p:spPr bwMode="auto">
              <a:xfrm>
                <a:off x="9703332" y="2498168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22A9123-89E2-43E6-865F-87AEB462036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41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9423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1CB487AB-E465-46D2-A223-2D194A6754EF}"/>
              </a:ext>
            </a:extLst>
          </p:cNvPr>
          <p:cNvSpPr/>
          <p:nvPr/>
        </p:nvSpPr>
        <p:spPr bwMode="auto">
          <a:xfrm rot="17830450">
            <a:off x="7119513" y="2424691"/>
            <a:ext cx="430819" cy="22916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ECB803B5-0FC4-4215-8C85-8C8EC8964C18}"/>
              </a:ext>
            </a:extLst>
          </p:cNvPr>
          <p:cNvSpPr/>
          <p:nvPr/>
        </p:nvSpPr>
        <p:spPr bwMode="auto">
          <a:xfrm rot="16200000">
            <a:off x="5551898" y="2294376"/>
            <a:ext cx="430819" cy="14718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300BAC04-9B05-45EB-9A19-EBB211DFD6F1}"/>
              </a:ext>
            </a:extLst>
          </p:cNvPr>
          <p:cNvSpPr/>
          <p:nvPr/>
        </p:nvSpPr>
        <p:spPr bwMode="auto">
          <a:xfrm rot="13214557">
            <a:off x="4655056" y="2771537"/>
            <a:ext cx="430819" cy="14718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Middle</a:t>
            </a:r>
            <a:endParaRPr lang="ko-KR" altLang="en-US" sz="2000" dirty="0"/>
          </a:p>
        </p:txBody>
      </p: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620F0C04-F400-4593-94C9-7E69F238CD97}"/>
              </a:ext>
            </a:extLst>
          </p:cNvPr>
          <p:cNvGrpSpPr/>
          <p:nvPr/>
        </p:nvGrpSpPr>
        <p:grpSpPr>
          <a:xfrm>
            <a:off x="3528370" y="2174707"/>
            <a:ext cx="6524558" cy="3731980"/>
            <a:chOff x="6096000" y="2174707"/>
            <a:chExt cx="6524558" cy="3731980"/>
          </a:xfrm>
        </p:grpSpPr>
        <p:sp>
          <p:nvSpPr>
            <p:cNvPr id="160" name="별: 꼭짓점 16개 159">
              <a:extLst>
                <a:ext uri="{FF2B5EF4-FFF2-40B4-BE49-F238E27FC236}">
                  <a16:creationId xmlns:a16="http://schemas.microsoft.com/office/drawing/2014/main" id="{9B3D45F1-843B-4A0B-8D04-A3F7637D87E0}"/>
                </a:ext>
              </a:extLst>
            </p:cNvPr>
            <p:cNvSpPr/>
            <p:nvPr/>
          </p:nvSpPr>
          <p:spPr bwMode="auto">
            <a:xfrm>
              <a:off x="8069018" y="3790378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87CD1411-8CC1-4642-9896-91269B9ABBA5}"/>
                </a:ext>
              </a:extLst>
            </p:cNvPr>
            <p:cNvGrpSpPr/>
            <p:nvPr/>
          </p:nvGrpSpPr>
          <p:grpSpPr>
            <a:xfrm>
              <a:off x="6096000" y="2174707"/>
              <a:ext cx="6524558" cy="3731980"/>
              <a:chOff x="6096000" y="2174707"/>
              <a:chExt cx="6524558" cy="3731980"/>
            </a:xfrm>
          </p:grpSpPr>
          <p:grpSp>
            <p:nvGrpSpPr>
              <p:cNvPr id="176" name="그룹 175">
                <a:extLst>
                  <a:ext uri="{FF2B5EF4-FFF2-40B4-BE49-F238E27FC236}">
                    <a16:creationId xmlns:a16="http://schemas.microsoft.com/office/drawing/2014/main" id="{C36E858B-42A0-482C-B60A-B6D7AF956276}"/>
                  </a:ext>
                </a:extLst>
              </p:cNvPr>
              <p:cNvGrpSpPr/>
              <p:nvPr/>
            </p:nvGrpSpPr>
            <p:grpSpPr>
              <a:xfrm>
                <a:off x="6096000" y="2582524"/>
                <a:ext cx="5937908" cy="2869347"/>
                <a:chOff x="43733" y="2582524"/>
                <a:chExt cx="5937908" cy="2869347"/>
              </a:xfrm>
            </p:grpSpPr>
            <p:grpSp>
              <p:nvGrpSpPr>
                <p:cNvPr id="226" name="그룹 225">
                  <a:extLst>
                    <a:ext uri="{FF2B5EF4-FFF2-40B4-BE49-F238E27FC236}">
                      <a16:creationId xmlns:a16="http://schemas.microsoft.com/office/drawing/2014/main" id="{92A8138E-FBD0-4C5F-AD96-1E54EE72A2F1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228" name="Line 48">
                    <a:extLst>
                      <a:ext uri="{FF2B5EF4-FFF2-40B4-BE49-F238E27FC236}">
                        <a16:creationId xmlns:a16="http://schemas.microsoft.com/office/drawing/2014/main" id="{B50B8940-EC72-4C11-AC0B-BDF32A7E6B1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29" name="Line 48">
                    <a:extLst>
                      <a:ext uri="{FF2B5EF4-FFF2-40B4-BE49-F238E27FC236}">
                        <a16:creationId xmlns:a16="http://schemas.microsoft.com/office/drawing/2014/main" id="{EA41292E-FB97-49BE-A532-7F22A54F9D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0" name="Line 48">
                    <a:extLst>
                      <a:ext uri="{FF2B5EF4-FFF2-40B4-BE49-F238E27FC236}">
                        <a16:creationId xmlns:a16="http://schemas.microsoft.com/office/drawing/2014/main" id="{8DC556FC-9055-43DC-9570-0AD930B476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1" name="Line 48">
                    <a:extLst>
                      <a:ext uri="{FF2B5EF4-FFF2-40B4-BE49-F238E27FC236}">
                        <a16:creationId xmlns:a16="http://schemas.microsoft.com/office/drawing/2014/main" id="{AAA7B9D0-BCEB-4B99-9F58-873EFEE1DA4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2" name="Line 48">
                    <a:extLst>
                      <a:ext uri="{FF2B5EF4-FFF2-40B4-BE49-F238E27FC236}">
                        <a16:creationId xmlns:a16="http://schemas.microsoft.com/office/drawing/2014/main" id="{ABE26F1A-DE99-4637-9627-3D1A9468652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3" name="Line 48">
                    <a:extLst>
                      <a:ext uri="{FF2B5EF4-FFF2-40B4-BE49-F238E27FC236}">
                        <a16:creationId xmlns:a16="http://schemas.microsoft.com/office/drawing/2014/main" id="{6CC1F651-BDC9-4B75-A88E-CDE16E54002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4" name="Line 48">
                    <a:extLst>
                      <a:ext uri="{FF2B5EF4-FFF2-40B4-BE49-F238E27FC236}">
                        <a16:creationId xmlns:a16="http://schemas.microsoft.com/office/drawing/2014/main" id="{D251CA2F-EF36-416D-9521-645D9F44B6D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5" name="Line 48">
                    <a:extLst>
                      <a:ext uri="{FF2B5EF4-FFF2-40B4-BE49-F238E27FC236}">
                        <a16:creationId xmlns:a16="http://schemas.microsoft.com/office/drawing/2014/main" id="{8B45568F-878B-4100-BE68-D471071A509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6" name="Line 48">
                    <a:extLst>
                      <a:ext uri="{FF2B5EF4-FFF2-40B4-BE49-F238E27FC236}">
                        <a16:creationId xmlns:a16="http://schemas.microsoft.com/office/drawing/2014/main" id="{C3B01E13-6921-4586-A9E0-7EAA4B020A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7" name="Line 48">
                    <a:extLst>
                      <a:ext uri="{FF2B5EF4-FFF2-40B4-BE49-F238E27FC236}">
                        <a16:creationId xmlns:a16="http://schemas.microsoft.com/office/drawing/2014/main" id="{08911F56-0899-44F8-A590-2ACB86C2E3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8" name="Line 48">
                    <a:extLst>
                      <a:ext uri="{FF2B5EF4-FFF2-40B4-BE49-F238E27FC236}">
                        <a16:creationId xmlns:a16="http://schemas.microsoft.com/office/drawing/2014/main" id="{4C0D07AD-2B81-4FBC-80C0-25CDCD4D025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9" name="TextBox 238">
                    <a:extLst>
                      <a:ext uri="{FF2B5EF4-FFF2-40B4-BE49-F238E27FC236}">
                        <a16:creationId xmlns:a16="http://schemas.microsoft.com/office/drawing/2014/main" id="{F5171905-C9D6-4A90-9CC2-25DC16505B15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240" name="TextBox 239">
                    <a:extLst>
                      <a:ext uri="{FF2B5EF4-FFF2-40B4-BE49-F238E27FC236}">
                        <a16:creationId xmlns:a16="http://schemas.microsoft.com/office/drawing/2014/main" id="{D2FF4F72-4DDB-4318-96C2-8846C6A3ED49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241" name="TextBox 240">
                    <a:extLst>
                      <a:ext uri="{FF2B5EF4-FFF2-40B4-BE49-F238E27FC236}">
                        <a16:creationId xmlns:a16="http://schemas.microsoft.com/office/drawing/2014/main" id="{1F8E959E-1AA4-431B-97DA-C6BF9B8105AF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242" name="TextBox 241">
                    <a:extLst>
                      <a:ext uri="{FF2B5EF4-FFF2-40B4-BE49-F238E27FC236}">
                        <a16:creationId xmlns:a16="http://schemas.microsoft.com/office/drawing/2014/main" id="{9FE28DF1-B54D-4B0E-B76C-2C8ABDAD81A7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243" name="TextBox 242">
                    <a:extLst>
                      <a:ext uri="{FF2B5EF4-FFF2-40B4-BE49-F238E27FC236}">
                        <a16:creationId xmlns:a16="http://schemas.microsoft.com/office/drawing/2014/main" id="{0505BAAA-208B-48D3-A394-D32435500395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244" name="TextBox 243">
                    <a:extLst>
                      <a:ext uri="{FF2B5EF4-FFF2-40B4-BE49-F238E27FC236}">
                        <a16:creationId xmlns:a16="http://schemas.microsoft.com/office/drawing/2014/main" id="{B292A9A1-13D0-483B-8400-7B168A47259E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245" name="TextBox 244">
                    <a:extLst>
                      <a:ext uri="{FF2B5EF4-FFF2-40B4-BE49-F238E27FC236}">
                        <a16:creationId xmlns:a16="http://schemas.microsoft.com/office/drawing/2014/main" id="{69408158-F100-4227-97C6-7CA042B8AA5D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46" name="TextBox 245">
                    <a:extLst>
                      <a:ext uri="{FF2B5EF4-FFF2-40B4-BE49-F238E27FC236}">
                        <a16:creationId xmlns:a16="http://schemas.microsoft.com/office/drawing/2014/main" id="{A4082C60-F3B9-497C-9D23-D6293C706B01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47" name="TextBox 246">
                    <a:extLst>
                      <a:ext uri="{FF2B5EF4-FFF2-40B4-BE49-F238E27FC236}">
                        <a16:creationId xmlns:a16="http://schemas.microsoft.com/office/drawing/2014/main" id="{44229E7D-B079-4A6C-A7BB-DABCE2122C9E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48" name="TextBox 247">
                    <a:extLst>
                      <a:ext uri="{FF2B5EF4-FFF2-40B4-BE49-F238E27FC236}">
                        <a16:creationId xmlns:a16="http://schemas.microsoft.com/office/drawing/2014/main" id="{7DF58CF0-8057-479D-B73F-679F8096E1A4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49" name="TextBox 248">
                    <a:extLst>
                      <a:ext uri="{FF2B5EF4-FFF2-40B4-BE49-F238E27FC236}">
                        <a16:creationId xmlns:a16="http://schemas.microsoft.com/office/drawing/2014/main" id="{71D7868B-E96F-4961-9CE2-EEFB05BF47E4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50" name="TextBox 249">
                    <a:extLst>
                      <a:ext uri="{FF2B5EF4-FFF2-40B4-BE49-F238E27FC236}">
                        <a16:creationId xmlns:a16="http://schemas.microsoft.com/office/drawing/2014/main" id="{353D293A-6F3A-4D1A-AA36-4BD8C882431C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1" name="TextBox 250">
                    <a:extLst>
                      <a:ext uri="{FF2B5EF4-FFF2-40B4-BE49-F238E27FC236}">
                        <a16:creationId xmlns:a16="http://schemas.microsoft.com/office/drawing/2014/main" id="{41E45F80-402D-4702-817E-4EAF9F7701B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2" name="TextBox 251">
                    <a:extLst>
                      <a:ext uri="{FF2B5EF4-FFF2-40B4-BE49-F238E27FC236}">
                        <a16:creationId xmlns:a16="http://schemas.microsoft.com/office/drawing/2014/main" id="{06408832-381D-4F98-B347-1BCE7A81524F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3" name="TextBox 252">
                    <a:extLst>
                      <a:ext uri="{FF2B5EF4-FFF2-40B4-BE49-F238E27FC236}">
                        <a16:creationId xmlns:a16="http://schemas.microsoft.com/office/drawing/2014/main" id="{980500DB-777C-4281-92BB-826D79C2B46D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4" name="TextBox 253">
                    <a:extLst>
                      <a:ext uri="{FF2B5EF4-FFF2-40B4-BE49-F238E27FC236}">
                        <a16:creationId xmlns:a16="http://schemas.microsoft.com/office/drawing/2014/main" id="{9FFBA66E-7947-414A-88B1-E3E2E17CBF14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5" name="TextBox 254">
                    <a:extLst>
                      <a:ext uri="{FF2B5EF4-FFF2-40B4-BE49-F238E27FC236}">
                        <a16:creationId xmlns:a16="http://schemas.microsoft.com/office/drawing/2014/main" id="{A1DEA59A-95A6-422E-AAAF-835A85E52CFC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6" name="TextBox 255">
                    <a:extLst>
                      <a:ext uri="{FF2B5EF4-FFF2-40B4-BE49-F238E27FC236}">
                        <a16:creationId xmlns:a16="http://schemas.microsoft.com/office/drawing/2014/main" id="{4E91C048-8E01-4F5B-A97B-D34E3FD139EA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7" name="TextBox 256">
                    <a:extLst>
                      <a:ext uri="{FF2B5EF4-FFF2-40B4-BE49-F238E27FC236}">
                        <a16:creationId xmlns:a16="http://schemas.microsoft.com/office/drawing/2014/main" id="{3F6E475B-73E0-4B02-828B-AA4A98B5EE57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8" name="TextBox 257">
                    <a:extLst>
                      <a:ext uri="{FF2B5EF4-FFF2-40B4-BE49-F238E27FC236}">
                        <a16:creationId xmlns:a16="http://schemas.microsoft.com/office/drawing/2014/main" id="{16A31A9C-93EF-4C63-B7D6-0A730C426258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59" name="TextBox 258">
                    <a:extLst>
                      <a:ext uri="{FF2B5EF4-FFF2-40B4-BE49-F238E27FC236}">
                        <a16:creationId xmlns:a16="http://schemas.microsoft.com/office/drawing/2014/main" id="{6ECB8C5C-2F58-462B-8A6C-4FE5272A24F2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0" name="TextBox 259">
                    <a:extLst>
                      <a:ext uri="{FF2B5EF4-FFF2-40B4-BE49-F238E27FC236}">
                        <a16:creationId xmlns:a16="http://schemas.microsoft.com/office/drawing/2014/main" id="{EA1B516B-FE35-4AE4-923A-98E5C957E65C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227" name="Text Box 58">
                  <a:extLst>
                    <a:ext uri="{FF2B5EF4-FFF2-40B4-BE49-F238E27FC236}">
                      <a16:creationId xmlns:a16="http://schemas.microsoft.com/office/drawing/2014/main" id="{C7BD5382-F92C-4B86-AB89-C45B1C6898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81" name="Text Box 58">
                <a:extLst>
                  <a:ext uri="{FF2B5EF4-FFF2-40B4-BE49-F238E27FC236}">
                    <a16:creationId xmlns:a16="http://schemas.microsoft.com/office/drawing/2014/main" id="{195A1706-6442-4B72-B141-FEE4CAB717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4004" y="2198009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FB86DE49-3EC7-4E15-B76B-2A016C50841F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83" name="Text Box 58">
                <a:extLst>
                  <a:ext uri="{FF2B5EF4-FFF2-40B4-BE49-F238E27FC236}">
                    <a16:creationId xmlns:a16="http://schemas.microsoft.com/office/drawing/2014/main" id="{90B6FD24-4642-4A92-93D8-A9E7DF6587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4522" y="543126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5" name="타원 184">
                <a:extLst>
                  <a:ext uri="{FF2B5EF4-FFF2-40B4-BE49-F238E27FC236}">
                    <a16:creationId xmlns:a16="http://schemas.microsoft.com/office/drawing/2014/main" id="{9205F0EF-22A8-470B-8967-005EFF7D5F58}"/>
                  </a:ext>
                </a:extLst>
              </p:cNvPr>
              <p:cNvSpPr/>
              <p:nvPr/>
            </p:nvSpPr>
            <p:spPr bwMode="auto">
              <a:xfrm>
                <a:off x="7491368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86" name="Text Box 58">
                <a:extLst>
                  <a:ext uri="{FF2B5EF4-FFF2-40B4-BE49-F238E27FC236}">
                    <a16:creationId xmlns:a16="http://schemas.microsoft.com/office/drawing/2014/main" id="{0C87544C-A2E2-42BB-97B1-E3FF1D019C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084" y="5352689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7" name="Text Box 58">
                <a:extLst>
                  <a:ext uri="{FF2B5EF4-FFF2-40B4-BE49-F238E27FC236}">
                    <a16:creationId xmlns:a16="http://schemas.microsoft.com/office/drawing/2014/main" id="{F631251D-01CE-4AC6-9899-D8252FA758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7493" y="345438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02B76DDB-3B3E-4A5B-9AC9-B9EB13752CE7}"/>
                  </a:ext>
                </a:extLst>
              </p:cNvPr>
              <p:cNvSpPr/>
              <p:nvPr/>
            </p:nvSpPr>
            <p:spPr bwMode="auto">
              <a:xfrm>
                <a:off x="8605818" y="4932505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90" name="Text Box 58">
                <a:extLst>
                  <a:ext uri="{FF2B5EF4-FFF2-40B4-BE49-F238E27FC236}">
                    <a16:creationId xmlns:a16="http://schemas.microsoft.com/office/drawing/2014/main" id="{4E2AA6EF-3CD7-4651-A24B-73C7803458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32615" y="5352689"/>
                <a:ext cx="1813007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0" name="타원 199">
                <a:extLst>
                  <a:ext uri="{FF2B5EF4-FFF2-40B4-BE49-F238E27FC236}">
                    <a16:creationId xmlns:a16="http://schemas.microsoft.com/office/drawing/2014/main" id="{5490D7A2-8AB7-4C7C-888A-CDBA04F22473}"/>
                  </a:ext>
                </a:extLst>
              </p:cNvPr>
              <p:cNvSpPr/>
              <p:nvPr/>
            </p:nvSpPr>
            <p:spPr bwMode="auto">
              <a:xfrm>
                <a:off x="9802013" y="49247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01" name="Text Box 58">
                <a:extLst>
                  <a:ext uri="{FF2B5EF4-FFF2-40B4-BE49-F238E27FC236}">
                    <a16:creationId xmlns:a16="http://schemas.microsoft.com/office/drawing/2014/main" id="{FFEDA772-319A-44C1-BA4B-B1693ABF22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02103" y="3299285"/>
                <a:ext cx="1918455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20 (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 </a:t>
                </a:r>
                <a:endParaRPr lang="ko-KR" altLang="en-US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02" name="타원 201">
                <a:extLst>
                  <a:ext uri="{FF2B5EF4-FFF2-40B4-BE49-F238E27FC236}">
                    <a16:creationId xmlns:a16="http://schemas.microsoft.com/office/drawing/2014/main" id="{05F73239-B920-49E3-8D65-6D511626B593}"/>
                  </a:ext>
                </a:extLst>
              </p:cNvPr>
              <p:cNvSpPr/>
              <p:nvPr/>
            </p:nvSpPr>
            <p:spPr bwMode="auto">
              <a:xfrm>
                <a:off x="7507353" y="2487801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03" name="Text Box 58">
                <a:extLst>
                  <a:ext uri="{FF2B5EF4-FFF2-40B4-BE49-F238E27FC236}">
                    <a16:creationId xmlns:a16="http://schemas.microsoft.com/office/drawing/2014/main" id="{76DB7058-95DD-4CF0-9754-1210AD299A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01434" y="2174707"/>
                <a:ext cx="1570253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16 </a:t>
                </a: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4" name="타원 223">
                <a:extLst>
                  <a:ext uri="{FF2B5EF4-FFF2-40B4-BE49-F238E27FC236}">
                    <a16:creationId xmlns:a16="http://schemas.microsoft.com/office/drawing/2014/main" id="{DC2E9A87-A786-45A9-89D8-8F8E4200C1BC}"/>
                  </a:ext>
                </a:extLst>
              </p:cNvPr>
              <p:cNvSpPr/>
              <p:nvPr/>
            </p:nvSpPr>
            <p:spPr bwMode="auto">
              <a:xfrm>
                <a:off x="8631453" y="2497495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5" name="Text Box 58">
                <a:extLst>
                  <a:ext uri="{FF2B5EF4-FFF2-40B4-BE49-F238E27FC236}">
                    <a16:creationId xmlns:a16="http://schemas.microsoft.com/office/drawing/2014/main" id="{924B06E8-404B-4C24-B93D-B43A2E1353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86132" y="2342484"/>
                <a:ext cx="1918455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</a:t>
                </a: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천호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잠실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61" name="타원 260">
                <a:extLst>
                  <a:ext uri="{FF2B5EF4-FFF2-40B4-BE49-F238E27FC236}">
                    <a16:creationId xmlns:a16="http://schemas.microsoft.com/office/drawing/2014/main" id="{3A10FF3A-A7D1-480A-903F-A806CD9591E8}"/>
                  </a:ext>
                </a:extLst>
              </p:cNvPr>
              <p:cNvSpPr/>
              <p:nvPr/>
            </p:nvSpPr>
            <p:spPr bwMode="auto">
              <a:xfrm>
                <a:off x="9703332" y="2498168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4" name="타원 163">
                <a:extLst>
                  <a:ext uri="{FF2B5EF4-FFF2-40B4-BE49-F238E27FC236}">
                    <a16:creationId xmlns:a16="http://schemas.microsoft.com/office/drawing/2014/main" id="{B3B5A346-D474-49E8-9112-512D413DE814}"/>
                  </a:ext>
                </a:extLst>
              </p:cNvPr>
              <p:cNvSpPr/>
              <p:nvPr/>
            </p:nvSpPr>
            <p:spPr bwMode="auto">
              <a:xfrm>
                <a:off x="11152259" y="3749547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58CC1E3-97A2-4C67-B764-36B0946368E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42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8822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Later</a:t>
            </a:r>
            <a:endParaRPr lang="ko-KR" altLang="en-US" sz="20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27E8BA1-D8AD-4F05-BE8A-50D3907D352D}"/>
              </a:ext>
            </a:extLst>
          </p:cNvPr>
          <p:cNvGrpSpPr/>
          <p:nvPr/>
        </p:nvGrpSpPr>
        <p:grpSpPr>
          <a:xfrm>
            <a:off x="43733" y="2300301"/>
            <a:ext cx="5937908" cy="3508461"/>
            <a:chOff x="43733" y="2300301"/>
            <a:chExt cx="5937908" cy="3508461"/>
          </a:xfrm>
        </p:grpSpPr>
        <p:sp>
          <p:nvSpPr>
            <p:cNvPr id="94" name="별: 꼭짓점 16개 93">
              <a:extLst>
                <a:ext uri="{FF2B5EF4-FFF2-40B4-BE49-F238E27FC236}">
                  <a16:creationId xmlns:a16="http://schemas.microsoft.com/office/drawing/2014/main" id="{D37D391E-62FD-4623-9BDA-0C774651EBF1}"/>
                </a:ext>
              </a:extLst>
            </p:cNvPr>
            <p:cNvSpPr/>
            <p:nvPr/>
          </p:nvSpPr>
          <p:spPr bwMode="auto">
            <a:xfrm>
              <a:off x="2555803" y="2790493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91352950-1E74-4766-85A0-48DF7E7EB17E}"/>
                </a:ext>
              </a:extLst>
            </p:cNvPr>
            <p:cNvGrpSpPr/>
            <p:nvPr/>
          </p:nvGrpSpPr>
          <p:grpSpPr>
            <a:xfrm>
              <a:off x="43733" y="2300301"/>
              <a:ext cx="5937908" cy="3508461"/>
              <a:chOff x="43733" y="2300301"/>
              <a:chExt cx="5937908" cy="3508461"/>
            </a:xfrm>
          </p:grpSpPr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9BEA4225-320B-4C5A-9388-7F10FE2EF5E6}"/>
                  </a:ext>
                </a:extLst>
              </p:cNvPr>
              <p:cNvGrpSpPr/>
              <p:nvPr/>
            </p:nvGrpSpPr>
            <p:grpSpPr>
              <a:xfrm>
                <a:off x="204834" y="2582524"/>
                <a:ext cx="5776807" cy="2869347"/>
                <a:chOff x="151467" y="2751906"/>
                <a:chExt cx="5788079" cy="2534628"/>
              </a:xfrm>
            </p:grpSpPr>
            <p:sp>
              <p:nvSpPr>
                <p:cNvPr id="59" name="Line 48">
                  <a:extLst>
                    <a:ext uri="{FF2B5EF4-FFF2-40B4-BE49-F238E27FC236}">
                      <a16:creationId xmlns:a16="http://schemas.microsoft.com/office/drawing/2014/main" id="{E6F75E6A-12DB-4155-BB7A-158568C95D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1803" y="3143998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0" name="Line 48">
                  <a:extLst>
                    <a:ext uri="{FF2B5EF4-FFF2-40B4-BE49-F238E27FC236}">
                      <a16:creationId xmlns:a16="http://schemas.microsoft.com/office/drawing/2014/main" id="{32B6010A-1C4D-4141-8734-0F7EFBF280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1707869" y="4879311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1" name="Line 48">
                  <a:extLst>
                    <a:ext uri="{FF2B5EF4-FFF2-40B4-BE49-F238E27FC236}">
                      <a16:creationId xmlns:a16="http://schemas.microsoft.com/office/drawing/2014/main" id="{91D0CBC4-40CE-4FE7-B3F8-23D43C78ED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6140" y="4879309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2" name="Line 48">
                  <a:extLst>
                    <a:ext uri="{FF2B5EF4-FFF2-40B4-BE49-F238E27FC236}">
                      <a16:creationId xmlns:a16="http://schemas.microsoft.com/office/drawing/2014/main" id="{EC37BC6D-15F9-460E-B81C-7B1052FC49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80074" y="3143996"/>
                  <a:ext cx="1078271" cy="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3" name="Line 48">
                  <a:extLst>
                    <a:ext uri="{FF2B5EF4-FFF2-40B4-BE49-F238E27FC236}">
                      <a16:creationId xmlns:a16="http://schemas.microsoft.com/office/drawing/2014/main" id="{122B2C92-E6D9-414B-8B8A-ABF99074D9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879496" y="314401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4" name="Line 48">
                  <a:extLst>
                    <a:ext uri="{FF2B5EF4-FFF2-40B4-BE49-F238E27FC236}">
                      <a16:creationId xmlns:a16="http://schemas.microsoft.com/office/drawing/2014/main" id="{C6F7A62D-998B-4DB0-B89D-621BB29760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879496" y="4011656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5" name="Line 48">
                  <a:extLst>
                    <a:ext uri="{FF2B5EF4-FFF2-40B4-BE49-F238E27FC236}">
                      <a16:creationId xmlns:a16="http://schemas.microsoft.com/office/drawing/2014/main" id="{3B44027E-9C01-4FEA-AF38-0A7695F8B1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3870476" y="4011629"/>
                  <a:ext cx="822307" cy="86763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6" name="Line 48">
                  <a:extLst>
                    <a:ext uri="{FF2B5EF4-FFF2-40B4-BE49-F238E27FC236}">
                      <a16:creationId xmlns:a16="http://schemas.microsoft.com/office/drawing/2014/main" id="{B90EE814-41E0-478B-808D-67D6D3EACA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3858345" y="3143995"/>
                  <a:ext cx="822308" cy="867633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7" name="Line 48">
                  <a:extLst>
                    <a:ext uri="{FF2B5EF4-FFF2-40B4-BE49-F238E27FC236}">
                      <a16:creationId xmlns:a16="http://schemas.microsoft.com/office/drawing/2014/main" id="{179AF937-900A-4EB6-A5AE-880F9F2B4B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1701803" y="4026907"/>
                  <a:ext cx="527658" cy="852358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8" name="Line 48">
                  <a:extLst>
                    <a:ext uri="{FF2B5EF4-FFF2-40B4-BE49-F238E27FC236}">
                      <a16:creationId xmlns:a16="http://schemas.microsoft.com/office/drawing/2014/main" id="{F97F71E0-8581-434D-B905-EF727F010D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>
                  <a:off x="2229461" y="3143902"/>
                  <a:ext cx="550613" cy="882955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" name="Line 48">
                  <a:extLst>
                    <a:ext uri="{FF2B5EF4-FFF2-40B4-BE49-F238E27FC236}">
                      <a16:creationId xmlns:a16="http://schemas.microsoft.com/office/drawing/2014/main" id="{387C0745-2ACF-4222-B61E-DC4AB1BCB0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0800000" flipH="1" flipV="1">
                  <a:off x="2758454" y="3143851"/>
                  <a:ext cx="1922198" cy="867711"/>
                </a:xfrm>
                <a:prstGeom prst="line">
                  <a:avLst/>
                </a:prstGeom>
                <a:noFill/>
                <a:ln w="28575">
                  <a:solidFill>
                    <a:schemeClr val="accent6">
                      <a:lumMod val="50000"/>
                    </a:schemeClr>
                  </a:solidFill>
                  <a:round/>
                  <a:headEnd type="oval" w="med" len="med"/>
                  <a:tailEnd type="oval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C932932F-02C4-4295-BB4E-518707DA8157}"/>
                    </a:ext>
                  </a:extLst>
                </p:cNvPr>
                <p:cNvSpPr txBox="1"/>
                <p:nvPr/>
              </p:nvSpPr>
              <p:spPr>
                <a:xfrm>
                  <a:off x="203565" y="3826897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군자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1AA464C7-C41C-44B6-B795-4CF295F0F190}"/>
                    </a:ext>
                  </a:extLst>
                </p:cNvPr>
                <p:cNvSpPr txBox="1"/>
                <p:nvPr/>
              </p:nvSpPr>
              <p:spPr>
                <a:xfrm>
                  <a:off x="1360979" y="2754204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천호</a:t>
                  </a:r>
                </a:p>
              </p:txBody>
            </p:sp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FAA06206-4A5B-4599-9143-B62CAF235062}"/>
                    </a:ext>
                  </a:extLst>
                </p:cNvPr>
                <p:cNvSpPr txBox="1"/>
                <p:nvPr/>
              </p:nvSpPr>
              <p:spPr>
                <a:xfrm>
                  <a:off x="3568149" y="4917202"/>
                  <a:ext cx="81464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선정릉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A4DF3E46-133E-4EDD-B4E2-F1BD6B227EFD}"/>
                    </a:ext>
                  </a:extLst>
                </p:cNvPr>
                <p:cNvSpPr txBox="1"/>
                <p:nvPr/>
              </p:nvSpPr>
              <p:spPr>
                <a:xfrm>
                  <a:off x="2295882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강남구청</a:t>
                  </a:r>
                </a:p>
              </p:txBody>
            </p:sp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9A8F6F5-CBCA-4D41-8AA4-DF1F0986DCF3}"/>
                    </a:ext>
                  </a:extLst>
                </p:cNvPr>
                <p:cNvSpPr txBox="1"/>
                <p:nvPr/>
              </p:nvSpPr>
              <p:spPr>
                <a:xfrm>
                  <a:off x="4704913" y="3826897"/>
                  <a:ext cx="123463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종합운동장</a:t>
                  </a:r>
                </a:p>
              </p:txBody>
            </p:sp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9C6667E2-8D2B-480C-BDF4-753A590EE8A5}"/>
                    </a:ext>
                  </a:extLst>
                </p:cNvPr>
                <p:cNvSpPr txBox="1"/>
                <p:nvPr/>
              </p:nvSpPr>
              <p:spPr>
                <a:xfrm>
                  <a:off x="3568149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석촌</a:t>
                  </a:r>
                </a:p>
              </p:txBody>
            </p: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AE6C699-91AC-4503-A430-0690CD2E38E5}"/>
                    </a:ext>
                  </a:extLst>
                </p:cNvPr>
                <p:cNvSpPr txBox="1"/>
                <p:nvPr/>
              </p:nvSpPr>
              <p:spPr>
                <a:xfrm>
                  <a:off x="2504767" y="2751906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>
                      <a:latin typeface="+mj-ea"/>
                      <a:ea typeface="+mj-ea"/>
                    </a:rPr>
                    <a:t>잠실</a:t>
                  </a:r>
                  <a:endParaRPr lang="ko-KR" altLang="en-US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A1876205-9CCF-4999-8283-84615FC0BE50}"/>
                    </a:ext>
                  </a:extLst>
                </p:cNvPr>
                <p:cNvSpPr txBox="1"/>
                <p:nvPr/>
              </p:nvSpPr>
              <p:spPr>
                <a:xfrm>
                  <a:off x="1655948" y="3714475"/>
                  <a:ext cx="60465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강변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CF00CEC9-2337-418F-9ABB-783F9CC4203C}"/>
                    </a:ext>
                  </a:extLst>
                </p:cNvPr>
                <p:cNvSpPr txBox="1"/>
                <p:nvPr/>
              </p:nvSpPr>
              <p:spPr>
                <a:xfrm>
                  <a:off x="1147429" y="4917202"/>
                  <a:ext cx="10246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>
                      <a:latin typeface="+mj-ea"/>
                      <a:ea typeface="+mj-ea"/>
                    </a:rPr>
                    <a:t>건대입구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8E03496-A27C-4958-864B-AF4171055702}"/>
                    </a:ext>
                  </a:extLst>
                </p:cNvPr>
                <p:cNvSpPr txBox="1"/>
                <p:nvPr/>
              </p:nvSpPr>
              <p:spPr>
                <a:xfrm>
                  <a:off x="151467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rPr>
                    <a:t>출발역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8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0730562F-77AE-470F-9B07-53BCB04B906C}"/>
                    </a:ext>
                  </a:extLst>
                </p:cNvPr>
                <p:cNvSpPr txBox="1"/>
                <p:nvPr/>
              </p:nvSpPr>
              <p:spPr>
                <a:xfrm>
                  <a:off x="4967805" y="3631581"/>
                  <a:ext cx="708848" cy="3231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500" dirty="0" err="1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rPr>
                    <a:t>도착역</a:t>
                  </a:r>
                  <a:endParaRPr lang="ko-KR" altLang="en-US" sz="1500" dirty="0">
                    <a:solidFill>
                      <a:schemeClr val="bg1"/>
                    </a:solidFill>
                    <a:highlight>
                      <a:srgbClr val="000080"/>
                    </a:highlight>
                    <a:latin typeface="+mj-ea"/>
                    <a:ea typeface="+mj-ea"/>
                  </a:endParaRP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E9196D89-7996-4A48-BD34-C6C042178D4F}"/>
                    </a:ext>
                  </a:extLst>
                </p:cNvPr>
                <p:cNvSpPr txBox="1"/>
                <p:nvPr/>
              </p:nvSpPr>
              <p:spPr>
                <a:xfrm>
                  <a:off x="968649" y="3302091"/>
                  <a:ext cx="463588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91372DED-5B6F-4141-B8CF-27835B80BE4D}"/>
                    </a:ext>
                  </a:extLst>
                </p:cNvPr>
                <p:cNvSpPr txBox="1"/>
                <p:nvPr/>
              </p:nvSpPr>
              <p:spPr>
                <a:xfrm>
                  <a:off x="3345748" y="357470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36BBF646-A175-44A5-ABCF-C03676FD3A8B}"/>
                    </a:ext>
                  </a:extLst>
                </p:cNvPr>
                <p:cNvSpPr txBox="1"/>
                <p:nvPr/>
              </p:nvSpPr>
              <p:spPr>
                <a:xfrm>
                  <a:off x="2113259" y="3385054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19BC0866-5B64-41F8-B2E9-226F2F243806}"/>
                    </a:ext>
                  </a:extLst>
                </p:cNvPr>
                <p:cNvSpPr txBox="1"/>
                <p:nvPr/>
              </p:nvSpPr>
              <p:spPr>
                <a:xfrm>
                  <a:off x="1603286" y="418142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3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E7433920-521B-4A95-B1BF-6C2E48A2264E}"/>
                    </a:ext>
                  </a:extLst>
                </p:cNvPr>
                <p:cNvSpPr txBox="1"/>
                <p:nvPr/>
              </p:nvSpPr>
              <p:spPr>
                <a:xfrm>
                  <a:off x="4172577" y="3350690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0E876340-E79E-499C-A413-2E9D1845B665}"/>
                    </a:ext>
                  </a:extLst>
                </p:cNvPr>
                <p:cNvSpPr txBox="1"/>
                <p:nvPr/>
              </p:nvSpPr>
              <p:spPr>
                <a:xfrm>
                  <a:off x="3090621" y="289876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2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1306F0A-C1C9-46F5-801A-52EC6A501860}"/>
                    </a:ext>
                  </a:extLst>
                </p:cNvPr>
                <p:cNvSpPr txBox="1"/>
                <p:nvPr/>
              </p:nvSpPr>
              <p:spPr>
                <a:xfrm>
                  <a:off x="1980758" y="2911332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9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DA1CCC10-A2B2-4DF2-A49A-25D042B7274E}"/>
                    </a:ext>
                  </a:extLst>
                </p:cNvPr>
                <p:cNvSpPr txBox="1"/>
                <p:nvPr/>
              </p:nvSpPr>
              <p:spPr>
                <a:xfrm>
                  <a:off x="864013" y="4370745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6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1077BF92-CB81-4FB6-9F30-FA7158AF105F}"/>
                    </a:ext>
                  </a:extLst>
                </p:cNvPr>
                <p:cNvSpPr txBox="1"/>
                <p:nvPr/>
              </p:nvSpPr>
              <p:spPr>
                <a:xfrm>
                  <a:off x="4190773" y="441426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4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65970FA-A97D-4D36-AD66-195415A4DE17}"/>
                    </a:ext>
                  </a:extLst>
                </p:cNvPr>
                <p:cNvSpPr txBox="1"/>
                <p:nvPr/>
              </p:nvSpPr>
              <p:spPr>
                <a:xfrm>
                  <a:off x="3160290" y="4629543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5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1AEA2DD5-D66D-4DCE-9AFE-87E18F38663F}"/>
                    </a:ext>
                  </a:extLst>
                </p:cNvPr>
                <p:cNvSpPr txBox="1"/>
                <p:nvPr/>
              </p:nvSpPr>
              <p:spPr>
                <a:xfrm>
                  <a:off x="2032012" y="4630976"/>
                  <a:ext cx="4571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7</a:t>
                  </a:r>
                  <a:r>
                    <a:rPr lang="ko-KR" altLang="en-US" sz="1400" dirty="0">
                      <a:solidFill>
                        <a:schemeClr val="accent6">
                          <a:lumMod val="75000"/>
                        </a:schemeClr>
                      </a:solidFill>
                      <a:latin typeface="+mj-ea"/>
                      <a:ea typeface="+mj-ea"/>
                    </a:rPr>
                    <a:t>분</a:t>
                  </a:r>
                </a:p>
              </p:txBody>
            </p:sp>
          </p:grpSp>
          <p:sp>
            <p:nvSpPr>
              <p:cNvPr id="128" name="Text Box 58">
                <a:extLst>
                  <a:ext uri="{FF2B5EF4-FFF2-40B4-BE49-F238E27FC236}">
                    <a16:creationId xmlns:a16="http://schemas.microsoft.com/office/drawing/2014/main" id="{CCCC0FDD-A019-40F7-A3D9-975684C53D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33" y="3809042"/>
                <a:ext cx="687144" cy="4163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0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9" name="Text Box 58">
                <a:extLst>
                  <a:ext uri="{FF2B5EF4-FFF2-40B4-BE49-F238E27FC236}">
                    <a16:creationId xmlns:a16="http://schemas.microsoft.com/office/drawing/2014/main" id="{28B6D39B-FE25-4407-9227-6F844C99EF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2679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0" name="Text Box 58">
                <a:extLst>
                  <a:ext uri="{FF2B5EF4-FFF2-40B4-BE49-F238E27FC236}">
                    <a16:creationId xmlns:a16="http://schemas.microsoft.com/office/drawing/2014/main" id="{557821B8-5688-4897-BDD0-E350D4F5F7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5139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1" name="Text Box 58">
                <a:extLst>
                  <a:ext uri="{FF2B5EF4-FFF2-40B4-BE49-F238E27FC236}">
                    <a16:creationId xmlns:a16="http://schemas.microsoft.com/office/drawing/2014/main" id="{BA1ABA08-2B48-480F-9C1D-B88780FFC3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0847" y="2300301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2" name="Text Box 58">
                <a:extLst>
                  <a:ext uri="{FF2B5EF4-FFF2-40B4-BE49-F238E27FC236}">
                    <a16:creationId xmlns:a16="http://schemas.microsoft.com/office/drawing/2014/main" id="{A7F94CD2-A01C-4F2F-878D-E4A49E84D8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9233" y="3383615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3" name="Text Box 58">
                <a:extLst>
                  <a:ext uri="{FF2B5EF4-FFF2-40B4-BE49-F238E27FC236}">
                    <a16:creationId xmlns:a16="http://schemas.microsoft.com/office/drawing/2014/main" id="{C7179076-90BC-402C-882A-340D1DB1C3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5127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4" name="Text Box 58">
                <a:extLst>
                  <a:ext uri="{FF2B5EF4-FFF2-40B4-BE49-F238E27FC236}">
                    <a16:creationId xmlns:a16="http://schemas.microsoft.com/office/drawing/2014/main" id="{CDE06175-3017-495D-B1D1-83BBA614A7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7790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5" name="Text Box 58">
                <a:extLst>
                  <a:ext uri="{FF2B5EF4-FFF2-40B4-BE49-F238E27FC236}">
                    <a16:creationId xmlns:a16="http://schemas.microsoft.com/office/drawing/2014/main" id="{196DE3B3-8EA2-4E46-8602-3D13A09296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28693" y="5219782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  <p:sp>
            <p:nvSpPr>
              <p:cNvPr id="136" name="Text Box 58">
                <a:extLst>
                  <a:ext uri="{FF2B5EF4-FFF2-40B4-BE49-F238E27FC236}">
                    <a16:creationId xmlns:a16="http://schemas.microsoft.com/office/drawing/2014/main" id="{016A4CD0-670D-4775-A875-050341459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3307" y="3274836"/>
                <a:ext cx="687144" cy="588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ko-KR" altLang="en-US" sz="2400" dirty="0">
                    <a:solidFill>
                      <a:schemeClr val="accent3">
                        <a:lumMod val="75000"/>
                      </a:schemeClr>
                    </a:solidFill>
                    <a:latin typeface="Arial" panose="020B0604020202020204" pitchFamily="34" charset="0"/>
                    <a:ea typeface="굴림" panose="020B0600000101010101" pitchFamily="50" charset="-127"/>
                    <a:cs typeface="Arial" panose="020B0604020202020204" pitchFamily="34" charset="0"/>
                  </a:rPr>
                  <a:t>∞</a:t>
                </a:r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0AB82B94-71D3-4E13-8005-D32C10FD56C6}"/>
              </a:ext>
            </a:extLst>
          </p:cNvPr>
          <p:cNvGrpSpPr/>
          <p:nvPr/>
        </p:nvGrpSpPr>
        <p:grpSpPr>
          <a:xfrm>
            <a:off x="6096000" y="2300301"/>
            <a:ext cx="5937908" cy="3508461"/>
            <a:chOff x="6096000" y="2300301"/>
            <a:chExt cx="5937908" cy="3508461"/>
          </a:xfrm>
        </p:grpSpPr>
        <p:sp>
          <p:nvSpPr>
            <p:cNvPr id="95" name="별: 꼭짓점 16개 94">
              <a:extLst>
                <a:ext uri="{FF2B5EF4-FFF2-40B4-BE49-F238E27FC236}">
                  <a16:creationId xmlns:a16="http://schemas.microsoft.com/office/drawing/2014/main" id="{C39C178D-8AB3-4310-B7FB-4E3C685BF322}"/>
                </a:ext>
              </a:extLst>
            </p:cNvPr>
            <p:cNvSpPr/>
            <p:nvPr/>
          </p:nvSpPr>
          <p:spPr bwMode="auto">
            <a:xfrm>
              <a:off x="8615679" y="2785914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0E9C266A-573B-4C5B-A02F-F6141D10DE5F}"/>
                </a:ext>
              </a:extLst>
            </p:cNvPr>
            <p:cNvGrpSpPr/>
            <p:nvPr/>
          </p:nvGrpSpPr>
          <p:grpSpPr>
            <a:xfrm>
              <a:off x="6096000" y="2300301"/>
              <a:ext cx="5937908" cy="3508461"/>
              <a:chOff x="6096000" y="2300301"/>
              <a:chExt cx="5937908" cy="3508461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89F1695B-32ED-4F5D-B131-7751C4FC7E4C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508461"/>
                <a:chOff x="43733" y="2300301"/>
                <a:chExt cx="5937908" cy="3508461"/>
              </a:xfrm>
            </p:grpSpPr>
            <p:grpSp>
              <p:nvGrpSpPr>
                <p:cNvPr id="182" name="그룹 181">
                  <a:extLst>
                    <a:ext uri="{FF2B5EF4-FFF2-40B4-BE49-F238E27FC236}">
                      <a16:creationId xmlns:a16="http://schemas.microsoft.com/office/drawing/2014/main" id="{63B947BE-37CF-416D-9A8F-4B7D1F9730ED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201" name="Line 48">
                    <a:extLst>
                      <a:ext uri="{FF2B5EF4-FFF2-40B4-BE49-F238E27FC236}">
                        <a16:creationId xmlns:a16="http://schemas.microsoft.com/office/drawing/2014/main" id="{F362C433-1332-4AD5-A7CD-58D5755E4E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2" name="Line 48">
                    <a:extLst>
                      <a:ext uri="{FF2B5EF4-FFF2-40B4-BE49-F238E27FC236}">
                        <a16:creationId xmlns:a16="http://schemas.microsoft.com/office/drawing/2014/main" id="{8694BB5F-B2F9-4F56-BD0A-8D81BD2A18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3" name="Line 48">
                    <a:extLst>
                      <a:ext uri="{FF2B5EF4-FFF2-40B4-BE49-F238E27FC236}">
                        <a16:creationId xmlns:a16="http://schemas.microsoft.com/office/drawing/2014/main" id="{2E5150CA-6353-4DCE-8F53-E074507DA9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7" name="Line 48">
                    <a:extLst>
                      <a:ext uri="{FF2B5EF4-FFF2-40B4-BE49-F238E27FC236}">
                        <a16:creationId xmlns:a16="http://schemas.microsoft.com/office/drawing/2014/main" id="{A8DBF1B2-EF1F-4731-B20E-CAA827C0BD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8" name="Line 48">
                    <a:extLst>
                      <a:ext uri="{FF2B5EF4-FFF2-40B4-BE49-F238E27FC236}">
                        <a16:creationId xmlns:a16="http://schemas.microsoft.com/office/drawing/2014/main" id="{BBB66492-3E83-4D72-B777-C3FAE91892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9" name="Line 48">
                    <a:extLst>
                      <a:ext uri="{FF2B5EF4-FFF2-40B4-BE49-F238E27FC236}">
                        <a16:creationId xmlns:a16="http://schemas.microsoft.com/office/drawing/2014/main" id="{56C08ED3-FAFB-44F5-9FA1-4094EBF2D4A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0" name="Line 48">
                    <a:extLst>
                      <a:ext uri="{FF2B5EF4-FFF2-40B4-BE49-F238E27FC236}">
                        <a16:creationId xmlns:a16="http://schemas.microsoft.com/office/drawing/2014/main" id="{A82A29BF-3B19-4CA7-9B68-CA0E3BC18F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1" name="Line 48">
                    <a:extLst>
                      <a:ext uri="{FF2B5EF4-FFF2-40B4-BE49-F238E27FC236}">
                        <a16:creationId xmlns:a16="http://schemas.microsoft.com/office/drawing/2014/main" id="{7791FB9F-0280-4EB1-9643-837AEBB71E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2" name="Line 48">
                    <a:extLst>
                      <a:ext uri="{FF2B5EF4-FFF2-40B4-BE49-F238E27FC236}">
                        <a16:creationId xmlns:a16="http://schemas.microsoft.com/office/drawing/2014/main" id="{D8B3540E-EE8C-4671-A844-40CDA1C376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3" name="Line 48">
                    <a:extLst>
                      <a:ext uri="{FF2B5EF4-FFF2-40B4-BE49-F238E27FC236}">
                        <a16:creationId xmlns:a16="http://schemas.microsoft.com/office/drawing/2014/main" id="{90412255-2FAD-4D17-8CD3-E417E1619F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4" name="Line 48">
                    <a:extLst>
                      <a:ext uri="{FF2B5EF4-FFF2-40B4-BE49-F238E27FC236}">
                        <a16:creationId xmlns:a16="http://schemas.microsoft.com/office/drawing/2014/main" id="{5CF15D42-0653-4117-AA2F-A61B8E084A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5" name="TextBox 254">
                    <a:extLst>
                      <a:ext uri="{FF2B5EF4-FFF2-40B4-BE49-F238E27FC236}">
                        <a16:creationId xmlns:a16="http://schemas.microsoft.com/office/drawing/2014/main" id="{3EB539A3-1547-4BDC-976E-F5503D32F132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256" name="TextBox 255">
                    <a:extLst>
                      <a:ext uri="{FF2B5EF4-FFF2-40B4-BE49-F238E27FC236}">
                        <a16:creationId xmlns:a16="http://schemas.microsoft.com/office/drawing/2014/main" id="{10B10CD1-FE28-4280-8643-D2CF892ED635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257" name="TextBox 256">
                    <a:extLst>
                      <a:ext uri="{FF2B5EF4-FFF2-40B4-BE49-F238E27FC236}">
                        <a16:creationId xmlns:a16="http://schemas.microsoft.com/office/drawing/2014/main" id="{C44BA0AA-2627-4E1D-A7D5-3AAF9C52B56B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258" name="TextBox 257">
                    <a:extLst>
                      <a:ext uri="{FF2B5EF4-FFF2-40B4-BE49-F238E27FC236}">
                        <a16:creationId xmlns:a16="http://schemas.microsoft.com/office/drawing/2014/main" id="{6C26916D-B28E-4207-9FF9-FCA2D74B98DB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259" name="TextBox 258">
                    <a:extLst>
                      <a:ext uri="{FF2B5EF4-FFF2-40B4-BE49-F238E27FC236}">
                        <a16:creationId xmlns:a16="http://schemas.microsoft.com/office/drawing/2014/main" id="{38960E78-951D-4B43-9BA0-A9FBE7346DDB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260" name="TextBox 259">
                    <a:extLst>
                      <a:ext uri="{FF2B5EF4-FFF2-40B4-BE49-F238E27FC236}">
                        <a16:creationId xmlns:a16="http://schemas.microsoft.com/office/drawing/2014/main" id="{E1FE3DBD-05C0-455C-95AF-28C80C0CC9F7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BEDDD0C2-62FC-480D-9533-31BA271E9571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2" name="TextBox 261">
                    <a:extLst>
                      <a:ext uri="{FF2B5EF4-FFF2-40B4-BE49-F238E27FC236}">
                        <a16:creationId xmlns:a16="http://schemas.microsoft.com/office/drawing/2014/main" id="{8DA03588-6B73-43BA-B6B5-FA10D9CC3B0B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63" name="TextBox 262">
                    <a:extLst>
                      <a:ext uri="{FF2B5EF4-FFF2-40B4-BE49-F238E27FC236}">
                        <a16:creationId xmlns:a16="http://schemas.microsoft.com/office/drawing/2014/main" id="{720243A8-9F25-4647-A96A-60C44BED553A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64" name="TextBox 263">
                    <a:extLst>
                      <a:ext uri="{FF2B5EF4-FFF2-40B4-BE49-F238E27FC236}">
                        <a16:creationId xmlns:a16="http://schemas.microsoft.com/office/drawing/2014/main" id="{FDFCAA1A-FBE4-4D76-BA49-07F91DF5113F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5" name="TextBox 264">
                    <a:extLst>
                      <a:ext uri="{FF2B5EF4-FFF2-40B4-BE49-F238E27FC236}">
                        <a16:creationId xmlns:a16="http://schemas.microsoft.com/office/drawing/2014/main" id="{54EBAAA3-A85B-4721-B6BF-80C8AD49CD97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9B5A4CCB-9A8D-4A44-921B-565505F3631C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7" name="TextBox 266">
                    <a:extLst>
                      <a:ext uri="{FF2B5EF4-FFF2-40B4-BE49-F238E27FC236}">
                        <a16:creationId xmlns:a16="http://schemas.microsoft.com/office/drawing/2014/main" id="{3C7D2937-288B-444A-86CB-6CE21A2C87E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8" name="TextBox 267">
                    <a:extLst>
                      <a:ext uri="{FF2B5EF4-FFF2-40B4-BE49-F238E27FC236}">
                        <a16:creationId xmlns:a16="http://schemas.microsoft.com/office/drawing/2014/main" id="{020CBC69-EF40-4BF0-AD2A-AE722FE87D41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9" name="TextBox 268">
                    <a:extLst>
                      <a:ext uri="{FF2B5EF4-FFF2-40B4-BE49-F238E27FC236}">
                        <a16:creationId xmlns:a16="http://schemas.microsoft.com/office/drawing/2014/main" id="{A75D80A4-A73C-4834-B64E-5EA906BDA19C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0" name="TextBox 269">
                    <a:extLst>
                      <a:ext uri="{FF2B5EF4-FFF2-40B4-BE49-F238E27FC236}">
                        <a16:creationId xmlns:a16="http://schemas.microsoft.com/office/drawing/2014/main" id="{177B8B4E-1F0D-474C-A9FC-54D05A873074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1" name="TextBox 270">
                    <a:extLst>
                      <a:ext uri="{FF2B5EF4-FFF2-40B4-BE49-F238E27FC236}">
                        <a16:creationId xmlns:a16="http://schemas.microsoft.com/office/drawing/2014/main" id="{4AFA0C75-D657-4E81-8C19-77D3F7469098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5BDD579D-6091-4AB5-8937-DE545AC898B3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BEABFBBA-B615-444E-BBB1-94E9C2ECD9CA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4" name="TextBox 273">
                    <a:extLst>
                      <a:ext uri="{FF2B5EF4-FFF2-40B4-BE49-F238E27FC236}">
                        <a16:creationId xmlns:a16="http://schemas.microsoft.com/office/drawing/2014/main" id="{1DE0DED9-9D75-4AFE-B461-2858724DD8D1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5" name="TextBox 274">
                    <a:extLst>
                      <a:ext uri="{FF2B5EF4-FFF2-40B4-BE49-F238E27FC236}">
                        <a16:creationId xmlns:a16="http://schemas.microsoft.com/office/drawing/2014/main" id="{0D8730F1-D893-4DCE-8B12-2B7CCC5A7398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6" name="TextBox 275">
                    <a:extLst>
                      <a:ext uri="{FF2B5EF4-FFF2-40B4-BE49-F238E27FC236}">
                        <a16:creationId xmlns:a16="http://schemas.microsoft.com/office/drawing/2014/main" id="{F30A5941-BAD7-4287-BEC7-6AA92CED0FB3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83" name="Text Box 58">
                  <a:extLst>
                    <a:ext uri="{FF2B5EF4-FFF2-40B4-BE49-F238E27FC236}">
                      <a16:creationId xmlns:a16="http://schemas.microsoft.com/office/drawing/2014/main" id="{0903CDCF-8827-42B6-9E81-A76DD55108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" name="Text Box 58">
                  <a:extLst>
                    <a:ext uri="{FF2B5EF4-FFF2-40B4-BE49-F238E27FC236}">
                      <a16:creationId xmlns:a16="http://schemas.microsoft.com/office/drawing/2014/main" id="{A36CD207-7E56-49FD-8912-3478C058B7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55139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86" name="Text Box 58">
                  <a:extLst>
                    <a:ext uri="{FF2B5EF4-FFF2-40B4-BE49-F238E27FC236}">
                      <a16:creationId xmlns:a16="http://schemas.microsoft.com/office/drawing/2014/main" id="{3CA6B527-6FD6-4AE9-BB89-25C4FE2F01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87" name="Text Box 58">
                  <a:extLst>
                    <a:ext uri="{FF2B5EF4-FFF2-40B4-BE49-F238E27FC236}">
                      <a16:creationId xmlns:a16="http://schemas.microsoft.com/office/drawing/2014/main" id="{7F4B58FB-2E17-4AA2-AD0E-3784EAFE2D9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19233" y="3383615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89" name="Text Box 58">
                  <a:extLst>
                    <a:ext uri="{FF2B5EF4-FFF2-40B4-BE49-F238E27FC236}">
                      <a16:creationId xmlns:a16="http://schemas.microsoft.com/office/drawing/2014/main" id="{D1EF9C14-3D54-427B-B70F-995F10627C2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47790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90" name="Text Box 58">
                  <a:extLst>
                    <a:ext uri="{FF2B5EF4-FFF2-40B4-BE49-F238E27FC236}">
                      <a16:creationId xmlns:a16="http://schemas.microsoft.com/office/drawing/2014/main" id="{117406D8-F45E-4F25-B687-773D347ED5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8693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200" name="Text Box 58">
                  <a:extLst>
                    <a:ext uri="{FF2B5EF4-FFF2-40B4-BE49-F238E27FC236}">
                      <a16:creationId xmlns:a16="http://schemas.microsoft.com/office/drawing/2014/main" id="{B9220005-11BD-4CC6-B146-7CC9C700C4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63307" y="3274836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278" name="Text Box 58">
                <a:extLst>
                  <a:ext uri="{FF2B5EF4-FFF2-40B4-BE49-F238E27FC236}">
                    <a16:creationId xmlns:a16="http://schemas.microsoft.com/office/drawing/2014/main" id="{CBC87E97-3EF8-4F37-9854-674E594298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0835" y="2356252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80" name="타원 279">
                <a:extLst>
                  <a:ext uri="{FF2B5EF4-FFF2-40B4-BE49-F238E27FC236}">
                    <a16:creationId xmlns:a16="http://schemas.microsoft.com/office/drawing/2014/main" id="{4473DA34-3436-42C5-A57F-CE4DB811CD7C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98" name="Text Box 58">
                <a:extLst>
                  <a:ext uri="{FF2B5EF4-FFF2-40B4-BE49-F238E27FC236}">
                    <a16:creationId xmlns:a16="http://schemas.microsoft.com/office/drawing/2014/main" id="{8A871D0C-8505-4CAD-8ABA-2C4643F083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28904" y="532727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9271FC2-BFC3-42A0-B782-4066E83FDDE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43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6482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Later</a:t>
            </a:r>
            <a:endParaRPr lang="ko-KR" altLang="en-US" sz="20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AB82B94-71D3-4E13-8005-D32C10FD56C6}"/>
              </a:ext>
            </a:extLst>
          </p:cNvPr>
          <p:cNvGrpSpPr/>
          <p:nvPr/>
        </p:nvGrpSpPr>
        <p:grpSpPr>
          <a:xfrm>
            <a:off x="21037" y="2300301"/>
            <a:ext cx="5937908" cy="3606386"/>
            <a:chOff x="6096000" y="2300301"/>
            <a:chExt cx="5937908" cy="3606386"/>
          </a:xfrm>
        </p:grpSpPr>
        <p:sp>
          <p:nvSpPr>
            <p:cNvPr id="95" name="별: 꼭짓점 16개 94">
              <a:extLst>
                <a:ext uri="{FF2B5EF4-FFF2-40B4-BE49-F238E27FC236}">
                  <a16:creationId xmlns:a16="http://schemas.microsoft.com/office/drawing/2014/main" id="{C39C178D-8AB3-4310-B7FB-4E3C685BF322}"/>
                </a:ext>
              </a:extLst>
            </p:cNvPr>
            <p:cNvSpPr/>
            <p:nvPr/>
          </p:nvSpPr>
          <p:spPr bwMode="auto">
            <a:xfrm>
              <a:off x="8605068" y="2770865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0E9C266A-573B-4C5B-A02F-F6141D10DE5F}"/>
                </a:ext>
              </a:extLst>
            </p:cNvPr>
            <p:cNvGrpSpPr/>
            <p:nvPr/>
          </p:nvGrpSpPr>
          <p:grpSpPr>
            <a:xfrm>
              <a:off x="6096000" y="2300301"/>
              <a:ext cx="5937908" cy="3606386"/>
              <a:chOff x="6096000" y="2300301"/>
              <a:chExt cx="5937908" cy="3606386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89F1695B-32ED-4F5D-B131-7751C4FC7E4C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508461"/>
                <a:chOff x="43733" y="2300301"/>
                <a:chExt cx="5937908" cy="3508461"/>
              </a:xfrm>
            </p:grpSpPr>
            <p:grpSp>
              <p:nvGrpSpPr>
                <p:cNvPr id="182" name="그룹 181">
                  <a:extLst>
                    <a:ext uri="{FF2B5EF4-FFF2-40B4-BE49-F238E27FC236}">
                      <a16:creationId xmlns:a16="http://schemas.microsoft.com/office/drawing/2014/main" id="{63B947BE-37CF-416D-9A8F-4B7D1F9730ED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201" name="Line 48">
                    <a:extLst>
                      <a:ext uri="{FF2B5EF4-FFF2-40B4-BE49-F238E27FC236}">
                        <a16:creationId xmlns:a16="http://schemas.microsoft.com/office/drawing/2014/main" id="{F362C433-1332-4AD5-A7CD-58D5755E4EE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2" name="Line 48">
                    <a:extLst>
                      <a:ext uri="{FF2B5EF4-FFF2-40B4-BE49-F238E27FC236}">
                        <a16:creationId xmlns:a16="http://schemas.microsoft.com/office/drawing/2014/main" id="{8694BB5F-B2F9-4F56-BD0A-8D81BD2A18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03" name="Line 48">
                    <a:extLst>
                      <a:ext uri="{FF2B5EF4-FFF2-40B4-BE49-F238E27FC236}">
                        <a16:creationId xmlns:a16="http://schemas.microsoft.com/office/drawing/2014/main" id="{2E5150CA-6353-4DCE-8F53-E074507DA9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7" name="Line 48">
                    <a:extLst>
                      <a:ext uri="{FF2B5EF4-FFF2-40B4-BE49-F238E27FC236}">
                        <a16:creationId xmlns:a16="http://schemas.microsoft.com/office/drawing/2014/main" id="{A8DBF1B2-EF1F-4731-B20E-CAA827C0BD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8" name="Line 48">
                    <a:extLst>
                      <a:ext uri="{FF2B5EF4-FFF2-40B4-BE49-F238E27FC236}">
                        <a16:creationId xmlns:a16="http://schemas.microsoft.com/office/drawing/2014/main" id="{BBB66492-3E83-4D72-B777-C3FAE91892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9" name="Line 48">
                    <a:extLst>
                      <a:ext uri="{FF2B5EF4-FFF2-40B4-BE49-F238E27FC236}">
                        <a16:creationId xmlns:a16="http://schemas.microsoft.com/office/drawing/2014/main" id="{56C08ED3-FAFB-44F5-9FA1-4094EBF2D4A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0" name="Line 48">
                    <a:extLst>
                      <a:ext uri="{FF2B5EF4-FFF2-40B4-BE49-F238E27FC236}">
                        <a16:creationId xmlns:a16="http://schemas.microsoft.com/office/drawing/2014/main" id="{A82A29BF-3B19-4CA7-9B68-CA0E3BC18F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1" name="Line 48">
                    <a:extLst>
                      <a:ext uri="{FF2B5EF4-FFF2-40B4-BE49-F238E27FC236}">
                        <a16:creationId xmlns:a16="http://schemas.microsoft.com/office/drawing/2014/main" id="{7791FB9F-0280-4EB1-9643-837AEBB71E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2" name="Line 48">
                    <a:extLst>
                      <a:ext uri="{FF2B5EF4-FFF2-40B4-BE49-F238E27FC236}">
                        <a16:creationId xmlns:a16="http://schemas.microsoft.com/office/drawing/2014/main" id="{D8B3540E-EE8C-4671-A844-40CDA1C376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3" name="Line 48">
                    <a:extLst>
                      <a:ext uri="{FF2B5EF4-FFF2-40B4-BE49-F238E27FC236}">
                        <a16:creationId xmlns:a16="http://schemas.microsoft.com/office/drawing/2014/main" id="{90412255-2FAD-4D17-8CD3-E417E1619F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4" name="Line 48">
                    <a:extLst>
                      <a:ext uri="{FF2B5EF4-FFF2-40B4-BE49-F238E27FC236}">
                        <a16:creationId xmlns:a16="http://schemas.microsoft.com/office/drawing/2014/main" id="{5CF15D42-0653-4117-AA2F-A61B8E084A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55" name="TextBox 254">
                    <a:extLst>
                      <a:ext uri="{FF2B5EF4-FFF2-40B4-BE49-F238E27FC236}">
                        <a16:creationId xmlns:a16="http://schemas.microsoft.com/office/drawing/2014/main" id="{3EB539A3-1547-4BDC-976E-F5503D32F132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256" name="TextBox 255">
                    <a:extLst>
                      <a:ext uri="{FF2B5EF4-FFF2-40B4-BE49-F238E27FC236}">
                        <a16:creationId xmlns:a16="http://schemas.microsoft.com/office/drawing/2014/main" id="{10B10CD1-FE28-4280-8643-D2CF892ED635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257" name="TextBox 256">
                    <a:extLst>
                      <a:ext uri="{FF2B5EF4-FFF2-40B4-BE49-F238E27FC236}">
                        <a16:creationId xmlns:a16="http://schemas.microsoft.com/office/drawing/2014/main" id="{C44BA0AA-2627-4E1D-A7D5-3AAF9C52B56B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258" name="TextBox 257">
                    <a:extLst>
                      <a:ext uri="{FF2B5EF4-FFF2-40B4-BE49-F238E27FC236}">
                        <a16:creationId xmlns:a16="http://schemas.microsoft.com/office/drawing/2014/main" id="{6C26916D-B28E-4207-9FF9-FCA2D74B98DB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259" name="TextBox 258">
                    <a:extLst>
                      <a:ext uri="{FF2B5EF4-FFF2-40B4-BE49-F238E27FC236}">
                        <a16:creationId xmlns:a16="http://schemas.microsoft.com/office/drawing/2014/main" id="{38960E78-951D-4B43-9BA0-A9FBE7346DDB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260" name="TextBox 259">
                    <a:extLst>
                      <a:ext uri="{FF2B5EF4-FFF2-40B4-BE49-F238E27FC236}">
                        <a16:creationId xmlns:a16="http://schemas.microsoft.com/office/drawing/2014/main" id="{E1FE3DBD-05C0-455C-95AF-28C80C0CC9F7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BEDDD0C2-62FC-480D-9533-31BA271E9571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2" name="TextBox 261">
                    <a:extLst>
                      <a:ext uri="{FF2B5EF4-FFF2-40B4-BE49-F238E27FC236}">
                        <a16:creationId xmlns:a16="http://schemas.microsoft.com/office/drawing/2014/main" id="{8DA03588-6B73-43BA-B6B5-FA10D9CC3B0B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63" name="TextBox 262">
                    <a:extLst>
                      <a:ext uri="{FF2B5EF4-FFF2-40B4-BE49-F238E27FC236}">
                        <a16:creationId xmlns:a16="http://schemas.microsoft.com/office/drawing/2014/main" id="{720243A8-9F25-4647-A96A-60C44BED553A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64" name="TextBox 263">
                    <a:extLst>
                      <a:ext uri="{FF2B5EF4-FFF2-40B4-BE49-F238E27FC236}">
                        <a16:creationId xmlns:a16="http://schemas.microsoft.com/office/drawing/2014/main" id="{FDFCAA1A-FBE4-4D76-BA49-07F91DF5113F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5" name="TextBox 264">
                    <a:extLst>
                      <a:ext uri="{FF2B5EF4-FFF2-40B4-BE49-F238E27FC236}">
                        <a16:creationId xmlns:a16="http://schemas.microsoft.com/office/drawing/2014/main" id="{54EBAAA3-A85B-4721-B6BF-80C8AD49CD97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66" name="TextBox 265">
                    <a:extLst>
                      <a:ext uri="{FF2B5EF4-FFF2-40B4-BE49-F238E27FC236}">
                        <a16:creationId xmlns:a16="http://schemas.microsoft.com/office/drawing/2014/main" id="{9B5A4CCB-9A8D-4A44-921B-565505F3631C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7" name="TextBox 266">
                    <a:extLst>
                      <a:ext uri="{FF2B5EF4-FFF2-40B4-BE49-F238E27FC236}">
                        <a16:creationId xmlns:a16="http://schemas.microsoft.com/office/drawing/2014/main" id="{3C7D2937-288B-444A-86CB-6CE21A2C87E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8" name="TextBox 267">
                    <a:extLst>
                      <a:ext uri="{FF2B5EF4-FFF2-40B4-BE49-F238E27FC236}">
                        <a16:creationId xmlns:a16="http://schemas.microsoft.com/office/drawing/2014/main" id="{020CBC69-EF40-4BF0-AD2A-AE722FE87D41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69" name="TextBox 268">
                    <a:extLst>
                      <a:ext uri="{FF2B5EF4-FFF2-40B4-BE49-F238E27FC236}">
                        <a16:creationId xmlns:a16="http://schemas.microsoft.com/office/drawing/2014/main" id="{A75D80A4-A73C-4834-B64E-5EA906BDA19C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0" name="TextBox 269">
                    <a:extLst>
                      <a:ext uri="{FF2B5EF4-FFF2-40B4-BE49-F238E27FC236}">
                        <a16:creationId xmlns:a16="http://schemas.microsoft.com/office/drawing/2014/main" id="{177B8B4E-1F0D-474C-A9FC-54D05A873074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1" name="TextBox 270">
                    <a:extLst>
                      <a:ext uri="{FF2B5EF4-FFF2-40B4-BE49-F238E27FC236}">
                        <a16:creationId xmlns:a16="http://schemas.microsoft.com/office/drawing/2014/main" id="{4AFA0C75-D657-4E81-8C19-77D3F7469098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2" name="TextBox 271">
                    <a:extLst>
                      <a:ext uri="{FF2B5EF4-FFF2-40B4-BE49-F238E27FC236}">
                        <a16:creationId xmlns:a16="http://schemas.microsoft.com/office/drawing/2014/main" id="{5BDD579D-6091-4AB5-8937-DE545AC898B3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3" name="TextBox 272">
                    <a:extLst>
                      <a:ext uri="{FF2B5EF4-FFF2-40B4-BE49-F238E27FC236}">
                        <a16:creationId xmlns:a16="http://schemas.microsoft.com/office/drawing/2014/main" id="{BEABFBBA-B615-444E-BBB1-94E9C2ECD9CA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4" name="TextBox 273">
                    <a:extLst>
                      <a:ext uri="{FF2B5EF4-FFF2-40B4-BE49-F238E27FC236}">
                        <a16:creationId xmlns:a16="http://schemas.microsoft.com/office/drawing/2014/main" id="{1DE0DED9-9D75-4AFE-B461-2858724DD8D1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5" name="TextBox 274">
                    <a:extLst>
                      <a:ext uri="{FF2B5EF4-FFF2-40B4-BE49-F238E27FC236}">
                        <a16:creationId xmlns:a16="http://schemas.microsoft.com/office/drawing/2014/main" id="{0D8730F1-D893-4DCE-8B12-2B7CCC5A7398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76" name="TextBox 275">
                    <a:extLst>
                      <a:ext uri="{FF2B5EF4-FFF2-40B4-BE49-F238E27FC236}">
                        <a16:creationId xmlns:a16="http://schemas.microsoft.com/office/drawing/2014/main" id="{F30A5941-BAD7-4287-BEC7-6AA92CED0FB3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83" name="Text Box 58">
                  <a:extLst>
                    <a:ext uri="{FF2B5EF4-FFF2-40B4-BE49-F238E27FC236}">
                      <a16:creationId xmlns:a16="http://schemas.microsoft.com/office/drawing/2014/main" id="{0903CDCF-8827-42B6-9E81-A76DD55108E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85" name="Text Box 58">
                  <a:extLst>
                    <a:ext uri="{FF2B5EF4-FFF2-40B4-BE49-F238E27FC236}">
                      <a16:creationId xmlns:a16="http://schemas.microsoft.com/office/drawing/2014/main" id="{A36CD207-7E56-49FD-8912-3478C058B74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55139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86" name="Text Box 58">
                  <a:extLst>
                    <a:ext uri="{FF2B5EF4-FFF2-40B4-BE49-F238E27FC236}">
                      <a16:creationId xmlns:a16="http://schemas.microsoft.com/office/drawing/2014/main" id="{3CA6B527-6FD6-4AE9-BB89-25C4FE2F01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90" name="Text Box 58">
                  <a:extLst>
                    <a:ext uri="{FF2B5EF4-FFF2-40B4-BE49-F238E27FC236}">
                      <a16:creationId xmlns:a16="http://schemas.microsoft.com/office/drawing/2014/main" id="{117406D8-F45E-4F25-B687-773D347ED5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8693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200" name="Text Box 58">
                  <a:extLst>
                    <a:ext uri="{FF2B5EF4-FFF2-40B4-BE49-F238E27FC236}">
                      <a16:creationId xmlns:a16="http://schemas.microsoft.com/office/drawing/2014/main" id="{B9220005-11BD-4CC6-B146-7CC9C700C4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63307" y="3274836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278" name="Text Box 58">
                <a:extLst>
                  <a:ext uri="{FF2B5EF4-FFF2-40B4-BE49-F238E27FC236}">
                    <a16:creationId xmlns:a16="http://schemas.microsoft.com/office/drawing/2014/main" id="{CBC87E97-3EF8-4F37-9854-674E594298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0835" y="2356252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80" name="타원 279">
                <a:extLst>
                  <a:ext uri="{FF2B5EF4-FFF2-40B4-BE49-F238E27FC236}">
                    <a16:creationId xmlns:a16="http://schemas.microsoft.com/office/drawing/2014/main" id="{4473DA34-3436-42C5-A57F-CE4DB811CD7C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98" name="Text Box 58">
                <a:extLst>
                  <a:ext uri="{FF2B5EF4-FFF2-40B4-BE49-F238E27FC236}">
                    <a16:creationId xmlns:a16="http://schemas.microsoft.com/office/drawing/2014/main" id="{8A871D0C-8505-4CAD-8ABA-2C4643F083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4522" y="543126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00" name="타원 99">
                <a:extLst>
                  <a:ext uri="{FF2B5EF4-FFF2-40B4-BE49-F238E27FC236}">
                    <a16:creationId xmlns:a16="http://schemas.microsoft.com/office/drawing/2014/main" id="{202946E8-1805-492B-BA0A-5FBBFF256C28}"/>
                  </a:ext>
                </a:extLst>
              </p:cNvPr>
              <p:cNvSpPr/>
              <p:nvPr/>
            </p:nvSpPr>
            <p:spPr bwMode="auto">
              <a:xfrm>
                <a:off x="7491368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01" name="Text Box 58">
                <a:extLst>
                  <a:ext uri="{FF2B5EF4-FFF2-40B4-BE49-F238E27FC236}">
                    <a16:creationId xmlns:a16="http://schemas.microsoft.com/office/drawing/2014/main" id="{1121502B-897C-4279-9D50-B114640E99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084" y="5352689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02" name="Text Box 58">
                <a:extLst>
                  <a:ext uri="{FF2B5EF4-FFF2-40B4-BE49-F238E27FC236}">
                    <a16:creationId xmlns:a16="http://schemas.microsoft.com/office/drawing/2014/main" id="{5BC07348-AD55-4B4A-8ED6-B21E5E5ECE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67359" y="3865333"/>
                <a:ext cx="967965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FF7D9D84-938E-4F8D-BB37-5672D7AEC2D2}"/>
              </a:ext>
            </a:extLst>
          </p:cNvPr>
          <p:cNvGrpSpPr/>
          <p:nvPr/>
        </p:nvGrpSpPr>
        <p:grpSpPr>
          <a:xfrm>
            <a:off x="6096000" y="2300301"/>
            <a:ext cx="5937908" cy="3606386"/>
            <a:chOff x="6096000" y="2300301"/>
            <a:chExt cx="5937908" cy="3606386"/>
          </a:xfrm>
        </p:grpSpPr>
        <p:sp>
          <p:nvSpPr>
            <p:cNvPr id="105" name="별: 꼭짓점 16개 104">
              <a:extLst>
                <a:ext uri="{FF2B5EF4-FFF2-40B4-BE49-F238E27FC236}">
                  <a16:creationId xmlns:a16="http://schemas.microsoft.com/office/drawing/2014/main" id="{83974019-DAC6-49A5-B9E9-CBD456A15B49}"/>
                </a:ext>
              </a:extLst>
            </p:cNvPr>
            <p:cNvSpPr/>
            <p:nvPr/>
          </p:nvSpPr>
          <p:spPr bwMode="auto">
            <a:xfrm>
              <a:off x="8605068" y="2770865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2959E2A2-43FE-4A30-84D5-9FE7FD48CA2E}"/>
                </a:ext>
              </a:extLst>
            </p:cNvPr>
            <p:cNvGrpSpPr/>
            <p:nvPr/>
          </p:nvGrpSpPr>
          <p:grpSpPr>
            <a:xfrm>
              <a:off x="6096000" y="2300301"/>
              <a:ext cx="5937908" cy="3606386"/>
              <a:chOff x="6096000" y="2300301"/>
              <a:chExt cx="5937908" cy="3606386"/>
            </a:xfrm>
          </p:grpSpPr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543EC957-B98E-4961-AE2F-4B50C0C2CC7A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508461"/>
                <a:chOff x="43733" y="2300301"/>
                <a:chExt cx="5937908" cy="3508461"/>
              </a:xfrm>
            </p:grpSpPr>
            <p:grpSp>
              <p:nvGrpSpPr>
                <p:cNvPr id="115" name="그룹 114">
                  <a:extLst>
                    <a:ext uri="{FF2B5EF4-FFF2-40B4-BE49-F238E27FC236}">
                      <a16:creationId xmlns:a16="http://schemas.microsoft.com/office/drawing/2014/main" id="{1DF35ACA-2B6F-4231-9663-C0F3E898945F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121" name="Line 48">
                    <a:extLst>
                      <a:ext uri="{FF2B5EF4-FFF2-40B4-BE49-F238E27FC236}">
                        <a16:creationId xmlns:a16="http://schemas.microsoft.com/office/drawing/2014/main" id="{7F78B98C-0C44-415B-A764-BA8F1C94EC2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2" name="Line 48">
                    <a:extLst>
                      <a:ext uri="{FF2B5EF4-FFF2-40B4-BE49-F238E27FC236}">
                        <a16:creationId xmlns:a16="http://schemas.microsoft.com/office/drawing/2014/main" id="{87B55596-A93D-4107-9CCB-A8AEE7F5DAB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3" name="Line 48">
                    <a:extLst>
                      <a:ext uri="{FF2B5EF4-FFF2-40B4-BE49-F238E27FC236}">
                        <a16:creationId xmlns:a16="http://schemas.microsoft.com/office/drawing/2014/main" id="{6C6D77E4-7811-4344-83B5-A5239D6B7D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4" name="Line 48">
                    <a:extLst>
                      <a:ext uri="{FF2B5EF4-FFF2-40B4-BE49-F238E27FC236}">
                        <a16:creationId xmlns:a16="http://schemas.microsoft.com/office/drawing/2014/main" id="{480CFC58-22A1-4EF5-87DF-950EE4D399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5" name="Line 48">
                    <a:extLst>
                      <a:ext uri="{FF2B5EF4-FFF2-40B4-BE49-F238E27FC236}">
                        <a16:creationId xmlns:a16="http://schemas.microsoft.com/office/drawing/2014/main" id="{2BAF0EDE-3C91-4331-8FCF-191A7429F3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6" name="Line 48">
                    <a:extLst>
                      <a:ext uri="{FF2B5EF4-FFF2-40B4-BE49-F238E27FC236}">
                        <a16:creationId xmlns:a16="http://schemas.microsoft.com/office/drawing/2014/main" id="{6F2D1E27-D152-45B8-8C23-8EA1C33A4D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7" name="Line 48">
                    <a:extLst>
                      <a:ext uri="{FF2B5EF4-FFF2-40B4-BE49-F238E27FC236}">
                        <a16:creationId xmlns:a16="http://schemas.microsoft.com/office/drawing/2014/main" id="{284014AB-0BF0-4A40-B385-1D43381202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8" name="Line 48">
                    <a:extLst>
                      <a:ext uri="{FF2B5EF4-FFF2-40B4-BE49-F238E27FC236}">
                        <a16:creationId xmlns:a16="http://schemas.microsoft.com/office/drawing/2014/main" id="{F799F0EE-D38D-4F78-AEAD-E1A9CC264A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9" name="Line 48">
                    <a:extLst>
                      <a:ext uri="{FF2B5EF4-FFF2-40B4-BE49-F238E27FC236}">
                        <a16:creationId xmlns:a16="http://schemas.microsoft.com/office/drawing/2014/main" id="{8778D6E0-6124-491B-A00A-1375060F564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0" name="Line 48">
                    <a:extLst>
                      <a:ext uri="{FF2B5EF4-FFF2-40B4-BE49-F238E27FC236}">
                        <a16:creationId xmlns:a16="http://schemas.microsoft.com/office/drawing/2014/main" id="{C0B261CB-0721-4DD3-B5FA-B97BE7DE07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1" name="Line 48">
                    <a:extLst>
                      <a:ext uri="{FF2B5EF4-FFF2-40B4-BE49-F238E27FC236}">
                        <a16:creationId xmlns:a16="http://schemas.microsoft.com/office/drawing/2014/main" id="{142F2C98-CB4B-4649-A227-C207D6D9A8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E82C51D0-8AC4-47CF-91F6-167424799D73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833C9CF2-63F9-45F4-9BA8-A47BA24DD3AC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134" name="TextBox 133">
                    <a:extLst>
                      <a:ext uri="{FF2B5EF4-FFF2-40B4-BE49-F238E27FC236}">
                        <a16:creationId xmlns:a16="http://schemas.microsoft.com/office/drawing/2014/main" id="{471CBEFC-F281-42C8-9B58-63E72483DD34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22F58C43-37A3-4D8E-AA8D-3A8CEEAC2996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8EE22141-5E7F-4AAC-9E52-E99175F3BF55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137" name="TextBox 136">
                    <a:extLst>
                      <a:ext uri="{FF2B5EF4-FFF2-40B4-BE49-F238E27FC236}">
                        <a16:creationId xmlns:a16="http://schemas.microsoft.com/office/drawing/2014/main" id="{DF4A9531-B48C-4387-8357-D493BCC58324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BB2AAFDC-E067-4E63-BF61-F5EF00918246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07833904-5C7A-4BBC-BC86-E4F933E1064B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119FEB74-0799-4A10-88A6-49C97F652AEC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EF51DE98-DA04-4C3A-9590-4CFAE30F4BBB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4820A799-724D-4D9D-B657-640CF02C6B41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7869D8C9-4395-431A-AEE9-0C923391E826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002B731F-00D7-45F7-8320-04485FF743DC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01761ABC-9A9F-4361-9323-8AE9F79446E3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C6596C8E-0ADF-4044-8FD6-ED3C2D1E0C7A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66ACB48F-A9DD-47AB-908F-6DA5F5B730FA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E9DE4CE8-44F9-4121-8544-7FD818FFA1EE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C1C9E63D-D052-44D2-9348-5B89C78A7D37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19275922-6A7E-4BD2-92B3-33BA4049599C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4859067F-56D8-40EA-B4BF-6082AE912409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77D8A196-9196-4231-89CF-08872B29E08C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3" name="TextBox 152">
                    <a:extLst>
                      <a:ext uri="{FF2B5EF4-FFF2-40B4-BE49-F238E27FC236}">
                        <a16:creationId xmlns:a16="http://schemas.microsoft.com/office/drawing/2014/main" id="{22B89397-2F29-4D5B-9980-69C0F8E893BF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16" name="Text Box 58">
                  <a:extLst>
                    <a:ext uri="{FF2B5EF4-FFF2-40B4-BE49-F238E27FC236}">
                      <a16:creationId xmlns:a16="http://schemas.microsoft.com/office/drawing/2014/main" id="{0E7B9599-70DC-4F4D-8F67-78A05E8C0F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" name="Text Box 58">
                  <a:extLst>
                    <a:ext uri="{FF2B5EF4-FFF2-40B4-BE49-F238E27FC236}">
                      <a16:creationId xmlns:a16="http://schemas.microsoft.com/office/drawing/2014/main" id="{271DC2DD-5D36-4134-B049-7C8A4561F7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19" name="Text Box 58">
                  <a:extLst>
                    <a:ext uri="{FF2B5EF4-FFF2-40B4-BE49-F238E27FC236}">
                      <a16:creationId xmlns:a16="http://schemas.microsoft.com/office/drawing/2014/main" id="{22EA65BA-1024-4B27-AB0A-49714E07AC4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28693" y="5219782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20" name="Text Box 58">
                  <a:extLst>
                    <a:ext uri="{FF2B5EF4-FFF2-40B4-BE49-F238E27FC236}">
                      <a16:creationId xmlns:a16="http://schemas.microsoft.com/office/drawing/2014/main" id="{AB71407F-1E1B-4895-BBD7-2587993B03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63307" y="3274836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108" name="Text Box 58">
                <a:extLst>
                  <a:ext uri="{FF2B5EF4-FFF2-40B4-BE49-F238E27FC236}">
                    <a16:creationId xmlns:a16="http://schemas.microsoft.com/office/drawing/2014/main" id="{177F7FD3-3515-447D-9EEB-A105E9223C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0835" y="2356252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09" name="타원 108">
                <a:extLst>
                  <a:ext uri="{FF2B5EF4-FFF2-40B4-BE49-F238E27FC236}">
                    <a16:creationId xmlns:a16="http://schemas.microsoft.com/office/drawing/2014/main" id="{1AF6A998-28C5-4B7F-9CFC-B018333686C4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10" name="Text Box 58">
                <a:extLst>
                  <a:ext uri="{FF2B5EF4-FFF2-40B4-BE49-F238E27FC236}">
                    <a16:creationId xmlns:a16="http://schemas.microsoft.com/office/drawing/2014/main" id="{FEB0CACF-14C4-4DD9-BE1C-D4EAEADAEF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4522" y="543126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4C37A3A4-EF75-4672-85EC-C263A0BBCA33}"/>
                  </a:ext>
                </a:extLst>
              </p:cNvPr>
              <p:cNvSpPr/>
              <p:nvPr/>
            </p:nvSpPr>
            <p:spPr bwMode="auto">
              <a:xfrm>
                <a:off x="7491368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12" name="Text Box 58">
                <a:extLst>
                  <a:ext uri="{FF2B5EF4-FFF2-40B4-BE49-F238E27FC236}">
                    <a16:creationId xmlns:a16="http://schemas.microsoft.com/office/drawing/2014/main" id="{6504FC4C-677A-4749-B70A-3338180B17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084" y="5352689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3" name="Text Box 58">
                <a:extLst>
                  <a:ext uri="{FF2B5EF4-FFF2-40B4-BE49-F238E27FC236}">
                    <a16:creationId xmlns:a16="http://schemas.microsoft.com/office/drawing/2014/main" id="{96CE3CEF-CC9F-4340-8F53-343B5D7178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67359" y="3865333"/>
                <a:ext cx="967965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7DCFEEC9-AF06-4244-98E3-BE9B0DDF6D0C}"/>
                  </a:ext>
                </a:extLst>
              </p:cNvPr>
              <p:cNvSpPr/>
              <p:nvPr/>
            </p:nvSpPr>
            <p:spPr bwMode="auto">
              <a:xfrm>
                <a:off x="7806032" y="3599156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54" name="Text Box 58">
                <a:extLst>
                  <a:ext uri="{FF2B5EF4-FFF2-40B4-BE49-F238E27FC236}">
                    <a16:creationId xmlns:a16="http://schemas.microsoft.com/office/drawing/2014/main" id="{D31D8FC5-0CF9-4325-9A50-8815DAB37C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7654" y="2395284"/>
                <a:ext cx="413613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4A288D2-9C54-450C-98CE-0DE5B906C2B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44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38027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Later</a:t>
            </a:r>
            <a:endParaRPr lang="ko-KR" altLang="en-US" sz="2000" dirty="0"/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FF7D9D84-938E-4F8D-BB37-5672D7AEC2D2}"/>
              </a:ext>
            </a:extLst>
          </p:cNvPr>
          <p:cNvGrpSpPr/>
          <p:nvPr/>
        </p:nvGrpSpPr>
        <p:grpSpPr>
          <a:xfrm>
            <a:off x="52579" y="2300301"/>
            <a:ext cx="5937908" cy="3606386"/>
            <a:chOff x="6096000" y="2300301"/>
            <a:chExt cx="5937908" cy="3606386"/>
          </a:xfrm>
        </p:grpSpPr>
        <p:sp>
          <p:nvSpPr>
            <p:cNvPr id="105" name="별: 꼭짓점 16개 104">
              <a:extLst>
                <a:ext uri="{FF2B5EF4-FFF2-40B4-BE49-F238E27FC236}">
                  <a16:creationId xmlns:a16="http://schemas.microsoft.com/office/drawing/2014/main" id="{83974019-DAC6-49A5-B9E9-CBD456A15B49}"/>
                </a:ext>
              </a:extLst>
            </p:cNvPr>
            <p:cNvSpPr/>
            <p:nvPr/>
          </p:nvSpPr>
          <p:spPr bwMode="auto">
            <a:xfrm>
              <a:off x="8605068" y="2770865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2959E2A2-43FE-4A30-84D5-9FE7FD48CA2E}"/>
                </a:ext>
              </a:extLst>
            </p:cNvPr>
            <p:cNvGrpSpPr/>
            <p:nvPr/>
          </p:nvGrpSpPr>
          <p:grpSpPr>
            <a:xfrm>
              <a:off x="6096000" y="2300301"/>
              <a:ext cx="5937908" cy="3606386"/>
              <a:chOff x="6096000" y="2300301"/>
              <a:chExt cx="5937908" cy="3606386"/>
            </a:xfrm>
          </p:grpSpPr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543EC957-B98E-4961-AE2F-4B50C0C2CC7A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151570"/>
                <a:chOff x="43733" y="2300301"/>
                <a:chExt cx="5937908" cy="3151570"/>
              </a:xfrm>
            </p:grpSpPr>
            <p:grpSp>
              <p:nvGrpSpPr>
                <p:cNvPr id="115" name="그룹 114">
                  <a:extLst>
                    <a:ext uri="{FF2B5EF4-FFF2-40B4-BE49-F238E27FC236}">
                      <a16:creationId xmlns:a16="http://schemas.microsoft.com/office/drawing/2014/main" id="{1DF35ACA-2B6F-4231-9663-C0F3E898945F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121" name="Line 48">
                    <a:extLst>
                      <a:ext uri="{FF2B5EF4-FFF2-40B4-BE49-F238E27FC236}">
                        <a16:creationId xmlns:a16="http://schemas.microsoft.com/office/drawing/2014/main" id="{7F78B98C-0C44-415B-A764-BA8F1C94EC2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2" name="Line 48">
                    <a:extLst>
                      <a:ext uri="{FF2B5EF4-FFF2-40B4-BE49-F238E27FC236}">
                        <a16:creationId xmlns:a16="http://schemas.microsoft.com/office/drawing/2014/main" id="{87B55596-A93D-4107-9CCB-A8AEE7F5DAB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3" name="Line 48">
                    <a:extLst>
                      <a:ext uri="{FF2B5EF4-FFF2-40B4-BE49-F238E27FC236}">
                        <a16:creationId xmlns:a16="http://schemas.microsoft.com/office/drawing/2014/main" id="{6C6D77E4-7811-4344-83B5-A5239D6B7D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4" name="Line 48">
                    <a:extLst>
                      <a:ext uri="{FF2B5EF4-FFF2-40B4-BE49-F238E27FC236}">
                        <a16:creationId xmlns:a16="http://schemas.microsoft.com/office/drawing/2014/main" id="{480CFC58-22A1-4EF5-87DF-950EE4D399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5" name="Line 48">
                    <a:extLst>
                      <a:ext uri="{FF2B5EF4-FFF2-40B4-BE49-F238E27FC236}">
                        <a16:creationId xmlns:a16="http://schemas.microsoft.com/office/drawing/2014/main" id="{2BAF0EDE-3C91-4331-8FCF-191A7429F3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6" name="Line 48">
                    <a:extLst>
                      <a:ext uri="{FF2B5EF4-FFF2-40B4-BE49-F238E27FC236}">
                        <a16:creationId xmlns:a16="http://schemas.microsoft.com/office/drawing/2014/main" id="{6F2D1E27-D152-45B8-8C23-8EA1C33A4D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7" name="Line 48">
                    <a:extLst>
                      <a:ext uri="{FF2B5EF4-FFF2-40B4-BE49-F238E27FC236}">
                        <a16:creationId xmlns:a16="http://schemas.microsoft.com/office/drawing/2014/main" id="{284014AB-0BF0-4A40-B385-1D43381202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8" name="Line 48">
                    <a:extLst>
                      <a:ext uri="{FF2B5EF4-FFF2-40B4-BE49-F238E27FC236}">
                        <a16:creationId xmlns:a16="http://schemas.microsoft.com/office/drawing/2014/main" id="{F799F0EE-D38D-4F78-AEAD-E1A9CC264A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29" name="Line 48">
                    <a:extLst>
                      <a:ext uri="{FF2B5EF4-FFF2-40B4-BE49-F238E27FC236}">
                        <a16:creationId xmlns:a16="http://schemas.microsoft.com/office/drawing/2014/main" id="{8778D6E0-6124-491B-A00A-1375060F564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0" name="Line 48">
                    <a:extLst>
                      <a:ext uri="{FF2B5EF4-FFF2-40B4-BE49-F238E27FC236}">
                        <a16:creationId xmlns:a16="http://schemas.microsoft.com/office/drawing/2014/main" id="{C0B261CB-0721-4DD3-B5FA-B97BE7DE07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1" name="Line 48">
                    <a:extLst>
                      <a:ext uri="{FF2B5EF4-FFF2-40B4-BE49-F238E27FC236}">
                        <a16:creationId xmlns:a16="http://schemas.microsoft.com/office/drawing/2014/main" id="{142F2C98-CB4B-4649-A227-C207D6D9A8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E82C51D0-8AC4-47CF-91F6-167424799D73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833C9CF2-63F9-45F4-9BA8-A47BA24DD3AC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134" name="TextBox 133">
                    <a:extLst>
                      <a:ext uri="{FF2B5EF4-FFF2-40B4-BE49-F238E27FC236}">
                        <a16:creationId xmlns:a16="http://schemas.microsoft.com/office/drawing/2014/main" id="{471CBEFC-F281-42C8-9B58-63E72483DD34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22F58C43-37A3-4D8E-AA8D-3A8CEEAC2996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8EE22141-5E7F-4AAC-9E52-E99175F3BF55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137" name="TextBox 136">
                    <a:extLst>
                      <a:ext uri="{FF2B5EF4-FFF2-40B4-BE49-F238E27FC236}">
                        <a16:creationId xmlns:a16="http://schemas.microsoft.com/office/drawing/2014/main" id="{DF4A9531-B48C-4387-8357-D493BCC58324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138" name="TextBox 137">
                    <a:extLst>
                      <a:ext uri="{FF2B5EF4-FFF2-40B4-BE49-F238E27FC236}">
                        <a16:creationId xmlns:a16="http://schemas.microsoft.com/office/drawing/2014/main" id="{BB2AAFDC-E067-4E63-BF61-F5EF00918246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9" name="TextBox 138">
                    <a:extLst>
                      <a:ext uri="{FF2B5EF4-FFF2-40B4-BE49-F238E27FC236}">
                        <a16:creationId xmlns:a16="http://schemas.microsoft.com/office/drawing/2014/main" id="{07833904-5C7A-4BBC-BC86-E4F933E1064B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119FEB74-0799-4A10-88A6-49C97F652AEC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EF51DE98-DA04-4C3A-9590-4CFAE30F4BBB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2" name="TextBox 141">
                    <a:extLst>
                      <a:ext uri="{FF2B5EF4-FFF2-40B4-BE49-F238E27FC236}">
                        <a16:creationId xmlns:a16="http://schemas.microsoft.com/office/drawing/2014/main" id="{4820A799-724D-4D9D-B657-640CF02C6B41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7869D8C9-4395-431A-AEE9-0C923391E826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4" name="TextBox 143">
                    <a:extLst>
                      <a:ext uri="{FF2B5EF4-FFF2-40B4-BE49-F238E27FC236}">
                        <a16:creationId xmlns:a16="http://schemas.microsoft.com/office/drawing/2014/main" id="{002B731F-00D7-45F7-8320-04485FF743DC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5" name="TextBox 144">
                    <a:extLst>
                      <a:ext uri="{FF2B5EF4-FFF2-40B4-BE49-F238E27FC236}">
                        <a16:creationId xmlns:a16="http://schemas.microsoft.com/office/drawing/2014/main" id="{01761ABC-9A9F-4361-9323-8AE9F79446E3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6" name="TextBox 145">
                    <a:extLst>
                      <a:ext uri="{FF2B5EF4-FFF2-40B4-BE49-F238E27FC236}">
                        <a16:creationId xmlns:a16="http://schemas.microsoft.com/office/drawing/2014/main" id="{C6596C8E-0ADF-4044-8FD6-ED3C2D1E0C7A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7" name="TextBox 146">
                    <a:extLst>
                      <a:ext uri="{FF2B5EF4-FFF2-40B4-BE49-F238E27FC236}">
                        <a16:creationId xmlns:a16="http://schemas.microsoft.com/office/drawing/2014/main" id="{66ACB48F-A9DD-47AB-908F-6DA5F5B730FA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8" name="TextBox 147">
                    <a:extLst>
                      <a:ext uri="{FF2B5EF4-FFF2-40B4-BE49-F238E27FC236}">
                        <a16:creationId xmlns:a16="http://schemas.microsoft.com/office/drawing/2014/main" id="{E9DE4CE8-44F9-4121-8544-7FD818FFA1EE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49" name="TextBox 148">
                    <a:extLst>
                      <a:ext uri="{FF2B5EF4-FFF2-40B4-BE49-F238E27FC236}">
                        <a16:creationId xmlns:a16="http://schemas.microsoft.com/office/drawing/2014/main" id="{C1C9E63D-D052-44D2-9348-5B89C78A7D37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0" name="TextBox 149">
                    <a:extLst>
                      <a:ext uri="{FF2B5EF4-FFF2-40B4-BE49-F238E27FC236}">
                        <a16:creationId xmlns:a16="http://schemas.microsoft.com/office/drawing/2014/main" id="{19275922-6A7E-4BD2-92B3-33BA4049599C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1" name="TextBox 150">
                    <a:extLst>
                      <a:ext uri="{FF2B5EF4-FFF2-40B4-BE49-F238E27FC236}">
                        <a16:creationId xmlns:a16="http://schemas.microsoft.com/office/drawing/2014/main" id="{4859067F-56D8-40EA-B4BF-6082AE912409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2" name="TextBox 151">
                    <a:extLst>
                      <a:ext uri="{FF2B5EF4-FFF2-40B4-BE49-F238E27FC236}">
                        <a16:creationId xmlns:a16="http://schemas.microsoft.com/office/drawing/2014/main" id="{77D8A196-9196-4231-89CF-08872B29E08C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53" name="TextBox 152">
                    <a:extLst>
                      <a:ext uri="{FF2B5EF4-FFF2-40B4-BE49-F238E27FC236}">
                        <a16:creationId xmlns:a16="http://schemas.microsoft.com/office/drawing/2014/main" id="{22B89397-2F29-4D5B-9980-69C0F8E893BF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16" name="Text Box 58">
                  <a:extLst>
                    <a:ext uri="{FF2B5EF4-FFF2-40B4-BE49-F238E27FC236}">
                      <a16:creationId xmlns:a16="http://schemas.microsoft.com/office/drawing/2014/main" id="{0E7B9599-70DC-4F4D-8F67-78A05E8C0F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" name="Text Box 58">
                  <a:extLst>
                    <a:ext uri="{FF2B5EF4-FFF2-40B4-BE49-F238E27FC236}">
                      <a16:creationId xmlns:a16="http://schemas.microsoft.com/office/drawing/2014/main" id="{271DC2DD-5D36-4134-B049-7C8A4561F7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20" name="Text Box 58">
                  <a:extLst>
                    <a:ext uri="{FF2B5EF4-FFF2-40B4-BE49-F238E27FC236}">
                      <a16:creationId xmlns:a16="http://schemas.microsoft.com/office/drawing/2014/main" id="{AB71407F-1E1B-4895-BBD7-2587993B03F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63307" y="3274836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108" name="Text Box 58">
                <a:extLst>
                  <a:ext uri="{FF2B5EF4-FFF2-40B4-BE49-F238E27FC236}">
                    <a16:creationId xmlns:a16="http://schemas.microsoft.com/office/drawing/2014/main" id="{177F7FD3-3515-447D-9EEB-A105E9223C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0835" y="2356252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09" name="타원 108">
                <a:extLst>
                  <a:ext uri="{FF2B5EF4-FFF2-40B4-BE49-F238E27FC236}">
                    <a16:creationId xmlns:a16="http://schemas.microsoft.com/office/drawing/2014/main" id="{1AF6A998-28C5-4B7F-9CFC-B018333686C4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10" name="Text Box 58">
                <a:extLst>
                  <a:ext uri="{FF2B5EF4-FFF2-40B4-BE49-F238E27FC236}">
                    <a16:creationId xmlns:a16="http://schemas.microsoft.com/office/drawing/2014/main" id="{FEB0CACF-14C4-4DD9-BE1C-D4EAEADAEF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4522" y="543126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4C37A3A4-EF75-4672-85EC-C263A0BBCA33}"/>
                  </a:ext>
                </a:extLst>
              </p:cNvPr>
              <p:cNvSpPr/>
              <p:nvPr/>
            </p:nvSpPr>
            <p:spPr bwMode="auto">
              <a:xfrm>
                <a:off x="7491368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12" name="Text Box 58">
                <a:extLst>
                  <a:ext uri="{FF2B5EF4-FFF2-40B4-BE49-F238E27FC236}">
                    <a16:creationId xmlns:a16="http://schemas.microsoft.com/office/drawing/2014/main" id="{6504FC4C-677A-4749-B70A-3338180B17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084" y="5352689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3" name="Text Box 58">
                <a:extLst>
                  <a:ext uri="{FF2B5EF4-FFF2-40B4-BE49-F238E27FC236}">
                    <a16:creationId xmlns:a16="http://schemas.microsoft.com/office/drawing/2014/main" id="{96CE3CEF-CC9F-4340-8F53-343B5D7178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67359" y="3865333"/>
                <a:ext cx="967965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7DCFEEC9-AF06-4244-98E3-BE9B0DDF6D0C}"/>
                  </a:ext>
                </a:extLst>
              </p:cNvPr>
              <p:cNvSpPr/>
              <p:nvPr/>
            </p:nvSpPr>
            <p:spPr bwMode="auto">
              <a:xfrm>
                <a:off x="7806032" y="3599156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54" name="Text Box 58">
                <a:extLst>
                  <a:ext uri="{FF2B5EF4-FFF2-40B4-BE49-F238E27FC236}">
                    <a16:creationId xmlns:a16="http://schemas.microsoft.com/office/drawing/2014/main" id="{D31D8FC5-0CF9-4325-9A50-8815DAB37C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7654" y="2395284"/>
                <a:ext cx="413613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13" name="타원 212">
                <a:extLst>
                  <a:ext uri="{FF2B5EF4-FFF2-40B4-BE49-F238E27FC236}">
                    <a16:creationId xmlns:a16="http://schemas.microsoft.com/office/drawing/2014/main" id="{E68CBE01-0500-4917-B2B1-9097C0A6F533}"/>
                  </a:ext>
                </a:extLst>
              </p:cNvPr>
              <p:cNvSpPr/>
              <p:nvPr/>
            </p:nvSpPr>
            <p:spPr bwMode="auto">
              <a:xfrm>
                <a:off x="8638785" y="493510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14" name="Text Box 58">
                <a:extLst>
                  <a:ext uri="{FF2B5EF4-FFF2-40B4-BE49-F238E27FC236}">
                    <a16:creationId xmlns:a16="http://schemas.microsoft.com/office/drawing/2014/main" id="{408A704E-1630-41A0-96B9-1A11CF83C0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59272" y="5352689"/>
                <a:ext cx="1799606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FD5370F9-09EF-4E9E-BAB8-8C517263B4B3}"/>
              </a:ext>
            </a:extLst>
          </p:cNvPr>
          <p:cNvGrpSpPr/>
          <p:nvPr/>
        </p:nvGrpSpPr>
        <p:grpSpPr>
          <a:xfrm>
            <a:off x="6096000" y="2300301"/>
            <a:ext cx="6220290" cy="3606386"/>
            <a:chOff x="6096000" y="2300301"/>
            <a:chExt cx="6220290" cy="3606386"/>
          </a:xfrm>
        </p:grpSpPr>
        <p:sp>
          <p:nvSpPr>
            <p:cNvPr id="216" name="별: 꼭짓점 16개 215">
              <a:extLst>
                <a:ext uri="{FF2B5EF4-FFF2-40B4-BE49-F238E27FC236}">
                  <a16:creationId xmlns:a16="http://schemas.microsoft.com/office/drawing/2014/main" id="{9EC8D201-7941-48F8-8B53-FFF7111F29E4}"/>
                </a:ext>
              </a:extLst>
            </p:cNvPr>
            <p:cNvSpPr/>
            <p:nvPr/>
          </p:nvSpPr>
          <p:spPr bwMode="auto">
            <a:xfrm>
              <a:off x="8605068" y="2770865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217" name="그룹 216">
              <a:extLst>
                <a:ext uri="{FF2B5EF4-FFF2-40B4-BE49-F238E27FC236}">
                  <a16:creationId xmlns:a16="http://schemas.microsoft.com/office/drawing/2014/main" id="{1022E86E-123B-481B-A2D2-49ADFAEC215E}"/>
                </a:ext>
              </a:extLst>
            </p:cNvPr>
            <p:cNvGrpSpPr/>
            <p:nvPr/>
          </p:nvGrpSpPr>
          <p:grpSpPr>
            <a:xfrm>
              <a:off x="6096000" y="2300301"/>
              <a:ext cx="6220290" cy="3606386"/>
              <a:chOff x="6096000" y="2300301"/>
              <a:chExt cx="6220290" cy="3606386"/>
            </a:xfrm>
          </p:grpSpPr>
          <p:grpSp>
            <p:nvGrpSpPr>
              <p:cNvPr id="218" name="그룹 217">
                <a:extLst>
                  <a:ext uri="{FF2B5EF4-FFF2-40B4-BE49-F238E27FC236}">
                    <a16:creationId xmlns:a16="http://schemas.microsoft.com/office/drawing/2014/main" id="{072BB28A-E4B5-41D0-BF6A-A55E91488DBA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151570"/>
                <a:chOff x="43733" y="2300301"/>
                <a:chExt cx="5937908" cy="3151570"/>
              </a:xfrm>
            </p:grpSpPr>
            <p:grpSp>
              <p:nvGrpSpPr>
                <p:cNvPr id="229" name="그룹 228">
                  <a:extLst>
                    <a:ext uri="{FF2B5EF4-FFF2-40B4-BE49-F238E27FC236}">
                      <a16:creationId xmlns:a16="http://schemas.microsoft.com/office/drawing/2014/main" id="{EAAD69DD-EDFD-4661-8583-438F0256C205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233" name="Line 48">
                    <a:extLst>
                      <a:ext uri="{FF2B5EF4-FFF2-40B4-BE49-F238E27FC236}">
                        <a16:creationId xmlns:a16="http://schemas.microsoft.com/office/drawing/2014/main" id="{F77D6307-C267-4021-AE41-41185A947B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4" name="Line 48">
                    <a:extLst>
                      <a:ext uri="{FF2B5EF4-FFF2-40B4-BE49-F238E27FC236}">
                        <a16:creationId xmlns:a16="http://schemas.microsoft.com/office/drawing/2014/main" id="{72425BB6-94F0-44DB-BF84-636106F690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5" name="Line 48">
                    <a:extLst>
                      <a:ext uri="{FF2B5EF4-FFF2-40B4-BE49-F238E27FC236}">
                        <a16:creationId xmlns:a16="http://schemas.microsoft.com/office/drawing/2014/main" id="{39D182AE-FA07-4636-90F3-45295BC7678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6" name="Line 48">
                    <a:extLst>
                      <a:ext uri="{FF2B5EF4-FFF2-40B4-BE49-F238E27FC236}">
                        <a16:creationId xmlns:a16="http://schemas.microsoft.com/office/drawing/2014/main" id="{BCFB2C19-EDF5-474F-B7F0-DD2B16B101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7" name="Line 48">
                    <a:extLst>
                      <a:ext uri="{FF2B5EF4-FFF2-40B4-BE49-F238E27FC236}">
                        <a16:creationId xmlns:a16="http://schemas.microsoft.com/office/drawing/2014/main" id="{6213169A-C48F-41A7-AE10-C433FA25CA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8" name="Line 48">
                    <a:extLst>
                      <a:ext uri="{FF2B5EF4-FFF2-40B4-BE49-F238E27FC236}">
                        <a16:creationId xmlns:a16="http://schemas.microsoft.com/office/drawing/2014/main" id="{C8F4F2A2-8177-4EAA-88F6-C0AC51B672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9" name="Line 48">
                    <a:extLst>
                      <a:ext uri="{FF2B5EF4-FFF2-40B4-BE49-F238E27FC236}">
                        <a16:creationId xmlns:a16="http://schemas.microsoft.com/office/drawing/2014/main" id="{3827EFC1-C29B-4472-B646-BAC7FCF81F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prstDash val="sysDash"/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0" name="Line 48">
                    <a:extLst>
                      <a:ext uri="{FF2B5EF4-FFF2-40B4-BE49-F238E27FC236}">
                        <a16:creationId xmlns:a16="http://schemas.microsoft.com/office/drawing/2014/main" id="{D80C6B89-EAD5-4F31-9870-E847CE77CB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1" name="Line 48">
                    <a:extLst>
                      <a:ext uri="{FF2B5EF4-FFF2-40B4-BE49-F238E27FC236}">
                        <a16:creationId xmlns:a16="http://schemas.microsoft.com/office/drawing/2014/main" id="{EE6232AE-5B6E-4208-9051-F4E529853D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2" name="Line 48">
                    <a:extLst>
                      <a:ext uri="{FF2B5EF4-FFF2-40B4-BE49-F238E27FC236}">
                        <a16:creationId xmlns:a16="http://schemas.microsoft.com/office/drawing/2014/main" id="{5E4DC506-FCFE-46C3-A2DB-AA969C4991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3" name="Line 48">
                    <a:extLst>
                      <a:ext uri="{FF2B5EF4-FFF2-40B4-BE49-F238E27FC236}">
                        <a16:creationId xmlns:a16="http://schemas.microsoft.com/office/drawing/2014/main" id="{54F68ECA-2028-4ED6-B93B-B91BA5B3AC7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4" name="TextBox 243">
                    <a:extLst>
                      <a:ext uri="{FF2B5EF4-FFF2-40B4-BE49-F238E27FC236}">
                        <a16:creationId xmlns:a16="http://schemas.microsoft.com/office/drawing/2014/main" id="{8AF9C603-5506-46AC-9C33-CB937B5223B4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245" name="TextBox 244">
                    <a:extLst>
                      <a:ext uri="{FF2B5EF4-FFF2-40B4-BE49-F238E27FC236}">
                        <a16:creationId xmlns:a16="http://schemas.microsoft.com/office/drawing/2014/main" id="{28C28931-D5F5-41B9-9628-8F03293F9764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246" name="TextBox 245">
                    <a:extLst>
                      <a:ext uri="{FF2B5EF4-FFF2-40B4-BE49-F238E27FC236}">
                        <a16:creationId xmlns:a16="http://schemas.microsoft.com/office/drawing/2014/main" id="{183F27E4-BC2F-41E5-921F-7D1B9A3BF088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277" name="TextBox 276">
                    <a:extLst>
                      <a:ext uri="{FF2B5EF4-FFF2-40B4-BE49-F238E27FC236}">
                        <a16:creationId xmlns:a16="http://schemas.microsoft.com/office/drawing/2014/main" id="{AF7C00DA-C23E-431A-8B27-56A22F3BA0A7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279" name="TextBox 278">
                    <a:extLst>
                      <a:ext uri="{FF2B5EF4-FFF2-40B4-BE49-F238E27FC236}">
                        <a16:creationId xmlns:a16="http://schemas.microsoft.com/office/drawing/2014/main" id="{BB98B151-9D89-4BEE-9887-918BFE0276E2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281" name="TextBox 280">
                    <a:extLst>
                      <a:ext uri="{FF2B5EF4-FFF2-40B4-BE49-F238E27FC236}">
                        <a16:creationId xmlns:a16="http://schemas.microsoft.com/office/drawing/2014/main" id="{2435D0FC-8F41-4472-8A89-5A9ED0310022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282" name="TextBox 281">
                    <a:extLst>
                      <a:ext uri="{FF2B5EF4-FFF2-40B4-BE49-F238E27FC236}">
                        <a16:creationId xmlns:a16="http://schemas.microsoft.com/office/drawing/2014/main" id="{C8606392-83EF-481E-AEFC-52806C94E226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83" name="TextBox 282">
                    <a:extLst>
                      <a:ext uri="{FF2B5EF4-FFF2-40B4-BE49-F238E27FC236}">
                        <a16:creationId xmlns:a16="http://schemas.microsoft.com/office/drawing/2014/main" id="{82392B8A-B20D-4296-A0E5-11D1FA06A867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84" name="TextBox 283">
                    <a:extLst>
                      <a:ext uri="{FF2B5EF4-FFF2-40B4-BE49-F238E27FC236}">
                        <a16:creationId xmlns:a16="http://schemas.microsoft.com/office/drawing/2014/main" id="{597B71D5-2C12-484B-B3D6-DAAA045F4632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85" name="TextBox 284">
                    <a:extLst>
                      <a:ext uri="{FF2B5EF4-FFF2-40B4-BE49-F238E27FC236}">
                        <a16:creationId xmlns:a16="http://schemas.microsoft.com/office/drawing/2014/main" id="{61BB5CF1-AAFE-4FE2-90C8-F7F0AD3D2600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86" name="TextBox 285">
                    <a:extLst>
                      <a:ext uri="{FF2B5EF4-FFF2-40B4-BE49-F238E27FC236}">
                        <a16:creationId xmlns:a16="http://schemas.microsoft.com/office/drawing/2014/main" id="{135B1498-1B2D-43A5-93E2-0A0F81BE47FB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87" name="TextBox 286">
                    <a:extLst>
                      <a:ext uri="{FF2B5EF4-FFF2-40B4-BE49-F238E27FC236}">
                        <a16:creationId xmlns:a16="http://schemas.microsoft.com/office/drawing/2014/main" id="{1F09B24D-A14D-4257-8EE7-88F72D486A19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88" name="TextBox 287">
                    <a:extLst>
                      <a:ext uri="{FF2B5EF4-FFF2-40B4-BE49-F238E27FC236}">
                        <a16:creationId xmlns:a16="http://schemas.microsoft.com/office/drawing/2014/main" id="{1EAD3F5B-0659-4F73-B794-CE35DEE5FAB9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89" name="TextBox 288">
                    <a:extLst>
                      <a:ext uri="{FF2B5EF4-FFF2-40B4-BE49-F238E27FC236}">
                        <a16:creationId xmlns:a16="http://schemas.microsoft.com/office/drawing/2014/main" id="{E22E04A3-DC91-4359-8A69-0336F38E0FC6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0" name="TextBox 289">
                    <a:extLst>
                      <a:ext uri="{FF2B5EF4-FFF2-40B4-BE49-F238E27FC236}">
                        <a16:creationId xmlns:a16="http://schemas.microsoft.com/office/drawing/2014/main" id="{0D2C556B-75FA-494C-9166-9A4ECF861EC6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1" name="TextBox 290">
                    <a:extLst>
                      <a:ext uri="{FF2B5EF4-FFF2-40B4-BE49-F238E27FC236}">
                        <a16:creationId xmlns:a16="http://schemas.microsoft.com/office/drawing/2014/main" id="{19A5EBC7-0F3A-493C-B803-E2FEEB849E86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2" name="TextBox 291">
                    <a:extLst>
                      <a:ext uri="{FF2B5EF4-FFF2-40B4-BE49-F238E27FC236}">
                        <a16:creationId xmlns:a16="http://schemas.microsoft.com/office/drawing/2014/main" id="{BA6D7ECB-90C7-45A9-ADA7-8AEA51F93534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3" name="TextBox 292">
                    <a:extLst>
                      <a:ext uri="{FF2B5EF4-FFF2-40B4-BE49-F238E27FC236}">
                        <a16:creationId xmlns:a16="http://schemas.microsoft.com/office/drawing/2014/main" id="{9E466D10-E61D-451C-A4D3-FFF960AC0F72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4" name="TextBox 293">
                    <a:extLst>
                      <a:ext uri="{FF2B5EF4-FFF2-40B4-BE49-F238E27FC236}">
                        <a16:creationId xmlns:a16="http://schemas.microsoft.com/office/drawing/2014/main" id="{75C2C70D-40D2-4E68-AE23-85C10A2967ED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5" name="TextBox 294">
                    <a:extLst>
                      <a:ext uri="{FF2B5EF4-FFF2-40B4-BE49-F238E27FC236}">
                        <a16:creationId xmlns:a16="http://schemas.microsoft.com/office/drawing/2014/main" id="{2552200B-D949-4600-9362-F6A074151E23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6" name="TextBox 295">
                    <a:extLst>
                      <a:ext uri="{FF2B5EF4-FFF2-40B4-BE49-F238E27FC236}">
                        <a16:creationId xmlns:a16="http://schemas.microsoft.com/office/drawing/2014/main" id="{1D80A84E-A43D-4944-BB3C-66AB16942DBF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7" name="TextBox 296">
                    <a:extLst>
                      <a:ext uri="{FF2B5EF4-FFF2-40B4-BE49-F238E27FC236}">
                        <a16:creationId xmlns:a16="http://schemas.microsoft.com/office/drawing/2014/main" id="{FED75FE6-7766-4F78-9B03-CC82FC174D0E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230" name="Text Box 58">
                  <a:extLst>
                    <a:ext uri="{FF2B5EF4-FFF2-40B4-BE49-F238E27FC236}">
                      <a16:creationId xmlns:a16="http://schemas.microsoft.com/office/drawing/2014/main" id="{EA11A3C9-3409-4D79-9AE0-1F51C8B702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1" name="Text Box 58">
                  <a:extLst>
                    <a:ext uri="{FF2B5EF4-FFF2-40B4-BE49-F238E27FC236}">
                      <a16:creationId xmlns:a16="http://schemas.microsoft.com/office/drawing/2014/main" id="{55DFB3EF-9942-4698-A791-E37AB08BC5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219" name="Text Box 58">
                <a:extLst>
                  <a:ext uri="{FF2B5EF4-FFF2-40B4-BE49-F238E27FC236}">
                    <a16:creationId xmlns:a16="http://schemas.microsoft.com/office/drawing/2014/main" id="{27C3A21B-10EE-424C-8141-940658DC7F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0835" y="2356252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0" name="타원 219">
                <a:extLst>
                  <a:ext uri="{FF2B5EF4-FFF2-40B4-BE49-F238E27FC236}">
                    <a16:creationId xmlns:a16="http://schemas.microsoft.com/office/drawing/2014/main" id="{223B2C5B-4B58-4175-988A-79F98AC0F208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1" name="Text Box 58">
                <a:extLst>
                  <a:ext uri="{FF2B5EF4-FFF2-40B4-BE49-F238E27FC236}">
                    <a16:creationId xmlns:a16="http://schemas.microsoft.com/office/drawing/2014/main" id="{B0F948E9-A419-45E8-BD6A-8E8FE07334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4522" y="543126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2" name="타원 221">
                <a:extLst>
                  <a:ext uri="{FF2B5EF4-FFF2-40B4-BE49-F238E27FC236}">
                    <a16:creationId xmlns:a16="http://schemas.microsoft.com/office/drawing/2014/main" id="{4D913F32-4BC4-4A3D-A4B7-97DECA2F5CC6}"/>
                  </a:ext>
                </a:extLst>
              </p:cNvPr>
              <p:cNvSpPr/>
              <p:nvPr/>
            </p:nvSpPr>
            <p:spPr bwMode="auto">
              <a:xfrm>
                <a:off x="7491368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3" name="Text Box 58">
                <a:extLst>
                  <a:ext uri="{FF2B5EF4-FFF2-40B4-BE49-F238E27FC236}">
                    <a16:creationId xmlns:a16="http://schemas.microsoft.com/office/drawing/2014/main" id="{2E656D28-9B6B-46DA-A65D-85A9E24086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084" y="5352689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4" name="Text Box 58">
                <a:extLst>
                  <a:ext uri="{FF2B5EF4-FFF2-40B4-BE49-F238E27FC236}">
                    <a16:creationId xmlns:a16="http://schemas.microsoft.com/office/drawing/2014/main" id="{F24FC6A4-6961-4116-A820-162C25C56B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67359" y="3865333"/>
                <a:ext cx="967965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5" name="타원 224">
                <a:extLst>
                  <a:ext uri="{FF2B5EF4-FFF2-40B4-BE49-F238E27FC236}">
                    <a16:creationId xmlns:a16="http://schemas.microsoft.com/office/drawing/2014/main" id="{2444523B-C510-4259-AFBA-FB5D15989F03}"/>
                  </a:ext>
                </a:extLst>
              </p:cNvPr>
              <p:cNvSpPr/>
              <p:nvPr/>
            </p:nvSpPr>
            <p:spPr bwMode="auto">
              <a:xfrm>
                <a:off x="7806032" y="3599156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6" name="Text Box 58">
                <a:extLst>
                  <a:ext uri="{FF2B5EF4-FFF2-40B4-BE49-F238E27FC236}">
                    <a16:creationId xmlns:a16="http://schemas.microsoft.com/office/drawing/2014/main" id="{C409B367-EAD0-4306-9E09-0F2F34176D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7654" y="2395284"/>
                <a:ext cx="413613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7" name="타원 226">
                <a:extLst>
                  <a:ext uri="{FF2B5EF4-FFF2-40B4-BE49-F238E27FC236}">
                    <a16:creationId xmlns:a16="http://schemas.microsoft.com/office/drawing/2014/main" id="{8B5E7ECD-A715-47B8-91B5-D72855990278}"/>
                  </a:ext>
                </a:extLst>
              </p:cNvPr>
              <p:cNvSpPr/>
              <p:nvPr/>
            </p:nvSpPr>
            <p:spPr bwMode="auto">
              <a:xfrm>
                <a:off x="8638785" y="493510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8" name="Text Box 58">
                <a:extLst>
                  <a:ext uri="{FF2B5EF4-FFF2-40B4-BE49-F238E27FC236}">
                    <a16:creationId xmlns:a16="http://schemas.microsoft.com/office/drawing/2014/main" id="{4DAE9531-6A0B-48D4-A453-63701C6B51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59272" y="5352689"/>
                <a:ext cx="1799606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98" name="타원 297">
                <a:extLst>
                  <a:ext uri="{FF2B5EF4-FFF2-40B4-BE49-F238E27FC236}">
                    <a16:creationId xmlns:a16="http://schemas.microsoft.com/office/drawing/2014/main" id="{62E9ADED-4648-4B1B-A387-513678BF9A4E}"/>
                  </a:ext>
                </a:extLst>
              </p:cNvPr>
              <p:cNvSpPr/>
              <p:nvPr/>
            </p:nvSpPr>
            <p:spPr bwMode="auto">
              <a:xfrm>
                <a:off x="9808125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99" name="Text Box 58">
                <a:extLst>
                  <a:ext uri="{FF2B5EF4-FFF2-40B4-BE49-F238E27FC236}">
                    <a16:creationId xmlns:a16="http://schemas.microsoft.com/office/drawing/2014/main" id="{9D0F89A8-1459-4332-9709-7AC6036F29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16684" y="3113361"/>
                <a:ext cx="1799606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22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선정릉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1188D7E-F6DF-426E-9725-2285E210E9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45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92623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9F58B710-5B52-4796-ABDD-9E0A450940F2}"/>
              </a:ext>
            </a:extLst>
          </p:cNvPr>
          <p:cNvSpPr/>
          <p:nvPr/>
        </p:nvSpPr>
        <p:spPr bwMode="auto">
          <a:xfrm rot="13189029">
            <a:off x="7398851" y="3781308"/>
            <a:ext cx="430819" cy="14718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CD378179-6EB9-4077-AC81-81CEFF43BBCD}"/>
              </a:ext>
            </a:extLst>
          </p:cNvPr>
          <p:cNvSpPr/>
          <p:nvPr/>
        </p:nvSpPr>
        <p:spPr bwMode="auto">
          <a:xfrm rot="16200000">
            <a:off x="5968088" y="3784013"/>
            <a:ext cx="430819" cy="24553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D4CBD588-6610-46A9-BA21-AFF4EDF08E83}"/>
              </a:ext>
            </a:extLst>
          </p:cNvPr>
          <p:cNvSpPr/>
          <p:nvPr/>
        </p:nvSpPr>
        <p:spPr bwMode="auto">
          <a:xfrm rot="19274043">
            <a:off x="4468592" y="3688459"/>
            <a:ext cx="430819" cy="16265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noFill/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Later</a:t>
            </a:r>
            <a:endParaRPr lang="ko-KR" altLang="en-US" sz="2000" dirty="0"/>
          </a:p>
        </p:txBody>
      </p: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FD5370F9-09EF-4E9E-BAB8-8C517263B4B3}"/>
              </a:ext>
            </a:extLst>
          </p:cNvPr>
          <p:cNvGrpSpPr/>
          <p:nvPr/>
        </p:nvGrpSpPr>
        <p:grpSpPr>
          <a:xfrm>
            <a:off x="3363316" y="2300301"/>
            <a:ext cx="6409476" cy="3606386"/>
            <a:chOff x="6096000" y="2300301"/>
            <a:chExt cx="6409476" cy="3606386"/>
          </a:xfrm>
        </p:grpSpPr>
        <p:sp>
          <p:nvSpPr>
            <p:cNvPr id="216" name="별: 꼭짓점 16개 215">
              <a:extLst>
                <a:ext uri="{FF2B5EF4-FFF2-40B4-BE49-F238E27FC236}">
                  <a16:creationId xmlns:a16="http://schemas.microsoft.com/office/drawing/2014/main" id="{9EC8D201-7941-48F8-8B53-FFF7111F29E4}"/>
                </a:ext>
              </a:extLst>
            </p:cNvPr>
            <p:cNvSpPr/>
            <p:nvPr/>
          </p:nvSpPr>
          <p:spPr bwMode="auto">
            <a:xfrm>
              <a:off x="8605068" y="2770865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217" name="그룹 216">
              <a:extLst>
                <a:ext uri="{FF2B5EF4-FFF2-40B4-BE49-F238E27FC236}">
                  <a16:creationId xmlns:a16="http://schemas.microsoft.com/office/drawing/2014/main" id="{1022E86E-123B-481B-A2D2-49ADFAEC215E}"/>
                </a:ext>
              </a:extLst>
            </p:cNvPr>
            <p:cNvGrpSpPr/>
            <p:nvPr/>
          </p:nvGrpSpPr>
          <p:grpSpPr>
            <a:xfrm>
              <a:off x="6096000" y="2300301"/>
              <a:ext cx="6409476" cy="3606386"/>
              <a:chOff x="6096000" y="2300301"/>
              <a:chExt cx="6409476" cy="3606386"/>
            </a:xfrm>
          </p:grpSpPr>
          <p:grpSp>
            <p:nvGrpSpPr>
              <p:cNvPr id="218" name="그룹 217">
                <a:extLst>
                  <a:ext uri="{FF2B5EF4-FFF2-40B4-BE49-F238E27FC236}">
                    <a16:creationId xmlns:a16="http://schemas.microsoft.com/office/drawing/2014/main" id="{072BB28A-E4B5-41D0-BF6A-A55E91488DBA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151570"/>
                <a:chOff x="43733" y="2300301"/>
                <a:chExt cx="5937908" cy="3151570"/>
              </a:xfrm>
            </p:grpSpPr>
            <p:grpSp>
              <p:nvGrpSpPr>
                <p:cNvPr id="229" name="그룹 228">
                  <a:extLst>
                    <a:ext uri="{FF2B5EF4-FFF2-40B4-BE49-F238E27FC236}">
                      <a16:creationId xmlns:a16="http://schemas.microsoft.com/office/drawing/2014/main" id="{EAAD69DD-EDFD-4661-8583-438F0256C205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233" name="Line 48">
                    <a:extLst>
                      <a:ext uri="{FF2B5EF4-FFF2-40B4-BE49-F238E27FC236}">
                        <a16:creationId xmlns:a16="http://schemas.microsoft.com/office/drawing/2014/main" id="{F77D6307-C267-4021-AE41-41185A947B8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4" name="Line 48">
                    <a:extLst>
                      <a:ext uri="{FF2B5EF4-FFF2-40B4-BE49-F238E27FC236}">
                        <a16:creationId xmlns:a16="http://schemas.microsoft.com/office/drawing/2014/main" id="{72425BB6-94F0-44DB-BF84-636106F690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5" name="Line 48">
                    <a:extLst>
                      <a:ext uri="{FF2B5EF4-FFF2-40B4-BE49-F238E27FC236}">
                        <a16:creationId xmlns:a16="http://schemas.microsoft.com/office/drawing/2014/main" id="{39D182AE-FA07-4636-90F3-45295BC7678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6" name="Line 48">
                    <a:extLst>
                      <a:ext uri="{FF2B5EF4-FFF2-40B4-BE49-F238E27FC236}">
                        <a16:creationId xmlns:a16="http://schemas.microsoft.com/office/drawing/2014/main" id="{BCFB2C19-EDF5-474F-B7F0-DD2B16B101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7" name="Line 48">
                    <a:extLst>
                      <a:ext uri="{FF2B5EF4-FFF2-40B4-BE49-F238E27FC236}">
                        <a16:creationId xmlns:a16="http://schemas.microsoft.com/office/drawing/2014/main" id="{6213169A-C48F-41A7-AE10-C433FA25CA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8" name="Line 48">
                    <a:extLst>
                      <a:ext uri="{FF2B5EF4-FFF2-40B4-BE49-F238E27FC236}">
                        <a16:creationId xmlns:a16="http://schemas.microsoft.com/office/drawing/2014/main" id="{C8F4F2A2-8177-4EAA-88F6-C0AC51B672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39" name="Line 48">
                    <a:extLst>
                      <a:ext uri="{FF2B5EF4-FFF2-40B4-BE49-F238E27FC236}">
                        <a16:creationId xmlns:a16="http://schemas.microsoft.com/office/drawing/2014/main" id="{3827EFC1-C29B-4472-B646-BAC7FCF81F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0" name="Line 48">
                    <a:extLst>
                      <a:ext uri="{FF2B5EF4-FFF2-40B4-BE49-F238E27FC236}">
                        <a16:creationId xmlns:a16="http://schemas.microsoft.com/office/drawing/2014/main" id="{D80C6B89-EAD5-4F31-9870-E847CE77CB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1" name="Line 48">
                    <a:extLst>
                      <a:ext uri="{FF2B5EF4-FFF2-40B4-BE49-F238E27FC236}">
                        <a16:creationId xmlns:a16="http://schemas.microsoft.com/office/drawing/2014/main" id="{EE6232AE-5B6E-4208-9051-F4E529853D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2" name="Line 48">
                    <a:extLst>
                      <a:ext uri="{FF2B5EF4-FFF2-40B4-BE49-F238E27FC236}">
                        <a16:creationId xmlns:a16="http://schemas.microsoft.com/office/drawing/2014/main" id="{5E4DC506-FCFE-46C3-A2DB-AA969C49919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3" name="Line 48">
                    <a:extLst>
                      <a:ext uri="{FF2B5EF4-FFF2-40B4-BE49-F238E27FC236}">
                        <a16:creationId xmlns:a16="http://schemas.microsoft.com/office/drawing/2014/main" id="{54F68ECA-2028-4ED6-B93B-B91BA5B3AC7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244" name="TextBox 243">
                    <a:extLst>
                      <a:ext uri="{FF2B5EF4-FFF2-40B4-BE49-F238E27FC236}">
                        <a16:creationId xmlns:a16="http://schemas.microsoft.com/office/drawing/2014/main" id="{8AF9C603-5506-46AC-9C33-CB937B5223B4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245" name="TextBox 244">
                    <a:extLst>
                      <a:ext uri="{FF2B5EF4-FFF2-40B4-BE49-F238E27FC236}">
                        <a16:creationId xmlns:a16="http://schemas.microsoft.com/office/drawing/2014/main" id="{28C28931-D5F5-41B9-9628-8F03293F9764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246" name="TextBox 245">
                    <a:extLst>
                      <a:ext uri="{FF2B5EF4-FFF2-40B4-BE49-F238E27FC236}">
                        <a16:creationId xmlns:a16="http://schemas.microsoft.com/office/drawing/2014/main" id="{183F27E4-BC2F-41E5-921F-7D1B9A3BF088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277" name="TextBox 276">
                    <a:extLst>
                      <a:ext uri="{FF2B5EF4-FFF2-40B4-BE49-F238E27FC236}">
                        <a16:creationId xmlns:a16="http://schemas.microsoft.com/office/drawing/2014/main" id="{AF7C00DA-C23E-431A-8B27-56A22F3BA0A7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279" name="TextBox 278">
                    <a:extLst>
                      <a:ext uri="{FF2B5EF4-FFF2-40B4-BE49-F238E27FC236}">
                        <a16:creationId xmlns:a16="http://schemas.microsoft.com/office/drawing/2014/main" id="{BB98B151-9D89-4BEE-9887-918BFE0276E2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281" name="TextBox 280">
                    <a:extLst>
                      <a:ext uri="{FF2B5EF4-FFF2-40B4-BE49-F238E27FC236}">
                        <a16:creationId xmlns:a16="http://schemas.microsoft.com/office/drawing/2014/main" id="{2435D0FC-8F41-4472-8A89-5A9ED0310022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282" name="TextBox 281">
                    <a:extLst>
                      <a:ext uri="{FF2B5EF4-FFF2-40B4-BE49-F238E27FC236}">
                        <a16:creationId xmlns:a16="http://schemas.microsoft.com/office/drawing/2014/main" id="{C8606392-83EF-481E-AEFC-52806C94E226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83" name="TextBox 282">
                    <a:extLst>
                      <a:ext uri="{FF2B5EF4-FFF2-40B4-BE49-F238E27FC236}">
                        <a16:creationId xmlns:a16="http://schemas.microsoft.com/office/drawing/2014/main" id="{82392B8A-B20D-4296-A0E5-11D1FA06A867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284" name="TextBox 283">
                    <a:extLst>
                      <a:ext uri="{FF2B5EF4-FFF2-40B4-BE49-F238E27FC236}">
                        <a16:creationId xmlns:a16="http://schemas.microsoft.com/office/drawing/2014/main" id="{597B71D5-2C12-484B-B3D6-DAAA045F4632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285" name="TextBox 284">
                    <a:extLst>
                      <a:ext uri="{FF2B5EF4-FFF2-40B4-BE49-F238E27FC236}">
                        <a16:creationId xmlns:a16="http://schemas.microsoft.com/office/drawing/2014/main" id="{61BB5CF1-AAFE-4FE2-90C8-F7F0AD3D2600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86" name="TextBox 285">
                    <a:extLst>
                      <a:ext uri="{FF2B5EF4-FFF2-40B4-BE49-F238E27FC236}">
                        <a16:creationId xmlns:a16="http://schemas.microsoft.com/office/drawing/2014/main" id="{135B1498-1B2D-43A5-93E2-0A0F81BE47FB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87" name="TextBox 286">
                    <a:extLst>
                      <a:ext uri="{FF2B5EF4-FFF2-40B4-BE49-F238E27FC236}">
                        <a16:creationId xmlns:a16="http://schemas.microsoft.com/office/drawing/2014/main" id="{1F09B24D-A14D-4257-8EE7-88F72D486A19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88" name="TextBox 287">
                    <a:extLst>
                      <a:ext uri="{FF2B5EF4-FFF2-40B4-BE49-F238E27FC236}">
                        <a16:creationId xmlns:a16="http://schemas.microsoft.com/office/drawing/2014/main" id="{1EAD3F5B-0659-4F73-B794-CE35DEE5FAB9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89" name="TextBox 288">
                    <a:extLst>
                      <a:ext uri="{FF2B5EF4-FFF2-40B4-BE49-F238E27FC236}">
                        <a16:creationId xmlns:a16="http://schemas.microsoft.com/office/drawing/2014/main" id="{E22E04A3-DC91-4359-8A69-0336F38E0FC6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0" name="TextBox 289">
                    <a:extLst>
                      <a:ext uri="{FF2B5EF4-FFF2-40B4-BE49-F238E27FC236}">
                        <a16:creationId xmlns:a16="http://schemas.microsoft.com/office/drawing/2014/main" id="{0D2C556B-75FA-494C-9166-9A4ECF861EC6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1" name="TextBox 290">
                    <a:extLst>
                      <a:ext uri="{FF2B5EF4-FFF2-40B4-BE49-F238E27FC236}">
                        <a16:creationId xmlns:a16="http://schemas.microsoft.com/office/drawing/2014/main" id="{19A5EBC7-0F3A-493C-B803-E2FEEB849E86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2" name="TextBox 291">
                    <a:extLst>
                      <a:ext uri="{FF2B5EF4-FFF2-40B4-BE49-F238E27FC236}">
                        <a16:creationId xmlns:a16="http://schemas.microsoft.com/office/drawing/2014/main" id="{BA6D7ECB-90C7-45A9-ADA7-8AEA51F93534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3" name="TextBox 292">
                    <a:extLst>
                      <a:ext uri="{FF2B5EF4-FFF2-40B4-BE49-F238E27FC236}">
                        <a16:creationId xmlns:a16="http://schemas.microsoft.com/office/drawing/2014/main" id="{9E466D10-E61D-451C-A4D3-FFF960AC0F72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4" name="TextBox 293">
                    <a:extLst>
                      <a:ext uri="{FF2B5EF4-FFF2-40B4-BE49-F238E27FC236}">
                        <a16:creationId xmlns:a16="http://schemas.microsoft.com/office/drawing/2014/main" id="{75C2C70D-40D2-4E68-AE23-85C10A2967ED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5" name="TextBox 294">
                    <a:extLst>
                      <a:ext uri="{FF2B5EF4-FFF2-40B4-BE49-F238E27FC236}">
                        <a16:creationId xmlns:a16="http://schemas.microsoft.com/office/drawing/2014/main" id="{2552200B-D949-4600-9362-F6A074151E23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6" name="TextBox 295">
                    <a:extLst>
                      <a:ext uri="{FF2B5EF4-FFF2-40B4-BE49-F238E27FC236}">
                        <a16:creationId xmlns:a16="http://schemas.microsoft.com/office/drawing/2014/main" id="{1D80A84E-A43D-4944-BB3C-66AB16942DBF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97" name="TextBox 296">
                    <a:extLst>
                      <a:ext uri="{FF2B5EF4-FFF2-40B4-BE49-F238E27FC236}">
                        <a16:creationId xmlns:a16="http://schemas.microsoft.com/office/drawing/2014/main" id="{FED75FE6-7766-4F78-9B03-CC82FC174D0E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230" name="Text Box 58">
                  <a:extLst>
                    <a:ext uri="{FF2B5EF4-FFF2-40B4-BE49-F238E27FC236}">
                      <a16:creationId xmlns:a16="http://schemas.microsoft.com/office/drawing/2014/main" id="{EA11A3C9-3409-4D79-9AE0-1F51C8B702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1" name="Text Box 58">
                  <a:extLst>
                    <a:ext uri="{FF2B5EF4-FFF2-40B4-BE49-F238E27FC236}">
                      <a16:creationId xmlns:a16="http://schemas.microsoft.com/office/drawing/2014/main" id="{55DFB3EF-9942-4698-A791-E37AB08BC5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219" name="Text Box 58">
                <a:extLst>
                  <a:ext uri="{FF2B5EF4-FFF2-40B4-BE49-F238E27FC236}">
                    <a16:creationId xmlns:a16="http://schemas.microsoft.com/office/drawing/2014/main" id="{27C3A21B-10EE-424C-8141-940658DC7F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0835" y="2356252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0" name="타원 219">
                <a:extLst>
                  <a:ext uri="{FF2B5EF4-FFF2-40B4-BE49-F238E27FC236}">
                    <a16:creationId xmlns:a16="http://schemas.microsoft.com/office/drawing/2014/main" id="{223B2C5B-4B58-4175-988A-79F98AC0F208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1" name="Text Box 58">
                <a:extLst>
                  <a:ext uri="{FF2B5EF4-FFF2-40B4-BE49-F238E27FC236}">
                    <a16:creationId xmlns:a16="http://schemas.microsoft.com/office/drawing/2014/main" id="{B0F948E9-A419-45E8-BD6A-8E8FE07334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4522" y="543126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2" name="타원 221">
                <a:extLst>
                  <a:ext uri="{FF2B5EF4-FFF2-40B4-BE49-F238E27FC236}">
                    <a16:creationId xmlns:a16="http://schemas.microsoft.com/office/drawing/2014/main" id="{4D913F32-4BC4-4A3D-A4B7-97DECA2F5CC6}"/>
                  </a:ext>
                </a:extLst>
              </p:cNvPr>
              <p:cNvSpPr/>
              <p:nvPr/>
            </p:nvSpPr>
            <p:spPr bwMode="auto">
              <a:xfrm>
                <a:off x="7491368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3" name="Text Box 58">
                <a:extLst>
                  <a:ext uri="{FF2B5EF4-FFF2-40B4-BE49-F238E27FC236}">
                    <a16:creationId xmlns:a16="http://schemas.microsoft.com/office/drawing/2014/main" id="{2E656D28-9B6B-46DA-A65D-85A9E24086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084" y="5352689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4" name="Text Box 58">
                <a:extLst>
                  <a:ext uri="{FF2B5EF4-FFF2-40B4-BE49-F238E27FC236}">
                    <a16:creationId xmlns:a16="http://schemas.microsoft.com/office/drawing/2014/main" id="{F24FC6A4-6961-4116-A820-162C25C56B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67359" y="3865333"/>
                <a:ext cx="967965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5" name="타원 224">
                <a:extLst>
                  <a:ext uri="{FF2B5EF4-FFF2-40B4-BE49-F238E27FC236}">
                    <a16:creationId xmlns:a16="http://schemas.microsoft.com/office/drawing/2014/main" id="{2444523B-C510-4259-AFBA-FB5D15989F03}"/>
                  </a:ext>
                </a:extLst>
              </p:cNvPr>
              <p:cNvSpPr/>
              <p:nvPr/>
            </p:nvSpPr>
            <p:spPr bwMode="auto">
              <a:xfrm>
                <a:off x="7806032" y="3599156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6" name="Text Box 58">
                <a:extLst>
                  <a:ext uri="{FF2B5EF4-FFF2-40B4-BE49-F238E27FC236}">
                    <a16:creationId xmlns:a16="http://schemas.microsoft.com/office/drawing/2014/main" id="{C409B367-EAD0-4306-9E09-0F2F34176D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7654" y="2395284"/>
                <a:ext cx="413613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27" name="타원 226">
                <a:extLst>
                  <a:ext uri="{FF2B5EF4-FFF2-40B4-BE49-F238E27FC236}">
                    <a16:creationId xmlns:a16="http://schemas.microsoft.com/office/drawing/2014/main" id="{8B5E7ECD-A715-47B8-91B5-D72855990278}"/>
                  </a:ext>
                </a:extLst>
              </p:cNvPr>
              <p:cNvSpPr/>
              <p:nvPr/>
            </p:nvSpPr>
            <p:spPr bwMode="auto">
              <a:xfrm>
                <a:off x="8638785" y="493510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28" name="Text Box 58">
                <a:extLst>
                  <a:ext uri="{FF2B5EF4-FFF2-40B4-BE49-F238E27FC236}">
                    <a16:creationId xmlns:a16="http://schemas.microsoft.com/office/drawing/2014/main" id="{4DAE9531-6A0B-48D4-A453-63701C6B51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59272" y="5352689"/>
                <a:ext cx="1799606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98" name="타원 297">
                <a:extLst>
                  <a:ext uri="{FF2B5EF4-FFF2-40B4-BE49-F238E27FC236}">
                    <a16:creationId xmlns:a16="http://schemas.microsoft.com/office/drawing/2014/main" id="{62E9ADED-4648-4B1B-A387-513678BF9A4E}"/>
                  </a:ext>
                </a:extLst>
              </p:cNvPr>
              <p:cNvSpPr/>
              <p:nvPr/>
            </p:nvSpPr>
            <p:spPr bwMode="auto">
              <a:xfrm>
                <a:off x="9808125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299" name="Text Box 58">
                <a:extLst>
                  <a:ext uri="{FF2B5EF4-FFF2-40B4-BE49-F238E27FC236}">
                    <a16:creationId xmlns:a16="http://schemas.microsoft.com/office/drawing/2014/main" id="{9D0F89A8-1459-4332-9709-7AC6036F29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05870" y="3113361"/>
                <a:ext cx="1799606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22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선정릉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7" name="타원 156">
                <a:extLst>
                  <a:ext uri="{FF2B5EF4-FFF2-40B4-BE49-F238E27FC236}">
                    <a16:creationId xmlns:a16="http://schemas.microsoft.com/office/drawing/2014/main" id="{392B3EE5-8863-4E2C-A468-B1CBD279D09B}"/>
                  </a:ext>
                </a:extLst>
              </p:cNvPr>
              <p:cNvSpPr/>
              <p:nvPr/>
            </p:nvSpPr>
            <p:spPr bwMode="auto">
              <a:xfrm>
                <a:off x="11152259" y="3754328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F4D1696-7957-4E87-9915-A62F1120075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46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37070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40195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4-3-1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</a:t>
            </a:r>
            <a:endParaRPr lang="ko-KR" altLang="en-US" sz="20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9C73FF3-5824-4D46-8BF3-FA8CD328AF3B}"/>
              </a:ext>
            </a:extLst>
          </p:cNvPr>
          <p:cNvGrpSpPr/>
          <p:nvPr/>
        </p:nvGrpSpPr>
        <p:grpSpPr>
          <a:xfrm>
            <a:off x="461837" y="2012171"/>
            <a:ext cx="1137356" cy="485148"/>
            <a:chOff x="1734620" y="1721485"/>
            <a:chExt cx="895640" cy="358565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6EB0528C-9BF6-4AF0-A46A-386A0ACE5848}"/>
                </a:ext>
              </a:extLst>
            </p:cNvPr>
            <p:cNvSpPr/>
            <p:nvPr/>
          </p:nvSpPr>
          <p:spPr>
            <a:xfrm>
              <a:off x="1748287" y="1721485"/>
              <a:ext cx="881973" cy="358565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240FAF-8F87-41A1-B880-6B3830D95175}"/>
                </a:ext>
              </a:extLst>
            </p:cNvPr>
            <p:cNvSpPr txBox="1"/>
            <p:nvPr/>
          </p:nvSpPr>
          <p:spPr>
            <a:xfrm>
              <a:off x="1734620" y="1729070"/>
              <a:ext cx="864936" cy="299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Case 1</a:t>
              </a:r>
              <a:endParaRPr lang="ko-KR" altLang="en-US" sz="24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6041A3ED-8D01-440C-B9B1-877CA620D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732" y="2619942"/>
            <a:ext cx="4470630" cy="265443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78F953E-495F-46DB-8819-9705D810B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619" y="2580449"/>
            <a:ext cx="4534133" cy="2667137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ED2DFF27-D256-4F47-952E-8E43D53DAC26}"/>
              </a:ext>
            </a:extLst>
          </p:cNvPr>
          <p:cNvGrpSpPr/>
          <p:nvPr/>
        </p:nvGrpSpPr>
        <p:grpSpPr>
          <a:xfrm>
            <a:off x="3264131" y="5306932"/>
            <a:ext cx="736099" cy="375714"/>
            <a:chOff x="1666240" y="5306932"/>
            <a:chExt cx="736099" cy="37571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1DAC65F-6638-444B-B5EC-2725D38DE8A3}"/>
                </a:ext>
              </a:extLst>
            </p:cNvPr>
            <p:cNvSpPr/>
            <p:nvPr/>
          </p:nvSpPr>
          <p:spPr bwMode="auto">
            <a:xfrm>
              <a:off x="1666240" y="5306932"/>
              <a:ext cx="736099" cy="369332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3F81C7-744A-407A-87F3-3B9D619FA00A}"/>
                </a:ext>
              </a:extLst>
            </p:cNvPr>
            <p:cNvSpPr txBox="1"/>
            <p:nvPr/>
          </p:nvSpPr>
          <p:spPr>
            <a:xfrm>
              <a:off x="1666240" y="5313314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Early</a:t>
              </a:r>
              <a:endParaRPr lang="ko-KR" altLang="en-US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E801D533-ADCE-4F9E-9873-63541A8990AF}"/>
              </a:ext>
            </a:extLst>
          </p:cNvPr>
          <p:cNvGrpSpPr/>
          <p:nvPr/>
        </p:nvGrpSpPr>
        <p:grpSpPr>
          <a:xfrm>
            <a:off x="7685787" y="5307630"/>
            <a:ext cx="984745" cy="375714"/>
            <a:chOff x="1666240" y="5306932"/>
            <a:chExt cx="736099" cy="375714"/>
          </a:xfrm>
        </p:grpSpPr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8DBDC8B5-A018-435D-9174-CA415978EA2F}"/>
                </a:ext>
              </a:extLst>
            </p:cNvPr>
            <p:cNvSpPr/>
            <p:nvPr/>
          </p:nvSpPr>
          <p:spPr bwMode="auto">
            <a:xfrm>
              <a:off x="1666240" y="5306932"/>
              <a:ext cx="736099" cy="369332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A550C55C-AB44-403B-A878-25EF7E6E9FCC}"/>
                </a:ext>
              </a:extLst>
            </p:cNvPr>
            <p:cNvSpPr txBox="1"/>
            <p:nvPr/>
          </p:nvSpPr>
          <p:spPr>
            <a:xfrm>
              <a:off x="1685630" y="5313314"/>
              <a:ext cx="697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Middle</a:t>
              </a:r>
              <a:endParaRPr lang="ko-KR" altLang="en-US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8290063-EF3B-4C9A-A60C-1A38683CCF27}"/>
              </a:ext>
            </a:extLst>
          </p:cNvPr>
          <p:cNvSpPr txBox="1"/>
          <p:nvPr/>
        </p:nvSpPr>
        <p:spPr>
          <a:xfrm>
            <a:off x="1616548" y="2054059"/>
            <a:ext cx="5431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티머니 둥근바람 Regular" panose="02050503000000000000" pitchFamily="18" charset="-127"/>
                <a:ea typeface="티머니 둥근바람 Regular" panose="02050503000000000000" pitchFamily="18" charset="-127"/>
              </a:rPr>
              <a:t>태릉입구역에 도착하면 바로 최단 거리를 구할 수 있다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AA703CA-0DCA-4B6A-9B88-19B8C3419D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47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21602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40195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4-3-1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</a:t>
            </a:r>
            <a:r>
              <a:rPr lang="en-US" altLang="ko-KR" dirty="0"/>
              <a:t>2</a:t>
            </a:r>
            <a:endParaRPr lang="ko-KR" altLang="en-US" sz="20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9C73FF3-5824-4D46-8BF3-FA8CD328AF3B}"/>
              </a:ext>
            </a:extLst>
          </p:cNvPr>
          <p:cNvGrpSpPr/>
          <p:nvPr/>
        </p:nvGrpSpPr>
        <p:grpSpPr>
          <a:xfrm>
            <a:off x="461837" y="2012171"/>
            <a:ext cx="1164229" cy="485148"/>
            <a:chOff x="1734620" y="1721485"/>
            <a:chExt cx="916802" cy="358565"/>
          </a:xfrm>
        </p:grpSpPr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6EB0528C-9BF6-4AF0-A46A-386A0ACE5848}"/>
                </a:ext>
              </a:extLst>
            </p:cNvPr>
            <p:cNvSpPr/>
            <p:nvPr/>
          </p:nvSpPr>
          <p:spPr>
            <a:xfrm>
              <a:off x="1748287" y="1721485"/>
              <a:ext cx="881973" cy="358565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6240FAF-8F87-41A1-B880-6B3830D95175}"/>
                </a:ext>
              </a:extLst>
            </p:cNvPr>
            <p:cNvSpPr txBox="1"/>
            <p:nvPr/>
          </p:nvSpPr>
          <p:spPr>
            <a:xfrm>
              <a:off x="1734620" y="1729070"/>
              <a:ext cx="916802" cy="3412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solidFill>
                    <a:schemeClr val="bg1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Case 2</a:t>
              </a:r>
              <a:endParaRPr lang="ko-KR" altLang="en-US" sz="2400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D2DFF27-D256-4F47-952E-8E43D53DAC26}"/>
              </a:ext>
            </a:extLst>
          </p:cNvPr>
          <p:cNvGrpSpPr/>
          <p:nvPr/>
        </p:nvGrpSpPr>
        <p:grpSpPr>
          <a:xfrm>
            <a:off x="3161657" y="5306932"/>
            <a:ext cx="736099" cy="375714"/>
            <a:chOff x="1666240" y="5306932"/>
            <a:chExt cx="736099" cy="375714"/>
          </a:xfrm>
          <a:solidFill>
            <a:schemeClr val="accent6">
              <a:lumMod val="50000"/>
            </a:schemeClr>
          </a:solidFill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1DAC65F-6638-444B-B5EC-2725D38DE8A3}"/>
                </a:ext>
              </a:extLst>
            </p:cNvPr>
            <p:cNvSpPr/>
            <p:nvPr/>
          </p:nvSpPr>
          <p:spPr bwMode="auto">
            <a:xfrm>
              <a:off x="1666240" y="5306932"/>
              <a:ext cx="736099" cy="369332"/>
            </a:xfrm>
            <a:prstGeom prst="rect">
              <a:avLst/>
            </a:prstGeom>
            <a:grpFill/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3F81C7-744A-407A-87F3-3B9D619FA00A}"/>
                </a:ext>
              </a:extLst>
            </p:cNvPr>
            <p:cNvSpPr txBox="1"/>
            <p:nvPr/>
          </p:nvSpPr>
          <p:spPr>
            <a:xfrm>
              <a:off x="1666240" y="5313314"/>
              <a:ext cx="736099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Early</a:t>
              </a:r>
              <a:endParaRPr lang="ko-KR" altLang="en-US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E801D533-ADCE-4F9E-9873-63541A8990AF}"/>
              </a:ext>
            </a:extLst>
          </p:cNvPr>
          <p:cNvGrpSpPr/>
          <p:nvPr/>
        </p:nvGrpSpPr>
        <p:grpSpPr>
          <a:xfrm>
            <a:off x="7425656" y="5299317"/>
            <a:ext cx="984745" cy="375714"/>
            <a:chOff x="1666240" y="5306932"/>
            <a:chExt cx="736099" cy="375714"/>
          </a:xfrm>
          <a:solidFill>
            <a:schemeClr val="accent6">
              <a:lumMod val="50000"/>
            </a:schemeClr>
          </a:solidFill>
        </p:grpSpPr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8DBDC8B5-A018-435D-9174-CA415978EA2F}"/>
                </a:ext>
              </a:extLst>
            </p:cNvPr>
            <p:cNvSpPr/>
            <p:nvPr/>
          </p:nvSpPr>
          <p:spPr bwMode="auto">
            <a:xfrm>
              <a:off x="1666240" y="5306932"/>
              <a:ext cx="736099" cy="369332"/>
            </a:xfrm>
            <a:prstGeom prst="rect">
              <a:avLst/>
            </a:prstGeom>
            <a:grpFill/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A550C55C-AB44-403B-A878-25EF7E6E9FCC}"/>
                </a:ext>
              </a:extLst>
            </p:cNvPr>
            <p:cNvSpPr txBox="1"/>
            <p:nvPr/>
          </p:nvSpPr>
          <p:spPr>
            <a:xfrm>
              <a:off x="1685630" y="5313314"/>
              <a:ext cx="697822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bg1">
                      <a:lumMod val="95000"/>
                    </a:schemeClr>
                  </a:solidFill>
                  <a:latin typeface="+mj-ea"/>
                  <a:ea typeface="+mj-ea"/>
                </a:rPr>
                <a:t>Middle</a:t>
              </a:r>
              <a:endParaRPr lang="ko-KR" altLang="en-US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8290063-EF3B-4C9A-A60C-1A38683CCF27}"/>
              </a:ext>
            </a:extLst>
          </p:cNvPr>
          <p:cNvSpPr txBox="1"/>
          <p:nvPr/>
        </p:nvSpPr>
        <p:spPr>
          <a:xfrm>
            <a:off x="1616548" y="2054059"/>
            <a:ext cx="4992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티머니 둥근바람 Regular" panose="02050503000000000000" pitchFamily="18" charset="-127"/>
                <a:ea typeface="티머니 둥근바람 Regular" panose="02050503000000000000" pitchFamily="18" charset="-127"/>
              </a:rPr>
              <a:t>잠실역에 도착하면 바로 최단 거리를 구할 수 있다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5B4496-6C79-49B2-B1FC-19A1F1735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516" y="2566118"/>
            <a:ext cx="4629388" cy="25655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9FC50D1-D0C5-44A0-AEBB-15F15FA6B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071" y="2632622"/>
            <a:ext cx="4419827" cy="2578233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7A41DA0-2D0C-414A-A9E7-7DADDE8C55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48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2736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40195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4-3-1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943278" y="909635"/>
            <a:ext cx="2410522" cy="450814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Case#1, Case#2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41A3ED-8D01-440C-B9B1-877CA620DD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24" y="2118207"/>
            <a:ext cx="5225622" cy="31027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DAE091B-6CFB-479B-9E91-A5C11F4DD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37108"/>
            <a:ext cx="5752992" cy="3188215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A8D5C80-303A-4EE4-98D3-4664E24F6FD6}"/>
              </a:ext>
            </a:extLst>
          </p:cNvPr>
          <p:cNvGrpSpPr/>
          <p:nvPr/>
        </p:nvGrpSpPr>
        <p:grpSpPr>
          <a:xfrm>
            <a:off x="3548651" y="5306422"/>
            <a:ext cx="5267789" cy="641943"/>
            <a:chOff x="3548651" y="5306422"/>
            <a:chExt cx="5267789" cy="641943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174FF672-6B8A-4807-B37E-7ABA7C5D364A}"/>
                </a:ext>
              </a:extLst>
            </p:cNvPr>
            <p:cNvSpPr/>
            <p:nvPr/>
          </p:nvSpPr>
          <p:spPr>
            <a:xfrm>
              <a:off x="3548651" y="5306422"/>
              <a:ext cx="5225622" cy="641943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E93ABFC-ECE2-462E-BA58-7FD1FB480534}"/>
                </a:ext>
              </a:extLst>
            </p:cNvPr>
            <p:cNvSpPr txBox="1"/>
            <p:nvPr/>
          </p:nvSpPr>
          <p:spPr>
            <a:xfrm>
              <a:off x="3548651" y="5385393"/>
              <a:ext cx="5267789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700" dirty="0">
                  <a:solidFill>
                    <a:srgbClr val="FFFFFF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도착역에 갱신된 첫 경로가 최단거리</a:t>
              </a:r>
            </a:p>
          </p:txBody>
        </p:sp>
      </p:grp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7F0557-A5B9-4CB4-8495-44A150A4E5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49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7236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4-3-2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757920" y="909635"/>
            <a:ext cx="25958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Early</a:t>
            </a: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A5FCE8-3598-46C1-AB08-26B87D572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2" y="1750002"/>
            <a:ext cx="6059734" cy="16789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95F2A0-D41D-4014-B71A-885AC2C47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327" y="1750002"/>
            <a:ext cx="5944673" cy="16789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64AA518-9307-4267-89F0-C40D55C579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33" y="3292171"/>
            <a:ext cx="5421839" cy="167899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B735F44-02DE-4651-9B58-C3503B8C3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196" y="3407434"/>
            <a:ext cx="5421839" cy="1769861"/>
          </a:xfrm>
          <a:prstGeom prst="rect">
            <a:avLst/>
          </a:prstGeom>
        </p:spPr>
      </p:pic>
      <p:pic>
        <p:nvPicPr>
          <p:cNvPr id="16" name="그림 15" descr="텍스트이(가) 표시된 사진&#10;&#10;자동 생성된 설명">
            <a:extLst>
              <a:ext uri="{FF2B5EF4-FFF2-40B4-BE49-F238E27FC236}">
                <a16:creationId xmlns:a16="http://schemas.microsoft.com/office/drawing/2014/main" id="{CAC2B8A0-5078-43C4-858A-B4BD9C93C6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07" y="4945152"/>
            <a:ext cx="3245373" cy="168344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04933DC-EADE-4043-A68F-6217F6EA4E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880" y="5006742"/>
            <a:ext cx="2784832" cy="1621858"/>
          </a:xfrm>
          <a:prstGeom prst="rect">
            <a:avLst/>
          </a:prstGeom>
        </p:spPr>
      </p:pic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B80BAC53-95E0-4776-82A4-9D66FDFE7D1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50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33217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4-3-2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36560" y="909635"/>
            <a:ext cx="331724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– </a:t>
            </a:r>
            <a:r>
              <a:rPr lang="en-US" altLang="ko-KR" sz="2000" dirty="0" err="1"/>
              <a:t>Early_Tuning</a:t>
            </a: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A5FCE8-3598-46C1-AB08-26B87D572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421" y="1750002"/>
            <a:ext cx="7085963" cy="19633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95F2A0-D41D-4014-B71A-885AC2C47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643" y="3713342"/>
            <a:ext cx="7608688" cy="214897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9519B7-C37C-492F-8DE2-DC9546FA2B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331" y="3778434"/>
            <a:ext cx="3476389" cy="2083886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9D1B5C-FAFF-486D-B590-0876037E799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51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61604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59820" y="909635"/>
            <a:ext cx="229398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Case#1 - Middle</a:t>
            </a: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FECB89-6381-475F-88C2-E622B837A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78" y="1848003"/>
            <a:ext cx="5876522" cy="163236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8D9260C-D0AC-42F4-BD0F-3E813CD81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559" y="1871172"/>
            <a:ext cx="5876522" cy="16091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3432FD0-BE17-4967-B0D5-FF496F3AD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78" y="3480371"/>
            <a:ext cx="5902081" cy="170785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633CC76-D4A1-4252-8380-640F30D491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767" y="3480370"/>
            <a:ext cx="5492988" cy="167652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96D6787-D23F-4F5D-8468-77616BBD3A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163" y="5188225"/>
            <a:ext cx="2789208" cy="1597768"/>
          </a:xfrm>
          <a:prstGeom prst="rect">
            <a:avLst/>
          </a:prstGeom>
        </p:spPr>
      </p:pic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6884EAA7-735B-433B-9288-FCCB6FFF0FA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52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76911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878807" y="909635"/>
            <a:ext cx="3474993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– </a:t>
            </a:r>
            <a:r>
              <a:rPr lang="en-US" altLang="ko-KR" sz="2000" dirty="0" err="1"/>
              <a:t>Middle_Tuning</a:t>
            </a: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FECB89-6381-475F-88C2-E622B837A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87" y="1579633"/>
            <a:ext cx="7721620" cy="21448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8D9260C-D0AC-42F4-BD0F-3E813CD81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004" y="1579634"/>
            <a:ext cx="7832791" cy="21448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3432FD0-BE17-4967-B0D5-FF496F3AD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178" y="4150297"/>
            <a:ext cx="7742288" cy="22403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820CEC5-FF38-49E6-9EB9-257845A74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7527" y="3851282"/>
            <a:ext cx="8673607" cy="2375139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E54FE9-0898-462B-8713-480B582A44F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53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32168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657013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36560" y="909635"/>
            <a:ext cx="331724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Case#1 – </a:t>
            </a:r>
            <a:r>
              <a:rPr lang="en-US" altLang="ko-KR" sz="2000" dirty="0" err="1"/>
              <a:t>Later_Tuning</a:t>
            </a:r>
            <a:endParaRPr lang="ko-KR" altLang="en-US" sz="2000" dirty="0"/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14523F35-4CE0-4A4A-A699-6D1D05584F7A}"/>
              </a:ext>
            </a:extLst>
          </p:cNvPr>
          <p:cNvGrpSpPr/>
          <p:nvPr/>
        </p:nvGrpSpPr>
        <p:grpSpPr>
          <a:xfrm>
            <a:off x="3221475" y="2047199"/>
            <a:ext cx="7923632" cy="3424036"/>
            <a:chOff x="3541989" y="2047199"/>
            <a:chExt cx="7923632" cy="3424036"/>
          </a:xfrm>
        </p:grpSpPr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8268C4E2-9D8B-4CBE-A807-D6387FD9F897}"/>
                </a:ext>
              </a:extLst>
            </p:cNvPr>
            <p:cNvSpPr/>
            <p:nvPr/>
          </p:nvSpPr>
          <p:spPr bwMode="auto">
            <a:xfrm rot="1895892">
              <a:off x="7863413" y="3486687"/>
              <a:ext cx="430819" cy="14354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BEA510AB-A0B8-4BCD-9AF2-67D1972CAB55}"/>
                </a:ext>
              </a:extLst>
            </p:cNvPr>
            <p:cNvSpPr/>
            <p:nvPr/>
          </p:nvSpPr>
          <p:spPr bwMode="auto">
            <a:xfrm rot="16200000">
              <a:off x="6333857" y="3221942"/>
              <a:ext cx="430819" cy="281941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782F0912-EFE5-49C8-8588-04609408B9AE}"/>
                </a:ext>
              </a:extLst>
            </p:cNvPr>
            <p:cNvSpPr/>
            <p:nvPr/>
          </p:nvSpPr>
          <p:spPr bwMode="auto">
            <a:xfrm rot="1967532">
              <a:off x="5384060" y="3410696"/>
              <a:ext cx="430819" cy="14354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19D91F95-4CC5-44A3-9992-48901D0237C8}"/>
                </a:ext>
              </a:extLst>
            </p:cNvPr>
            <p:cNvSpPr/>
            <p:nvPr/>
          </p:nvSpPr>
          <p:spPr bwMode="auto">
            <a:xfrm rot="19800000">
              <a:off x="4146753" y="2493059"/>
              <a:ext cx="430819" cy="14718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EC6722CD-F42F-49EA-94E8-11D1C75DF530}"/>
                </a:ext>
              </a:extLst>
            </p:cNvPr>
            <p:cNvSpPr/>
            <p:nvPr/>
          </p:nvSpPr>
          <p:spPr bwMode="auto">
            <a:xfrm rot="16200000">
              <a:off x="5125628" y="2836864"/>
              <a:ext cx="430819" cy="17519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7E63B724-4502-46F7-BB6A-710607CFD6C1}"/>
                </a:ext>
              </a:extLst>
            </p:cNvPr>
            <p:cNvGrpSpPr/>
            <p:nvPr/>
          </p:nvGrpSpPr>
          <p:grpSpPr>
            <a:xfrm>
              <a:off x="3541989" y="2047199"/>
              <a:ext cx="7923632" cy="3424036"/>
              <a:chOff x="6345356" y="2047199"/>
              <a:chExt cx="7923632" cy="3424036"/>
            </a:xfrm>
          </p:grpSpPr>
          <p:sp>
            <p:nvSpPr>
              <p:cNvPr id="154" name="별: 꼭짓점 16개 153">
                <a:extLst>
                  <a:ext uri="{FF2B5EF4-FFF2-40B4-BE49-F238E27FC236}">
                    <a16:creationId xmlns:a16="http://schemas.microsoft.com/office/drawing/2014/main" id="{D6E965CE-D12A-415A-A43A-17495D478DB3}"/>
                  </a:ext>
                </a:extLst>
              </p:cNvPr>
              <p:cNvSpPr/>
              <p:nvPr/>
            </p:nvSpPr>
            <p:spPr bwMode="auto">
              <a:xfrm>
                <a:off x="9678748" y="3427961"/>
                <a:ext cx="524058" cy="524058"/>
              </a:xfrm>
              <a:prstGeom prst="star16">
                <a:avLst/>
              </a:prstGeom>
              <a:solidFill>
                <a:srgbClr val="FF5050"/>
              </a:solidFill>
              <a:ln w="28575">
                <a:noFill/>
                <a:round/>
                <a:headEnd type="oval" w="med" len="med"/>
                <a:tailEnd type="oval" w="med" len="med"/>
              </a:ln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D8B686AF-5A71-4760-8E79-66545AC8BEFA}"/>
                  </a:ext>
                </a:extLst>
              </p:cNvPr>
              <p:cNvGrpSpPr/>
              <p:nvPr/>
            </p:nvGrpSpPr>
            <p:grpSpPr>
              <a:xfrm>
                <a:off x="6345356" y="2047199"/>
                <a:ext cx="5558731" cy="2933493"/>
                <a:chOff x="608317" y="1386752"/>
                <a:chExt cx="4315004" cy="2277146"/>
              </a:xfrm>
            </p:grpSpPr>
            <p:grpSp>
              <p:nvGrpSpPr>
                <p:cNvPr id="171" name="그룹 170">
                  <a:extLst>
                    <a:ext uri="{FF2B5EF4-FFF2-40B4-BE49-F238E27FC236}">
                      <a16:creationId xmlns:a16="http://schemas.microsoft.com/office/drawing/2014/main" id="{F6663927-B4F0-44CA-9BB7-0A33A8E6C638}"/>
                    </a:ext>
                  </a:extLst>
                </p:cNvPr>
                <p:cNvGrpSpPr/>
                <p:nvPr/>
              </p:nvGrpSpPr>
              <p:grpSpPr>
                <a:xfrm>
                  <a:off x="686603" y="1386752"/>
                  <a:ext cx="4236718" cy="2277146"/>
                  <a:chOff x="1399132" y="2695092"/>
                  <a:chExt cx="5417077" cy="2911565"/>
                </a:xfrm>
              </p:grpSpPr>
              <p:grpSp>
                <p:nvGrpSpPr>
                  <p:cNvPr id="174" name="그룹 173">
                    <a:extLst>
                      <a:ext uri="{FF2B5EF4-FFF2-40B4-BE49-F238E27FC236}">
                        <a16:creationId xmlns:a16="http://schemas.microsoft.com/office/drawing/2014/main" id="{C5067D5E-5F6E-46D1-A697-089214584FAB}"/>
                      </a:ext>
                    </a:extLst>
                  </p:cNvPr>
                  <p:cNvGrpSpPr/>
                  <p:nvPr/>
                </p:nvGrpSpPr>
                <p:grpSpPr>
                  <a:xfrm>
                    <a:off x="1849118" y="3429000"/>
                    <a:ext cx="4276705" cy="1813560"/>
                    <a:chOff x="1849118" y="4003034"/>
                    <a:chExt cx="4276705" cy="1239526"/>
                  </a:xfrm>
                </p:grpSpPr>
                <p:sp>
                  <p:nvSpPr>
                    <p:cNvPr id="216" name="Line 48">
                      <a:extLst>
                        <a:ext uri="{FF2B5EF4-FFF2-40B4-BE49-F238E27FC236}">
                          <a16:creationId xmlns:a16="http://schemas.microsoft.com/office/drawing/2014/main" id="{3DBC0D52-503B-4EE9-840F-924A225695D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1849119" y="4003040"/>
                      <a:ext cx="568305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217" name="Line 48">
                      <a:extLst>
                        <a:ext uri="{FF2B5EF4-FFF2-40B4-BE49-F238E27FC236}">
                          <a16:creationId xmlns:a16="http://schemas.microsoft.com/office/drawing/2014/main" id="{A2EF7048-F4DC-4AC8-888F-FB1B10E0E79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2985729" y="461369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  <p:sp>
                  <p:nvSpPr>
                    <p:cNvPr id="218" name="Line 48">
                      <a:extLst>
                        <a:ext uri="{FF2B5EF4-FFF2-40B4-BE49-F238E27FC236}">
                          <a16:creationId xmlns:a16="http://schemas.microsoft.com/office/drawing/2014/main" id="{D68309A8-E81E-4666-8544-81E959DFAAF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1849118" y="4003038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19" name="Line 48">
                      <a:extLst>
                        <a:ext uri="{FF2B5EF4-FFF2-40B4-BE49-F238E27FC236}">
                          <a16:creationId xmlns:a16="http://schemas.microsoft.com/office/drawing/2014/main" id="{016FABE6-7CC5-4041-887A-4D50F57470C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417421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0" name="Line 48">
                      <a:extLst>
                        <a:ext uri="{FF2B5EF4-FFF2-40B4-BE49-F238E27FC236}">
                          <a16:creationId xmlns:a16="http://schemas.microsoft.com/office/drawing/2014/main" id="{CA07DE01-1286-4F17-9D30-2FD77E7015C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3646785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1" name="Line 48">
                      <a:extLst>
                        <a:ext uri="{FF2B5EF4-FFF2-40B4-BE49-F238E27FC236}">
                          <a16:creationId xmlns:a16="http://schemas.microsoft.com/office/drawing/2014/main" id="{C480EB85-ED65-42FD-BCAE-A58908F34D1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3078481" y="4003036"/>
                      <a:ext cx="1229365" cy="1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2" name="Line 48">
                      <a:extLst>
                        <a:ext uri="{FF2B5EF4-FFF2-40B4-BE49-F238E27FC236}">
                          <a16:creationId xmlns:a16="http://schemas.microsoft.com/office/drawing/2014/main" id="{81C779FF-6BCB-47D4-A2F8-733D39103D4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876149" y="462279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3" name="Line 48">
                      <a:extLst>
                        <a:ext uri="{FF2B5EF4-FFF2-40B4-BE49-F238E27FC236}">
                          <a16:creationId xmlns:a16="http://schemas.microsoft.com/office/drawing/2014/main" id="{3FDDD4B3-AB14-442E-A345-46DFB5AB88A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2995885" y="5242560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4" name="Line 48">
                      <a:extLst>
                        <a:ext uri="{FF2B5EF4-FFF2-40B4-BE49-F238E27FC236}">
                          <a16:creationId xmlns:a16="http://schemas.microsoft.com/office/drawing/2014/main" id="{EA4E03F0-9D4A-4E85-BDD6-AD65A5D219E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235404" y="5242559"/>
                      <a:ext cx="122936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5" name="Line 48">
                      <a:extLst>
                        <a:ext uri="{FF2B5EF4-FFF2-40B4-BE49-F238E27FC236}">
                          <a16:creationId xmlns:a16="http://schemas.microsoft.com/office/drawing/2014/main" id="{11EAF706-0772-4DF5-9F53-EDD32B44E81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>
                      <a:off x="5490831" y="4622799"/>
                      <a:ext cx="634992" cy="61976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6" name="Line 48">
                      <a:extLst>
                        <a:ext uri="{FF2B5EF4-FFF2-40B4-BE49-F238E27FC236}">
                          <a16:creationId xmlns:a16="http://schemas.microsoft.com/office/drawing/2014/main" id="{8155D52D-A327-46C2-8D9F-EED301A7A39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H="1" flipV="1">
                      <a:off x="4307844" y="4003034"/>
                      <a:ext cx="568303" cy="61967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/>
                    </a:p>
                  </p:txBody>
                </p:sp>
                <p:sp>
                  <p:nvSpPr>
                    <p:cNvPr id="227" name="Line 48">
                      <a:extLst>
                        <a:ext uri="{FF2B5EF4-FFF2-40B4-BE49-F238E27FC236}">
                          <a16:creationId xmlns:a16="http://schemas.microsoft.com/office/drawing/2014/main" id="{1BD44225-2E21-48E7-BEC2-CC046C0BDE3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0800000" flipV="1">
                      <a:off x="4222070" y="4613695"/>
                      <a:ext cx="661054" cy="628865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accent5">
                          <a:lumMod val="50000"/>
                        </a:schemeClr>
                      </a:solidFill>
                      <a:round/>
                      <a:headEnd type="oval" w="med" len="med"/>
                      <a:tailEnd type="oval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ko-KR" altLang="en-US" dirty="0"/>
                    </a:p>
                  </p:txBody>
                </p:sp>
              </p:grpSp>
              <p:sp>
                <p:nvSpPr>
                  <p:cNvPr id="175" name="TextBox 174">
                    <a:extLst>
                      <a:ext uri="{FF2B5EF4-FFF2-40B4-BE49-F238E27FC236}">
                        <a16:creationId xmlns:a16="http://schemas.microsoft.com/office/drawing/2014/main" id="{81C6F364-A2FD-49D2-B5D4-15A383BDC3E4}"/>
                      </a:ext>
                    </a:extLst>
                  </p:cNvPr>
                  <p:cNvSpPr txBox="1"/>
                  <p:nvPr/>
                </p:nvSpPr>
                <p:spPr>
                  <a:xfrm>
                    <a:off x="3447053" y="4349253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 err="1">
                        <a:latin typeface="+mj-ea"/>
                        <a:ea typeface="+mj-ea"/>
                      </a:rPr>
                      <a:t>석계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76" name="TextBox 175">
                    <a:extLst>
                      <a:ext uri="{FF2B5EF4-FFF2-40B4-BE49-F238E27FC236}">
                        <a16:creationId xmlns:a16="http://schemas.microsoft.com/office/drawing/2014/main" id="{5479EAF5-DDDF-41EE-B886-43D1D385C8C1}"/>
                      </a:ext>
                    </a:extLst>
                  </p:cNvPr>
                  <p:cNvSpPr txBox="1"/>
                  <p:nvPr/>
                </p:nvSpPr>
                <p:spPr>
                  <a:xfrm>
                    <a:off x="4362055" y="4338094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태릉입구</a:t>
                    </a:r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CA640621-C729-44AD-9B0C-2FB7C18D4EA4}"/>
                      </a:ext>
                    </a:extLst>
                  </p:cNvPr>
                  <p:cNvSpPr txBox="1"/>
                  <p:nvPr/>
                </p:nvSpPr>
                <p:spPr>
                  <a:xfrm>
                    <a:off x="5203673" y="5218866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망우</a:t>
                    </a:r>
                  </a:p>
                </p:txBody>
              </p:sp>
              <p:sp>
                <p:nvSpPr>
                  <p:cNvPr id="178" name="TextBox 177">
                    <a:extLst>
                      <a:ext uri="{FF2B5EF4-FFF2-40B4-BE49-F238E27FC236}">
                        <a16:creationId xmlns:a16="http://schemas.microsoft.com/office/drawing/2014/main" id="{24F9DA08-632B-4DB4-8914-CDB38CBE0797}"/>
                      </a:ext>
                    </a:extLst>
                  </p:cNvPr>
                  <p:cNvSpPr txBox="1"/>
                  <p:nvPr/>
                </p:nvSpPr>
                <p:spPr>
                  <a:xfrm>
                    <a:off x="3840769" y="5231168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상봉</a:t>
                    </a:r>
                  </a:p>
                </p:txBody>
              </p:sp>
              <p:sp>
                <p:nvSpPr>
                  <p:cNvPr id="179" name="TextBox 178">
                    <a:extLst>
                      <a:ext uri="{FF2B5EF4-FFF2-40B4-BE49-F238E27FC236}">
                        <a16:creationId xmlns:a16="http://schemas.microsoft.com/office/drawing/2014/main" id="{8EB95D90-3CA7-4B5C-8AF9-E12FE745ABBE}"/>
                      </a:ext>
                    </a:extLst>
                  </p:cNvPr>
                  <p:cNvSpPr txBox="1"/>
                  <p:nvPr/>
                </p:nvSpPr>
                <p:spPr>
                  <a:xfrm>
                    <a:off x="2570098" y="5237325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회기</a:t>
                    </a:r>
                  </a:p>
                </p:txBody>
              </p:sp>
              <p:sp>
                <p:nvSpPr>
                  <p:cNvPr id="180" name="TextBox 179">
                    <a:extLst>
                      <a:ext uri="{FF2B5EF4-FFF2-40B4-BE49-F238E27FC236}">
                        <a16:creationId xmlns:a16="http://schemas.microsoft.com/office/drawing/2014/main" id="{1388DB78-A180-4AB9-B859-4D1C9AB73FE1}"/>
                      </a:ext>
                    </a:extLst>
                  </p:cNvPr>
                  <p:cNvSpPr txBox="1"/>
                  <p:nvPr/>
                </p:nvSpPr>
                <p:spPr>
                  <a:xfrm>
                    <a:off x="1426478" y="4150978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광운대</a:t>
                    </a:r>
                  </a:p>
                </p:txBody>
              </p:sp>
              <p:sp>
                <p:nvSpPr>
                  <p:cNvPr id="181" name="TextBox 180">
                    <a:extLst>
                      <a:ext uri="{FF2B5EF4-FFF2-40B4-BE49-F238E27FC236}">
                        <a16:creationId xmlns:a16="http://schemas.microsoft.com/office/drawing/2014/main" id="{4D605412-0AA3-4C41-B5D9-44A6ACE32CA4}"/>
                      </a:ext>
                    </a:extLst>
                  </p:cNvPr>
                  <p:cNvSpPr txBox="1"/>
                  <p:nvPr/>
                </p:nvSpPr>
                <p:spPr>
                  <a:xfrm>
                    <a:off x="3993206" y="301479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하계</a:t>
                    </a:r>
                  </a:p>
                </p:txBody>
              </p:sp>
              <p:sp>
                <p:nvSpPr>
                  <p:cNvPr id="182" name="TextBox 181">
                    <a:extLst>
                      <a:ext uri="{FF2B5EF4-FFF2-40B4-BE49-F238E27FC236}">
                        <a16:creationId xmlns:a16="http://schemas.microsoft.com/office/drawing/2014/main" id="{306DD198-BE2E-44DE-8F49-86CAA3E36A09}"/>
                      </a:ext>
                    </a:extLst>
                  </p:cNvPr>
                  <p:cNvSpPr txBox="1"/>
                  <p:nvPr/>
                </p:nvSpPr>
                <p:spPr>
                  <a:xfrm>
                    <a:off x="2699005" y="2984852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노원</a:t>
                    </a:r>
                  </a:p>
                </p:txBody>
              </p:sp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B383DAD8-C8D0-4946-AF88-972D617FE3E2}"/>
                      </a:ext>
                    </a:extLst>
                  </p:cNvPr>
                  <p:cNvSpPr txBox="1"/>
                  <p:nvPr/>
                </p:nvSpPr>
                <p:spPr>
                  <a:xfrm>
                    <a:off x="1451680" y="2984849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창동</a:t>
                    </a:r>
                  </a:p>
                </p:txBody>
              </p:sp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id="{627325A2-4FA6-4306-A3AC-E0F27779E0D8}"/>
                      </a:ext>
                    </a:extLst>
                  </p:cNvPr>
                  <p:cNvSpPr txBox="1"/>
                  <p:nvPr/>
                </p:nvSpPr>
                <p:spPr>
                  <a:xfrm>
                    <a:off x="6178359" y="4124504"/>
                    <a:ext cx="6046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신내</a:t>
                    </a:r>
                  </a:p>
                </p:txBody>
              </p:sp>
              <p:sp>
                <p:nvSpPr>
                  <p:cNvPr id="185" name="TextBox 184">
                    <a:extLst>
                      <a:ext uri="{FF2B5EF4-FFF2-40B4-BE49-F238E27FC236}">
                        <a16:creationId xmlns:a16="http://schemas.microsoft.com/office/drawing/2014/main" id="{06D71CC8-887B-4272-B6C8-51B535FE4E6E}"/>
                      </a:ext>
                    </a:extLst>
                  </p:cNvPr>
                  <p:cNvSpPr txBox="1"/>
                  <p:nvPr/>
                </p:nvSpPr>
                <p:spPr>
                  <a:xfrm>
                    <a:off x="3984858" y="4044900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0" name="TextBox 199">
                    <a:extLst>
                      <a:ext uri="{FF2B5EF4-FFF2-40B4-BE49-F238E27FC236}">
                        <a16:creationId xmlns:a16="http://schemas.microsoft.com/office/drawing/2014/main" id="{93179075-A50A-4316-A3F5-167B2E0DEB28}"/>
                      </a:ext>
                    </a:extLst>
                  </p:cNvPr>
                  <p:cNvSpPr txBox="1"/>
                  <p:nvPr/>
                </p:nvSpPr>
                <p:spPr>
                  <a:xfrm>
                    <a:off x="2776669" y="4021347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18952F22-561E-42ED-A18D-44ECFD2FD8D5}"/>
                      </a:ext>
                    </a:extLst>
                  </p:cNvPr>
                  <p:cNvSpPr txBox="1"/>
                  <p:nvPr/>
                </p:nvSpPr>
                <p:spPr>
                  <a:xfrm>
                    <a:off x="5225819" y="4034073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29D979FD-B193-4713-B8F3-0B1349600760}"/>
                      </a:ext>
                    </a:extLst>
                  </p:cNvPr>
                  <p:cNvSpPr txBox="1"/>
                  <p:nvPr/>
                </p:nvSpPr>
                <p:spPr>
                  <a:xfrm>
                    <a:off x="4516743" y="361131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6" name="TextBox 205">
                    <a:extLst>
                      <a:ext uri="{FF2B5EF4-FFF2-40B4-BE49-F238E27FC236}">
                        <a16:creationId xmlns:a16="http://schemas.microsoft.com/office/drawing/2014/main" id="{16DEF81A-A278-4D37-B6F0-63D81372DEFE}"/>
                      </a:ext>
                    </a:extLst>
                  </p:cNvPr>
                  <p:cNvSpPr txBox="1"/>
                  <p:nvPr/>
                </p:nvSpPr>
                <p:spPr>
                  <a:xfrm>
                    <a:off x="3496878" y="313471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7" name="TextBox 206">
                    <a:extLst>
                      <a:ext uri="{FF2B5EF4-FFF2-40B4-BE49-F238E27FC236}">
                        <a16:creationId xmlns:a16="http://schemas.microsoft.com/office/drawing/2014/main" id="{F5DE43DC-5622-4328-A334-3295751A5904}"/>
                      </a:ext>
                    </a:extLst>
                  </p:cNvPr>
                  <p:cNvSpPr txBox="1"/>
                  <p:nvPr/>
                </p:nvSpPr>
                <p:spPr>
                  <a:xfrm>
                    <a:off x="2110683" y="3683861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165D64E3-A4D8-432B-B51B-29BBF5FCF71D}"/>
                      </a:ext>
                    </a:extLst>
                  </p:cNvPr>
                  <p:cNvSpPr txBox="1"/>
                  <p:nvPr/>
                </p:nvSpPr>
                <p:spPr>
                  <a:xfrm>
                    <a:off x="2186598" y="3145430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F37AA907-42E0-491C-9DAF-F5A5F4F8397A}"/>
                      </a:ext>
                    </a:extLst>
                  </p:cNvPr>
                  <p:cNvSpPr txBox="1"/>
                  <p:nvPr/>
                </p:nvSpPr>
                <p:spPr>
                  <a:xfrm>
                    <a:off x="5752473" y="470755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0" name="TextBox 209">
                    <a:extLst>
                      <a:ext uri="{FF2B5EF4-FFF2-40B4-BE49-F238E27FC236}">
                        <a16:creationId xmlns:a16="http://schemas.microsoft.com/office/drawing/2014/main" id="{9AA40993-F008-405D-AD06-4CC7F619079F}"/>
                      </a:ext>
                    </a:extLst>
                  </p:cNvPr>
                  <p:cNvSpPr txBox="1"/>
                  <p:nvPr/>
                </p:nvSpPr>
                <p:spPr>
                  <a:xfrm>
                    <a:off x="3336955" y="5195856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1" name="TextBox 210">
                    <a:extLst>
                      <a:ext uri="{FF2B5EF4-FFF2-40B4-BE49-F238E27FC236}">
                        <a16:creationId xmlns:a16="http://schemas.microsoft.com/office/drawing/2014/main" id="{2DB49759-164E-4C3B-AF55-8E06124D38C9}"/>
                      </a:ext>
                    </a:extLst>
                  </p:cNvPr>
                  <p:cNvSpPr txBox="1"/>
                  <p:nvPr/>
                </p:nvSpPr>
                <p:spPr>
                  <a:xfrm>
                    <a:off x="4627858" y="5193192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DF8D35B7-D1B4-46CB-9211-300B0C7C43AC}"/>
                      </a:ext>
                    </a:extLst>
                  </p:cNvPr>
                  <p:cNvSpPr txBox="1"/>
                  <p:nvPr/>
                </p:nvSpPr>
                <p:spPr>
                  <a:xfrm>
                    <a:off x="2795896" y="4537214"/>
                    <a:ext cx="457176" cy="3077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13" name="TextBox 212">
                    <a:extLst>
                      <a:ext uri="{FF2B5EF4-FFF2-40B4-BE49-F238E27FC236}">
                        <a16:creationId xmlns:a16="http://schemas.microsoft.com/office/drawing/2014/main" id="{2437FEB2-05B2-4622-BB7C-0403621E3ED4}"/>
                      </a:ext>
                    </a:extLst>
                  </p:cNvPr>
                  <p:cNvSpPr txBox="1"/>
                  <p:nvPr/>
                </p:nvSpPr>
                <p:spPr>
                  <a:xfrm>
                    <a:off x="1399132" y="2695092"/>
                    <a:ext cx="708848" cy="32316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12086C41-1AA8-4A48-8922-63B3313DA9AA}"/>
                      </a:ext>
                    </a:extLst>
                  </p:cNvPr>
                  <p:cNvSpPr txBox="1"/>
                  <p:nvPr/>
                </p:nvSpPr>
                <p:spPr>
                  <a:xfrm>
                    <a:off x="6107361" y="3835721"/>
                    <a:ext cx="708848" cy="32316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215" name="TextBox 214">
                    <a:extLst>
                      <a:ext uri="{FF2B5EF4-FFF2-40B4-BE49-F238E27FC236}">
                        <a16:creationId xmlns:a16="http://schemas.microsoft.com/office/drawing/2014/main" id="{9DF520B6-62A1-4542-8BFB-C3E9F3691EB7}"/>
                      </a:ext>
                    </a:extLst>
                  </p:cNvPr>
                  <p:cNvSpPr txBox="1"/>
                  <p:nvPr/>
                </p:nvSpPr>
                <p:spPr>
                  <a:xfrm>
                    <a:off x="4110276" y="4643402"/>
                    <a:ext cx="453758" cy="30547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8</a:t>
                    </a:r>
                    <a:r>
                      <a:rPr lang="ko-KR" altLang="en-US" sz="1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72" name="Text Box 58">
                  <a:extLst>
                    <a:ext uri="{FF2B5EF4-FFF2-40B4-BE49-F238E27FC236}">
                      <a16:creationId xmlns:a16="http://schemas.microsoft.com/office/drawing/2014/main" id="{C840EEF8-71D9-4870-9E2F-9E6A76DC15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79569" y="1429812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  <p:sp>
              <p:nvSpPr>
                <p:cNvPr id="173" name="Text Box 58">
                  <a:extLst>
                    <a:ext uri="{FF2B5EF4-FFF2-40B4-BE49-F238E27FC236}">
                      <a16:creationId xmlns:a16="http://schemas.microsoft.com/office/drawing/2014/main" id="{B7FAFDFC-5310-43E1-ACA7-628A08A40B7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317" y="1639501"/>
                  <a:ext cx="533400" cy="323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56" name="Text Box 58">
                <a:extLst>
                  <a:ext uri="{FF2B5EF4-FFF2-40B4-BE49-F238E27FC236}">
                    <a16:creationId xmlns:a16="http://schemas.microsoft.com/office/drawing/2014/main" id="{9370D224-46DA-4213-AAD2-293D40CD39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93279" y="2103011"/>
                <a:ext cx="163397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7" name="Text Box 58">
                <a:extLst>
                  <a:ext uri="{FF2B5EF4-FFF2-40B4-BE49-F238E27FC236}">
                    <a16:creationId xmlns:a16="http://schemas.microsoft.com/office/drawing/2014/main" id="{599970FC-AB4A-4D84-9486-4EE5213231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7177" y="3262039"/>
                <a:ext cx="874458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8" name="타원 157">
                <a:extLst>
                  <a:ext uri="{FF2B5EF4-FFF2-40B4-BE49-F238E27FC236}">
                    <a16:creationId xmlns:a16="http://schemas.microsoft.com/office/drawing/2014/main" id="{A5277398-CB87-41D8-8F14-5E50DF3235EE}"/>
                  </a:ext>
                </a:extLst>
              </p:cNvPr>
              <p:cNvSpPr/>
              <p:nvPr/>
            </p:nvSpPr>
            <p:spPr bwMode="auto">
              <a:xfrm>
                <a:off x="6526195" y="225552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59" name="타원 158">
                <a:extLst>
                  <a:ext uri="{FF2B5EF4-FFF2-40B4-BE49-F238E27FC236}">
                    <a16:creationId xmlns:a16="http://schemas.microsoft.com/office/drawing/2014/main" id="{01F6621C-8D59-4476-9661-CA7E63623C0C}"/>
                  </a:ext>
                </a:extLst>
              </p:cNvPr>
              <p:cNvSpPr/>
              <p:nvPr/>
            </p:nvSpPr>
            <p:spPr bwMode="auto">
              <a:xfrm>
                <a:off x="6631931" y="3454858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0" name="Text Box 58">
                <a:extLst>
                  <a:ext uri="{FF2B5EF4-FFF2-40B4-BE49-F238E27FC236}">
                    <a16:creationId xmlns:a16="http://schemas.microsoft.com/office/drawing/2014/main" id="{95B81A9B-14AA-481A-8E0A-55D01BF6C2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97855" y="3113878"/>
                <a:ext cx="874458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1" name="타원 160">
                <a:extLst>
                  <a:ext uri="{FF2B5EF4-FFF2-40B4-BE49-F238E27FC236}">
                    <a16:creationId xmlns:a16="http://schemas.microsoft.com/office/drawing/2014/main" id="{54D9A885-E9F5-46D0-BEF5-C923E1B2E9D6}"/>
                  </a:ext>
                </a:extLst>
              </p:cNvPr>
              <p:cNvSpPr/>
              <p:nvPr/>
            </p:nvSpPr>
            <p:spPr bwMode="auto">
              <a:xfrm>
                <a:off x="8556141" y="3601966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2" name="Text Box 58">
                <a:extLst>
                  <a:ext uri="{FF2B5EF4-FFF2-40B4-BE49-F238E27FC236}">
                    <a16:creationId xmlns:a16="http://schemas.microsoft.com/office/drawing/2014/main" id="{A5F67E4A-B86D-46E1-BE62-C45BB27487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77340" y="3975800"/>
                <a:ext cx="874458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3" name="Text Box 58">
                <a:extLst>
                  <a:ext uri="{FF2B5EF4-FFF2-40B4-BE49-F238E27FC236}">
                    <a16:creationId xmlns:a16="http://schemas.microsoft.com/office/drawing/2014/main" id="{882B27B7-DF2D-4516-AAF3-5901BA760D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6265" y="4917237"/>
                <a:ext cx="1751939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17 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4" name="타원 163">
                <a:extLst>
                  <a:ext uri="{FF2B5EF4-FFF2-40B4-BE49-F238E27FC236}">
                    <a16:creationId xmlns:a16="http://schemas.microsoft.com/office/drawing/2014/main" id="{28BC86FF-A6A9-43AD-A4A8-D85E0B8565B9}"/>
                  </a:ext>
                </a:extLst>
              </p:cNvPr>
              <p:cNvSpPr/>
              <p:nvPr/>
            </p:nvSpPr>
            <p:spPr bwMode="auto">
              <a:xfrm>
                <a:off x="7661784" y="451408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5" name="Text Box 58">
                <a:extLst>
                  <a:ext uri="{FF2B5EF4-FFF2-40B4-BE49-F238E27FC236}">
                    <a16:creationId xmlns:a16="http://schemas.microsoft.com/office/drawing/2014/main" id="{E9940A8D-7863-426B-80AC-DD5229C75E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55953" y="4917237"/>
                <a:ext cx="1693460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회기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6" name="타원 165">
                <a:extLst>
                  <a:ext uri="{FF2B5EF4-FFF2-40B4-BE49-F238E27FC236}">
                    <a16:creationId xmlns:a16="http://schemas.microsoft.com/office/drawing/2014/main" id="{9E158B4E-A169-4696-9AA0-C30CD1D6C4B5}"/>
                  </a:ext>
                </a:extLst>
              </p:cNvPr>
              <p:cNvSpPr/>
              <p:nvPr/>
            </p:nvSpPr>
            <p:spPr bwMode="auto">
              <a:xfrm>
                <a:off x="8945305" y="4502158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7" name="Text Box 58">
                <a:extLst>
                  <a:ext uri="{FF2B5EF4-FFF2-40B4-BE49-F238E27FC236}">
                    <a16:creationId xmlns:a16="http://schemas.microsoft.com/office/drawing/2014/main" id="{B39D817D-738A-43BF-ACBE-A85F2A89F9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65725" y="4874207"/>
                <a:ext cx="1693460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21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 err="1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회기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상봉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8" name="타원 167">
                <a:extLst>
                  <a:ext uri="{FF2B5EF4-FFF2-40B4-BE49-F238E27FC236}">
                    <a16:creationId xmlns:a16="http://schemas.microsoft.com/office/drawing/2014/main" id="{6387E0A9-2758-4B24-B8E5-18CB9EC035DF}"/>
                  </a:ext>
                </a:extLst>
              </p:cNvPr>
              <p:cNvSpPr/>
              <p:nvPr/>
            </p:nvSpPr>
            <p:spPr bwMode="auto">
              <a:xfrm>
                <a:off x="10290062" y="451407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9" name="Text Box 58">
                <a:extLst>
                  <a:ext uri="{FF2B5EF4-FFF2-40B4-BE49-F238E27FC236}">
                    <a16:creationId xmlns:a16="http://schemas.microsoft.com/office/drawing/2014/main" id="{75EBBC7F-205C-4A17-A746-B7E9D94066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51798" y="2916015"/>
                <a:ext cx="361719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23 (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창동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광운대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 err="1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석계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회기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상봉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망우</a:t>
                </a:r>
                <a:r>
                  <a:rPr lang="en-US" altLang="ko-KR" sz="1600" dirty="0">
                    <a:solidFill>
                      <a:schemeClr val="bg2">
                        <a:lumMod val="2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600" dirty="0">
                  <a:solidFill>
                    <a:schemeClr val="bg2">
                      <a:lumMod val="2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70" name="타원 169">
                <a:extLst>
                  <a:ext uri="{FF2B5EF4-FFF2-40B4-BE49-F238E27FC236}">
                    <a16:creationId xmlns:a16="http://schemas.microsoft.com/office/drawing/2014/main" id="{C2BBE947-70DC-4ACB-8E8B-61AC462A3E21}"/>
                  </a:ext>
                </a:extLst>
              </p:cNvPr>
              <p:cNvSpPr/>
              <p:nvPr/>
            </p:nvSpPr>
            <p:spPr bwMode="auto">
              <a:xfrm>
                <a:off x="11300440" y="3423621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5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</p:grp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4D897A-9028-455B-9F0A-A30DFC559FA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54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77572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Early</a:t>
            </a:r>
            <a:endParaRPr lang="ko-KR" altLang="en-US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70010C-97BD-4E90-B207-46C87EDA8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27" y="1950656"/>
            <a:ext cx="6314674" cy="172859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410C1AA-A5E9-407B-AD12-FFDB0EB36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1" y="1950656"/>
            <a:ext cx="5708574" cy="161061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01407EF-5D50-45DC-AFE0-B528F7F37A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967" y="3788641"/>
            <a:ext cx="4074033" cy="196191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B23D800-63C0-4C34-8554-C46697D81B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27232"/>
            <a:ext cx="3856130" cy="1923328"/>
          </a:xfrm>
          <a:prstGeom prst="rect">
            <a:avLst/>
          </a:prstGeom>
        </p:spPr>
      </p:pic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2ABFD3FC-F167-4C2C-910C-DC5A575115A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55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7669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78801" y="909635"/>
            <a:ext cx="317500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– </a:t>
            </a:r>
            <a:r>
              <a:rPr lang="en-US" altLang="ko-KR" sz="2000" dirty="0" err="1"/>
              <a:t>Early_Tuning</a:t>
            </a:r>
            <a:endParaRPr lang="ko-KR" altLang="en-US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70010C-97BD-4E90-B207-46C87EDA8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71" y="1513838"/>
            <a:ext cx="8857058" cy="24245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410C1AA-A5E9-407B-AD12-FFDB0EB36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71" y="3999356"/>
            <a:ext cx="8907638" cy="2513204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7962737-80FB-4D38-9FF7-BA0F8EAC976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56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99844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80589" y="909635"/>
            <a:ext cx="2473211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Case#2 - Middle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F581F6-5D40-49F7-A807-C3D405547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47" y="1875695"/>
            <a:ext cx="5792860" cy="15431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620D7A-D875-487C-88E9-AAFFCD292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554" y="1875695"/>
            <a:ext cx="5857445" cy="16903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414FFDD-F319-4E62-B6C6-7E24469840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917" y="3619944"/>
            <a:ext cx="6312362" cy="183388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7B0D1A-C8B8-4235-A0B7-2E3FB2F1B3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839" y="3566044"/>
            <a:ext cx="3340241" cy="1887780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433BF36-1337-4CB8-B28D-F0C960CBEB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57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26340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731761" y="909635"/>
            <a:ext cx="362204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– </a:t>
            </a:r>
            <a:r>
              <a:rPr lang="en-US" altLang="ko-KR" sz="2000" dirty="0" err="1"/>
              <a:t>Middle_Tuning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F581F6-5D40-49F7-A807-C3D405547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760" y="1754272"/>
            <a:ext cx="7520177" cy="20032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620D7A-D875-487C-88E9-AAFFCD292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08" y="3849113"/>
            <a:ext cx="7668962" cy="221311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414FFDD-F319-4E62-B6C6-7E244698406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199" b="-114"/>
          <a:stretch/>
        </p:blipFill>
        <p:spPr>
          <a:xfrm>
            <a:off x="7964170" y="3849114"/>
            <a:ext cx="3907534" cy="2213118"/>
          </a:xfrm>
          <a:prstGeom prst="rect">
            <a:avLst/>
          </a:prstGeom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FAB411-0C03-4657-9B7A-57AF6F7179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58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77273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72427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4-2-2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260081" y="909635"/>
            <a:ext cx="309372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Case#2 – </a:t>
            </a:r>
            <a:r>
              <a:rPr lang="en-US" altLang="ko-KR" sz="2000" dirty="0" err="1"/>
              <a:t>Later_Tuning</a:t>
            </a:r>
            <a:endParaRPr lang="ko-KR" altLang="en-US" sz="2000" dirty="0"/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BC09C77-21E4-469F-942C-FB71814E6D54}"/>
              </a:ext>
            </a:extLst>
          </p:cNvPr>
          <p:cNvGrpSpPr/>
          <p:nvPr/>
        </p:nvGrpSpPr>
        <p:grpSpPr>
          <a:xfrm>
            <a:off x="3363316" y="2300301"/>
            <a:ext cx="6409476" cy="3606386"/>
            <a:chOff x="6096000" y="2300301"/>
            <a:chExt cx="6409476" cy="3606386"/>
          </a:xfrm>
        </p:grpSpPr>
        <p:sp>
          <p:nvSpPr>
            <p:cNvPr id="119" name="별: 꼭짓점 16개 118">
              <a:extLst>
                <a:ext uri="{FF2B5EF4-FFF2-40B4-BE49-F238E27FC236}">
                  <a16:creationId xmlns:a16="http://schemas.microsoft.com/office/drawing/2014/main" id="{039B32DB-B1A6-4782-9213-7EDDF93352D6}"/>
                </a:ext>
              </a:extLst>
            </p:cNvPr>
            <p:cNvSpPr/>
            <p:nvPr/>
          </p:nvSpPr>
          <p:spPr bwMode="auto">
            <a:xfrm>
              <a:off x="8605068" y="2770865"/>
              <a:ext cx="524058" cy="524058"/>
            </a:xfrm>
            <a:prstGeom prst="star16">
              <a:avLst/>
            </a:prstGeom>
            <a:solidFill>
              <a:srgbClr val="FF5050"/>
            </a:solidFill>
            <a:ln w="28575">
              <a:noFill/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B91FAF33-7079-41C5-9D30-1DF924494AFD}"/>
                </a:ext>
              </a:extLst>
            </p:cNvPr>
            <p:cNvGrpSpPr/>
            <p:nvPr/>
          </p:nvGrpSpPr>
          <p:grpSpPr>
            <a:xfrm>
              <a:off x="6096000" y="2300301"/>
              <a:ext cx="6409476" cy="3606386"/>
              <a:chOff x="6096000" y="2300301"/>
              <a:chExt cx="6409476" cy="3606386"/>
            </a:xfrm>
          </p:grpSpPr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DDFDA460-A092-4FD2-B732-5EE8538F5FC9}"/>
                  </a:ext>
                </a:extLst>
              </p:cNvPr>
              <p:cNvGrpSpPr/>
              <p:nvPr/>
            </p:nvGrpSpPr>
            <p:grpSpPr>
              <a:xfrm>
                <a:off x="6096000" y="2300301"/>
                <a:ext cx="5937908" cy="3151570"/>
                <a:chOff x="43733" y="2300301"/>
                <a:chExt cx="5937908" cy="3151570"/>
              </a:xfrm>
            </p:grpSpPr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157F46FA-5F43-484A-B66B-CFE77DCA1057}"/>
                    </a:ext>
                  </a:extLst>
                </p:cNvPr>
                <p:cNvGrpSpPr/>
                <p:nvPr/>
              </p:nvGrpSpPr>
              <p:grpSpPr>
                <a:xfrm>
                  <a:off x="204834" y="2582524"/>
                  <a:ext cx="5776807" cy="2869347"/>
                  <a:chOff x="151467" y="2751906"/>
                  <a:chExt cx="5788079" cy="2534628"/>
                </a:xfrm>
              </p:grpSpPr>
              <p:sp>
                <p:nvSpPr>
                  <p:cNvPr id="173" name="Line 48">
                    <a:extLst>
                      <a:ext uri="{FF2B5EF4-FFF2-40B4-BE49-F238E27FC236}">
                        <a16:creationId xmlns:a16="http://schemas.microsoft.com/office/drawing/2014/main" id="{62D82362-F9EC-4262-B2A1-A47C8A812E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1803" y="3143998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4" name="Line 48">
                    <a:extLst>
                      <a:ext uri="{FF2B5EF4-FFF2-40B4-BE49-F238E27FC236}">
                        <a16:creationId xmlns:a16="http://schemas.microsoft.com/office/drawing/2014/main" id="{8E22F104-E1C6-4885-93F9-0D217A7B36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1707869" y="4879311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5" name="Line 48">
                    <a:extLst>
                      <a:ext uri="{FF2B5EF4-FFF2-40B4-BE49-F238E27FC236}">
                        <a16:creationId xmlns:a16="http://schemas.microsoft.com/office/drawing/2014/main" id="{EC1B9D99-877D-456C-A8AD-319736FD4AC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6140" y="4879309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6" name="Line 48">
                    <a:extLst>
                      <a:ext uri="{FF2B5EF4-FFF2-40B4-BE49-F238E27FC236}">
                        <a16:creationId xmlns:a16="http://schemas.microsoft.com/office/drawing/2014/main" id="{1DE07572-9D38-44B1-8846-682DA3FAB11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80074" y="3143996"/>
                    <a:ext cx="1078271" cy="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7" name="Line 48">
                    <a:extLst>
                      <a:ext uri="{FF2B5EF4-FFF2-40B4-BE49-F238E27FC236}">
                        <a16:creationId xmlns:a16="http://schemas.microsoft.com/office/drawing/2014/main" id="{6A99BE41-F0F0-4CBB-8760-26570953935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879496" y="314401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78" name="Line 48">
                    <a:extLst>
                      <a:ext uri="{FF2B5EF4-FFF2-40B4-BE49-F238E27FC236}">
                        <a16:creationId xmlns:a16="http://schemas.microsoft.com/office/drawing/2014/main" id="{F292AF03-1687-49F1-9BC3-4AFCCF53F5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879496" y="4011656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 dirty="0"/>
                  </a:p>
                </p:txBody>
              </p:sp>
              <p:sp>
                <p:nvSpPr>
                  <p:cNvPr id="179" name="Line 48">
                    <a:extLst>
                      <a:ext uri="{FF2B5EF4-FFF2-40B4-BE49-F238E27FC236}">
                        <a16:creationId xmlns:a16="http://schemas.microsoft.com/office/drawing/2014/main" id="{150F2956-249C-426D-A086-0D7EF16B0F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3870476" y="4011629"/>
                    <a:ext cx="822307" cy="86763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0" name="Line 48">
                    <a:extLst>
                      <a:ext uri="{FF2B5EF4-FFF2-40B4-BE49-F238E27FC236}">
                        <a16:creationId xmlns:a16="http://schemas.microsoft.com/office/drawing/2014/main" id="{840BBA94-D955-45FD-8013-781B94F482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3858345" y="3143995"/>
                    <a:ext cx="822308" cy="867633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1" name="Line 48">
                    <a:extLst>
                      <a:ext uri="{FF2B5EF4-FFF2-40B4-BE49-F238E27FC236}">
                        <a16:creationId xmlns:a16="http://schemas.microsoft.com/office/drawing/2014/main" id="{5BE01E9E-2B41-4AD4-AD52-3C18B84804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1701803" y="4026907"/>
                    <a:ext cx="527658" cy="852358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2" name="Line 48">
                    <a:extLst>
                      <a:ext uri="{FF2B5EF4-FFF2-40B4-BE49-F238E27FC236}">
                        <a16:creationId xmlns:a16="http://schemas.microsoft.com/office/drawing/2014/main" id="{E6831915-82D4-414F-AB0F-0891D7702F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>
                    <a:off x="2229461" y="3143902"/>
                    <a:ext cx="550613" cy="882955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3" name="Line 48">
                    <a:extLst>
                      <a:ext uri="{FF2B5EF4-FFF2-40B4-BE49-F238E27FC236}">
                        <a16:creationId xmlns:a16="http://schemas.microsoft.com/office/drawing/2014/main" id="{5701DB04-8091-4D75-A20E-1F322D34CA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0800000" flipH="1" flipV="1">
                    <a:off x="2758454" y="3143851"/>
                    <a:ext cx="1922198" cy="867711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6">
                        <a:lumMod val="50000"/>
                      </a:schemeClr>
                    </a:solidFill>
                    <a:round/>
                    <a:headEnd type="oval" w="med" len="med"/>
                    <a:tailEnd type="oval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ko-KR" altLang="en-US"/>
                  </a:p>
                </p:txBody>
              </p:sp>
              <p:sp>
                <p:nvSpPr>
                  <p:cNvPr id="184" name="TextBox 183">
                    <a:extLst>
                      <a:ext uri="{FF2B5EF4-FFF2-40B4-BE49-F238E27FC236}">
                        <a16:creationId xmlns:a16="http://schemas.microsoft.com/office/drawing/2014/main" id="{97802C4D-9AE3-467D-9D32-4C73CC294079}"/>
                      </a:ext>
                    </a:extLst>
                  </p:cNvPr>
                  <p:cNvSpPr txBox="1"/>
                  <p:nvPr/>
                </p:nvSpPr>
                <p:spPr>
                  <a:xfrm>
                    <a:off x="203565" y="3826897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군자</a:t>
                    </a:r>
                  </a:p>
                </p:txBody>
              </p:sp>
              <p:sp>
                <p:nvSpPr>
                  <p:cNvPr id="185" name="TextBox 184">
                    <a:extLst>
                      <a:ext uri="{FF2B5EF4-FFF2-40B4-BE49-F238E27FC236}">
                        <a16:creationId xmlns:a16="http://schemas.microsoft.com/office/drawing/2014/main" id="{7915DE84-1046-4DB3-BE70-D840E3CCC949}"/>
                      </a:ext>
                    </a:extLst>
                  </p:cNvPr>
                  <p:cNvSpPr txBox="1"/>
                  <p:nvPr/>
                </p:nvSpPr>
                <p:spPr>
                  <a:xfrm>
                    <a:off x="1360979" y="2754204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천호</a:t>
                    </a:r>
                  </a:p>
                </p:txBody>
              </p:sp>
              <p:sp>
                <p:nvSpPr>
                  <p:cNvPr id="186" name="TextBox 185">
                    <a:extLst>
                      <a:ext uri="{FF2B5EF4-FFF2-40B4-BE49-F238E27FC236}">
                        <a16:creationId xmlns:a16="http://schemas.microsoft.com/office/drawing/2014/main" id="{BA427DA9-825B-4F01-9432-35D4BD2E3615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4917202"/>
                    <a:ext cx="814647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선정릉</a:t>
                    </a:r>
                  </a:p>
                </p:txBody>
              </p:sp>
              <p:sp>
                <p:nvSpPr>
                  <p:cNvPr id="187" name="TextBox 186">
                    <a:extLst>
                      <a:ext uri="{FF2B5EF4-FFF2-40B4-BE49-F238E27FC236}">
                        <a16:creationId xmlns:a16="http://schemas.microsoft.com/office/drawing/2014/main" id="{95B2EC33-38DD-4AE7-93CA-0D910414AD3D}"/>
                      </a:ext>
                    </a:extLst>
                  </p:cNvPr>
                  <p:cNvSpPr txBox="1"/>
                  <p:nvPr/>
                </p:nvSpPr>
                <p:spPr>
                  <a:xfrm>
                    <a:off x="2295882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강남구청</a:t>
                    </a:r>
                  </a:p>
                </p:txBody>
              </p:sp>
              <p:sp>
                <p:nvSpPr>
                  <p:cNvPr id="188" name="TextBox 187">
                    <a:extLst>
                      <a:ext uri="{FF2B5EF4-FFF2-40B4-BE49-F238E27FC236}">
                        <a16:creationId xmlns:a16="http://schemas.microsoft.com/office/drawing/2014/main" id="{E85E592A-644A-4288-9242-F9C7C991A4FC}"/>
                      </a:ext>
                    </a:extLst>
                  </p:cNvPr>
                  <p:cNvSpPr txBox="1"/>
                  <p:nvPr/>
                </p:nvSpPr>
                <p:spPr>
                  <a:xfrm>
                    <a:off x="4704913" y="3826897"/>
                    <a:ext cx="123463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종합운동장</a:t>
                    </a:r>
                  </a:p>
                </p:txBody>
              </p:sp>
              <p:sp>
                <p:nvSpPr>
                  <p:cNvPr id="189" name="TextBox 188">
                    <a:extLst>
                      <a:ext uri="{FF2B5EF4-FFF2-40B4-BE49-F238E27FC236}">
                        <a16:creationId xmlns:a16="http://schemas.microsoft.com/office/drawing/2014/main" id="{3A3C8BBE-DEE7-465B-8AAA-C94E0E87AC75}"/>
                      </a:ext>
                    </a:extLst>
                  </p:cNvPr>
                  <p:cNvSpPr txBox="1"/>
                  <p:nvPr/>
                </p:nvSpPr>
                <p:spPr>
                  <a:xfrm>
                    <a:off x="3568149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석촌</a:t>
                    </a:r>
                  </a:p>
                </p:txBody>
              </p:sp>
              <p:sp>
                <p:nvSpPr>
                  <p:cNvPr id="190" name="TextBox 189">
                    <a:extLst>
                      <a:ext uri="{FF2B5EF4-FFF2-40B4-BE49-F238E27FC236}">
                        <a16:creationId xmlns:a16="http://schemas.microsoft.com/office/drawing/2014/main" id="{31DCF48B-F6A7-4BAF-A6B1-7B0743507458}"/>
                      </a:ext>
                    </a:extLst>
                  </p:cNvPr>
                  <p:cNvSpPr txBox="1"/>
                  <p:nvPr/>
                </p:nvSpPr>
                <p:spPr>
                  <a:xfrm>
                    <a:off x="2504767" y="2751906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>
                        <a:latin typeface="+mj-ea"/>
                        <a:ea typeface="+mj-ea"/>
                      </a:rPr>
                      <a:t>잠실</a:t>
                    </a:r>
                    <a:endParaRPr lang="ko-KR" altLang="en-US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91" name="TextBox 190">
                    <a:extLst>
                      <a:ext uri="{FF2B5EF4-FFF2-40B4-BE49-F238E27FC236}">
                        <a16:creationId xmlns:a16="http://schemas.microsoft.com/office/drawing/2014/main" id="{9FCF8CF7-95AF-4DC2-9AD7-85A6B38C7D5F}"/>
                      </a:ext>
                    </a:extLst>
                  </p:cNvPr>
                  <p:cNvSpPr txBox="1"/>
                  <p:nvPr/>
                </p:nvSpPr>
                <p:spPr>
                  <a:xfrm>
                    <a:off x="1655948" y="3714475"/>
                    <a:ext cx="60465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강변</a:t>
                    </a:r>
                  </a:p>
                </p:txBody>
              </p:sp>
              <p:sp>
                <p:nvSpPr>
                  <p:cNvPr id="192" name="TextBox 191">
                    <a:extLst>
                      <a:ext uri="{FF2B5EF4-FFF2-40B4-BE49-F238E27FC236}">
                        <a16:creationId xmlns:a16="http://schemas.microsoft.com/office/drawing/2014/main" id="{16D47565-069F-4FE2-B1D2-772A483F8383}"/>
                      </a:ext>
                    </a:extLst>
                  </p:cNvPr>
                  <p:cNvSpPr txBox="1"/>
                  <p:nvPr/>
                </p:nvSpPr>
                <p:spPr>
                  <a:xfrm>
                    <a:off x="1147429" y="4917202"/>
                    <a:ext cx="102463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dirty="0">
                        <a:latin typeface="+mj-ea"/>
                        <a:ea typeface="+mj-ea"/>
                      </a:rPr>
                      <a:t>건대입구</a:t>
                    </a:r>
                  </a:p>
                </p:txBody>
              </p:sp>
              <p:sp>
                <p:nvSpPr>
                  <p:cNvPr id="193" name="TextBox 192">
                    <a:extLst>
                      <a:ext uri="{FF2B5EF4-FFF2-40B4-BE49-F238E27FC236}">
                        <a16:creationId xmlns:a16="http://schemas.microsoft.com/office/drawing/2014/main" id="{25B07448-631F-430D-8A2B-2177A2A2482D}"/>
                      </a:ext>
                    </a:extLst>
                  </p:cNvPr>
                  <p:cNvSpPr txBox="1"/>
                  <p:nvPr/>
                </p:nvSpPr>
                <p:spPr>
                  <a:xfrm>
                    <a:off x="151467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j-ea"/>
                        <a:ea typeface="+mj-ea"/>
                      </a:rPr>
                      <a:t>출발역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8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2AAD4DB8-E876-4098-BC67-0B4B49F08097}"/>
                      </a:ext>
                    </a:extLst>
                  </p:cNvPr>
                  <p:cNvSpPr txBox="1"/>
                  <p:nvPr/>
                </p:nvSpPr>
                <p:spPr>
                  <a:xfrm>
                    <a:off x="4967805" y="3631581"/>
                    <a:ext cx="708848" cy="3231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ko-KR" altLang="en-US" sz="1500" dirty="0" err="1">
                        <a:solidFill>
                          <a:schemeClr val="bg1"/>
                        </a:solidFill>
                        <a:highlight>
                          <a:srgbClr val="000080"/>
                        </a:highlight>
                        <a:latin typeface="+mj-ea"/>
                        <a:ea typeface="+mj-ea"/>
                      </a:rPr>
                      <a:t>도착역</a:t>
                    </a:r>
                    <a:endParaRPr lang="ko-KR" altLang="en-US" sz="1500" dirty="0">
                      <a:solidFill>
                        <a:schemeClr val="bg1"/>
                      </a:solidFill>
                      <a:highlight>
                        <a:srgbClr val="000080"/>
                      </a:highlight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8EF898B0-B2AC-4D6D-A47E-A572DC96359D}"/>
                      </a:ext>
                    </a:extLst>
                  </p:cNvPr>
                  <p:cNvSpPr txBox="1"/>
                  <p:nvPr/>
                </p:nvSpPr>
                <p:spPr>
                  <a:xfrm>
                    <a:off x="968649" y="3302091"/>
                    <a:ext cx="463588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96" name="TextBox 195">
                    <a:extLst>
                      <a:ext uri="{FF2B5EF4-FFF2-40B4-BE49-F238E27FC236}">
                        <a16:creationId xmlns:a16="http://schemas.microsoft.com/office/drawing/2014/main" id="{7E6E98CE-FF58-4D2C-974D-D9489B6E70DB}"/>
                      </a:ext>
                    </a:extLst>
                  </p:cNvPr>
                  <p:cNvSpPr txBox="1"/>
                  <p:nvPr/>
                </p:nvSpPr>
                <p:spPr>
                  <a:xfrm>
                    <a:off x="3345748" y="357470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7FED7365-288A-40D3-988B-0CA08DE63C68}"/>
                      </a:ext>
                    </a:extLst>
                  </p:cNvPr>
                  <p:cNvSpPr txBox="1"/>
                  <p:nvPr/>
                </p:nvSpPr>
                <p:spPr>
                  <a:xfrm>
                    <a:off x="2113259" y="3385054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99782AAD-65AF-406C-8655-DBDF92C0B8E5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286" y="418142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3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7CBE39AE-8CAD-44A9-B849-09273C1C7A12}"/>
                      </a:ext>
                    </a:extLst>
                  </p:cNvPr>
                  <p:cNvSpPr txBox="1"/>
                  <p:nvPr/>
                </p:nvSpPr>
                <p:spPr>
                  <a:xfrm>
                    <a:off x="4172577" y="3350690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0" name="TextBox 199">
                    <a:extLst>
                      <a:ext uri="{FF2B5EF4-FFF2-40B4-BE49-F238E27FC236}">
                        <a16:creationId xmlns:a16="http://schemas.microsoft.com/office/drawing/2014/main" id="{58FD488F-CD99-433C-AD40-414B4774FE3B}"/>
                      </a:ext>
                    </a:extLst>
                  </p:cNvPr>
                  <p:cNvSpPr txBox="1"/>
                  <p:nvPr/>
                </p:nvSpPr>
                <p:spPr>
                  <a:xfrm>
                    <a:off x="3090621" y="289876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2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1" name="TextBox 200">
                    <a:extLst>
                      <a:ext uri="{FF2B5EF4-FFF2-40B4-BE49-F238E27FC236}">
                        <a16:creationId xmlns:a16="http://schemas.microsoft.com/office/drawing/2014/main" id="{1F022C9B-73DB-4F75-8863-0D35FC2968CB}"/>
                      </a:ext>
                    </a:extLst>
                  </p:cNvPr>
                  <p:cNvSpPr txBox="1"/>
                  <p:nvPr/>
                </p:nvSpPr>
                <p:spPr>
                  <a:xfrm>
                    <a:off x="1980758" y="2911332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9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2" name="TextBox 201">
                    <a:extLst>
                      <a:ext uri="{FF2B5EF4-FFF2-40B4-BE49-F238E27FC236}">
                        <a16:creationId xmlns:a16="http://schemas.microsoft.com/office/drawing/2014/main" id="{DE0A72DD-5051-4C1B-95B2-3E768819C2E7}"/>
                      </a:ext>
                    </a:extLst>
                  </p:cNvPr>
                  <p:cNvSpPr txBox="1"/>
                  <p:nvPr/>
                </p:nvSpPr>
                <p:spPr>
                  <a:xfrm>
                    <a:off x="864013" y="4370745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6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3" name="TextBox 202">
                    <a:extLst>
                      <a:ext uri="{FF2B5EF4-FFF2-40B4-BE49-F238E27FC236}">
                        <a16:creationId xmlns:a16="http://schemas.microsoft.com/office/drawing/2014/main" id="{704416D2-3D48-4F6F-9CBF-1164E41D8C2B}"/>
                      </a:ext>
                    </a:extLst>
                  </p:cNvPr>
                  <p:cNvSpPr txBox="1"/>
                  <p:nvPr/>
                </p:nvSpPr>
                <p:spPr>
                  <a:xfrm>
                    <a:off x="4190773" y="441426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4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4" name="TextBox 203">
                    <a:extLst>
                      <a:ext uri="{FF2B5EF4-FFF2-40B4-BE49-F238E27FC236}">
                        <a16:creationId xmlns:a16="http://schemas.microsoft.com/office/drawing/2014/main" id="{AFBA5ED1-D90E-4936-A017-614FE7E27CA7}"/>
                      </a:ext>
                    </a:extLst>
                  </p:cNvPr>
                  <p:cNvSpPr txBox="1"/>
                  <p:nvPr/>
                </p:nvSpPr>
                <p:spPr>
                  <a:xfrm>
                    <a:off x="3160290" y="4629543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5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2966035E-52A6-410F-A4D0-4507FF293323}"/>
                      </a:ext>
                    </a:extLst>
                  </p:cNvPr>
                  <p:cNvSpPr txBox="1"/>
                  <p:nvPr/>
                </p:nvSpPr>
                <p:spPr>
                  <a:xfrm>
                    <a:off x="2032012" y="4630976"/>
                    <a:ext cx="457176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7</a:t>
                    </a:r>
                    <a:r>
                      <a:rPr lang="ko-KR" altLang="en-US" sz="1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j-ea"/>
                        <a:ea typeface="+mj-ea"/>
                      </a:rPr>
                      <a:t>분</a:t>
                    </a:r>
                  </a:p>
                </p:txBody>
              </p:sp>
            </p:grpSp>
            <p:sp>
              <p:nvSpPr>
                <p:cNvPr id="171" name="Text Box 58">
                  <a:extLst>
                    <a:ext uri="{FF2B5EF4-FFF2-40B4-BE49-F238E27FC236}">
                      <a16:creationId xmlns:a16="http://schemas.microsoft.com/office/drawing/2014/main" id="{DB9BABC7-E4E0-47D2-8A75-EE1A2D5F6A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733" y="3809042"/>
                  <a:ext cx="687144" cy="416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ko-KR" sz="1500" dirty="0">
                      <a:solidFill>
                        <a:schemeClr val="accent3">
                          <a:lumMod val="75000"/>
                        </a:schemeClr>
                      </a:solidFill>
                      <a:latin typeface="티머니 둥근바람 Regular" panose="02050503000000000000" pitchFamily="18" charset="-127"/>
                      <a:ea typeface="티머니 둥근바람 Regular" panose="02050503000000000000" pitchFamily="18" charset="-127"/>
                      <a:cs typeface="Arial" panose="020B0604020202020204" pitchFamily="34" charset="0"/>
                    </a:rPr>
                    <a:t>0</a:t>
                  </a:r>
                  <a:endPara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2" name="Text Box 58">
                  <a:extLst>
                    <a:ext uri="{FF2B5EF4-FFF2-40B4-BE49-F238E27FC236}">
                      <a16:creationId xmlns:a16="http://schemas.microsoft.com/office/drawing/2014/main" id="{90F31994-1913-489C-AD5B-1ACCFE0069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30847" y="2300301"/>
                  <a:ext cx="687144" cy="5889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ko-KR" altLang="en-US" sz="2400" dirty="0">
                      <a:solidFill>
                        <a:schemeClr val="accent3">
                          <a:lumMod val="75000"/>
                        </a:schemeClr>
                      </a:solidFill>
                      <a:latin typeface="Arial" panose="020B0604020202020204" pitchFamily="34" charset="0"/>
                      <a:ea typeface="굴림" panose="020B0600000101010101" pitchFamily="50" charset="-127"/>
                      <a:cs typeface="Arial" panose="020B0604020202020204" pitchFamily="34" charset="0"/>
                    </a:rPr>
                    <a:t>∞</a:t>
                  </a:r>
                </a:p>
              </p:txBody>
            </p:sp>
          </p:grpSp>
          <p:sp>
            <p:nvSpPr>
              <p:cNvPr id="157" name="Text Box 58">
                <a:extLst>
                  <a:ext uri="{FF2B5EF4-FFF2-40B4-BE49-F238E27FC236}">
                    <a16:creationId xmlns:a16="http://schemas.microsoft.com/office/drawing/2014/main" id="{77499F16-BDEB-45EF-BBA8-6AAE7E27AE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0835" y="2356252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7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58" name="타원 157">
                <a:extLst>
                  <a:ext uri="{FF2B5EF4-FFF2-40B4-BE49-F238E27FC236}">
                    <a16:creationId xmlns:a16="http://schemas.microsoft.com/office/drawing/2014/main" id="{F3EF1C03-EC78-49C2-BC90-684B73E95BFD}"/>
                  </a:ext>
                </a:extLst>
              </p:cNvPr>
              <p:cNvSpPr/>
              <p:nvPr/>
            </p:nvSpPr>
            <p:spPr bwMode="auto">
              <a:xfrm>
                <a:off x="6340255" y="3717552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59" name="Text Box 58">
                <a:extLst>
                  <a:ext uri="{FF2B5EF4-FFF2-40B4-BE49-F238E27FC236}">
                    <a16:creationId xmlns:a16="http://schemas.microsoft.com/office/drawing/2014/main" id="{B7BA48C9-2F1A-4A37-86AC-96899518CF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84522" y="5431264"/>
                <a:ext cx="1158694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6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0" name="타원 159">
                <a:extLst>
                  <a:ext uri="{FF2B5EF4-FFF2-40B4-BE49-F238E27FC236}">
                    <a16:creationId xmlns:a16="http://schemas.microsoft.com/office/drawing/2014/main" id="{04E2AA64-914D-4100-B857-F7A70B0F4A47}"/>
                  </a:ext>
                </a:extLst>
              </p:cNvPr>
              <p:cNvSpPr/>
              <p:nvPr/>
            </p:nvSpPr>
            <p:spPr bwMode="auto">
              <a:xfrm>
                <a:off x="7491368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1" name="Text Box 58">
                <a:extLst>
                  <a:ext uri="{FF2B5EF4-FFF2-40B4-BE49-F238E27FC236}">
                    <a16:creationId xmlns:a16="http://schemas.microsoft.com/office/drawing/2014/main" id="{86B4188A-7D76-4479-80F4-E1636BC4F0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73084" y="5352689"/>
                <a:ext cx="1158694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13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2" name="Text Box 58">
                <a:extLst>
                  <a:ext uri="{FF2B5EF4-FFF2-40B4-BE49-F238E27FC236}">
                    <a16:creationId xmlns:a16="http://schemas.microsoft.com/office/drawing/2014/main" id="{16D11C2E-A96E-4D97-BCA8-F2277B1EEE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67359" y="3865333"/>
                <a:ext cx="967965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9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3" name="타원 162">
                <a:extLst>
                  <a:ext uri="{FF2B5EF4-FFF2-40B4-BE49-F238E27FC236}">
                    <a16:creationId xmlns:a16="http://schemas.microsoft.com/office/drawing/2014/main" id="{CE575A58-C254-46C6-9BF1-251BC4E343FD}"/>
                  </a:ext>
                </a:extLst>
              </p:cNvPr>
              <p:cNvSpPr/>
              <p:nvPr/>
            </p:nvSpPr>
            <p:spPr bwMode="auto">
              <a:xfrm>
                <a:off x="7806032" y="3599156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4" name="Text Box 58">
                <a:extLst>
                  <a:ext uri="{FF2B5EF4-FFF2-40B4-BE49-F238E27FC236}">
                    <a16:creationId xmlns:a16="http://schemas.microsoft.com/office/drawing/2014/main" id="{C1C57E13-0768-434D-A2E0-C0AE5CA245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27654" y="2395284"/>
                <a:ext cx="413613" cy="323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X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5" name="타원 164">
                <a:extLst>
                  <a:ext uri="{FF2B5EF4-FFF2-40B4-BE49-F238E27FC236}">
                    <a16:creationId xmlns:a16="http://schemas.microsoft.com/office/drawing/2014/main" id="{775055DB-D49E-430E-AD8E-E2C42DDE3628}"/>
                  </a:ext>
                </a:extLst>
              </p:cNvPr>
              <p:cNvSpPr/>
              <p:nvPr/>
            </p:nvSpPr>
            <p:spPr bwMode="auto">
              <a:xfrm>
                <a:off x="8638785" y="4935103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6" name="Text Box 58">
                <a:extLst>
                  <a:ext uri="{FF2B5EF4-FFF2-40B4-BE49-F238E27FC236}">
                    <a16:creationId xmlns:a16="http://schemas.microsoft.com/office/drawing/2014/main" id="{5E174179-A8B8-495F-8EE3-51267EFFC6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59272" y="5352689"/>
                <a:ext cx="1799606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18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7" name="타원 166">
                <a:extLst>
                  <a:ext uri="{FF2B5EF4-FFF2-40B4-BE49-F238E27FC236}">
                    <a16:creationId xmlns:a16="http://schemas.microsoft.com/office/drawing/2014/main" id="{D797CAEC-F9BC-4D03-A396-FBFEC7BAABAD}"/>
                  </a:ext>
                </a:extLst>
              </p:cNvPr>
              <p:cNvSpPr/>
              <p:nvPr/>
            </p:nvSpPr>
            <p:spPr bwMode="auto">
              <a:xfrm>
                <a:off x="9808125" y="4923590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  <p:sp>
            <p:nvSpPr>
              <p:cNvPr id="168" name="Text Box 58">
                <a:extLst>
                  <a:ext uri="{FF2B5EF4-FFF2-40B4-BE49-F238E27FC236}">
                    <a16:creationId xmlns:a16="http://schemas.microsoft.com/office/drawing/2014/main" id="{EA03ED28-38DB-4533-A804-FB72B0484D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05870" y="3113361"/>
                <a:ext cx="1799606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22 (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군자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건대입구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강남구청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,</a:t>
                </a:r>
                <a:r>
                  <a:rPr lang="ko-KR" altLang="en-US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선정릉</a:t>
                </a:r>
                <a:r>
                  <a:rPr lang="en-US" altLang="ko-KR" sz="1500" dirty="0">
                    <a:solidFill>
                      <a:schemeClr val="accent3">
                        <a:lumMod val="75000"/>
                      </a:schemeClr>
                    </a:solidFill>
                    <a:latin typeface="티머니 둥근바람 Regular" panose="02050503000000000000" pitchFamily="18" charset="-127"/>
                    <a:ea typeface="티머니 둥근바람 Regular" panose="02050503000000000000" pitchFamily="18" charset="-127"/>
                    <a:cs typeface="Arial" panose="020B0604020202020204" pitchFamily="34" charset="0"/>
                  </a:rPr>
                  <a:t>)</a:t>
                </a:r>
                <a:endParaRPr lang="ko-KR" altLang="en-US" sz="1500" dirty="0">
                  <a:solidFill>
                    <a:schemeClr val="accent3">
                      <a:lumMod val="75000"/>
                    </a:schemeClr>
                  </a:solidFill>
                  <a:latin typeface="티머니 둥근바람 Regular" panose="02050503000000000000" pitchFamily="18" charset="-127"/>
                  <a:ea typeface="티머니 둥근바람 Regular" panose="02050503000000000000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69" name="타원 168">
                <a:extLst>
                  <a:ext uri="{FF2B5EF4-FFF2-40B4-BE49-F238E27FC236}">
                    <a16:creationId xmlns:a16="http://schemas.microsoft.com/office/drawing/2014/main" id="{5FB747F9-AE83-4C38-A8F3-570C546D09FB}"/>
                  </a:ext>
                </a:extLst>
              </p:cNvPr>
              <p:cNvSpPr/>
              <p:nvPr/>
            </p:nvSpPr>
            <p:spPr bwMode="auto">
              <a:xfrm>
                <a:off x="11152259" y="3754328"/>
                <a:ext cx="531068" cy="490811"/>
              </a:xfrm>
              <a:prstGeom prst="ellipse">
                <a:avLst/>
              </a:prstGeom>
              <a:noFill/>
              <a:ln w="28575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rtlCol="0" anchor="ctr"/>
              <a:lstStyle/>
              <a:p>
                <a:pPr algn="l"/>
                <a:endParaRPr lang="ko-KR" altLang="en-US" dirty="0"/>
              </a:p>
            </p:txBody>
          </p:sp>
        </p:grpSp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8F5C2F-7C2F-4BC8-B439-ACA5B1C82C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59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02614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40195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4-3-3</a:t>
            </a:r>
            <a:endParaRPr lang="ko-KR" altLang="en-US" dirty="0"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AE99C2CD-9BA4-406A-863D-488F350BF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7" y="1626587"/>
            <a:ext cx="5986698" cy="4729763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AC7A7C-AD79-4A86-B7D4-743E055D87EA}"/>
              </a:ext>
            </a:extLst>
          </p:cNvPr>
          <p:cNvSpPr txBox="1">
            <a:spLocks/>
          </p:cNvSpPr>
          <p:nvPr/>
        </p:nvSpPr>
        <p:spPr>
          <a:xfrm>
            <a:off x="8943278" y="909635"/>
            <a:ext cx="2410522" cy="45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수도코드 비교</a:t>
            </a: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0222C3BC-4EA6-4A51-8EE7-A0FFBF384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685" y="1626587"/>
            <a:ext cx="6176126" cy="5080002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4FC52F-05E0-4CDF-BD4F-81EADB6DB1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60</a:t>
            </a:fld>
            <a:r>
              <a:rPr lang="en-US" altLang="ko-KR"/>
              <a:t> p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E6149-0B29-4819-9FC8-0184B70A2F23}"/>
              </a:ext>
            </a:extLst>
          </p:cNvPr>
          <p:cNvSpPr txBox="1"/>
          <p:nvPr/>
        </p:nvSpPr>
        <p:spPr>
          <a:xfrm>
            <a:off x="233547" y="1257255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기존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A9CA7-A512-4F81-885A-D17032E72FE8}"/>
              </a:ext>
            </a:extLst>
          </p:cNvPr>
          <p:cNvSpPr txBox="1"/>
          <p:nvPr/>
        </p:nvSpPr>
        <p:spPr>
          <a:xfrm>
            <a:off x="6096000" y="124236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튜닝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5CABE7D-A283-48A6-A05C-2A0ED01BBE16}"/>
              </a:ext>
            </a:extLst>
          </p:cNvPr>
          <p:cNvSpPr/>
          <p:nvPr/>
        </p:nvSpPr>
        <p:spPr bwMode="auto">
          <a:xfrm>
            <a:off x="6187440" y="6014720"/>
            <a:ext cx="1026160" cy="365125"/>
          </a:xfrm>
          <a:prstGeom prst="rect">
            <a:avLst/>
          </a:prstGeom>
          <a:noFill/>
          <a:ln w="19050">
            <a:solidFill>
              <a:srgbClr val="FF505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27152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18C31814-7B3B-4815-A61D-02D30083E8BA}"/>
              </a:ext>
            </a:extLst>
          </p:cNvPr>
          <p:cNvSpPr/>
          <p:nvPr/>
        </p:nvSpPr>
        <p:spPr bwMode="auto">
          <a:xfrm>
            <a:off x="6663759" y="2372866"/>
            <a:ext cx="3171121" cy="1251129"/>
          </a:xfrm>
          <a:prstGeom prst="rect">
            <a:avLst/>
          </a:prstGeom>
          <a:noFill/>
          <a:ln w="28575">
            <a:solidFill>
              <a:srgbClr val="FFCCCC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40195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4-3-3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AC7A7C-AD79-4A86-B7D4-743E055D87EA}"/>
              </a:ext>
            </a:extLst>
          </p:cNvPr>
          <p:cNvSpPr txBox="1">
            <a:spLocks/>
          </p:cNvSpPr>
          <p:nvPr/>
        </p:nvSpPr>
        <p:spPr>
          <a:xfrm>
            <a:off x="8943278" y="909635"/>
            <a:ext cx="2410522" cy="45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수도코드 비교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4FC52F-05E0-4CDF-BD4F-81EADB6DB1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61</a:t>
            </a:fld>
            <a:r>
              <a:rPr lang="en-US" altLang="ko-KR"/>
              <a:t> p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3B01052-A119-4830-B752-828421E67F24}"/>
              </a:ext>
            </a:extLst>
          </p:cNvPr>
          <p:cNvGrpSpPr/>
          <p:nvPr/>
        </p:nvGrpSpPr>
        <p:grpSpPr>
          <a:xfrm>
            <a:off x="361885" y="1242369"/>
            <a:ext cx="6176126" cy="5464220"/>
            <a:chOff x="6000685" y="1242369"/>
            <a:chExt cx="6176126" cy="5464220"/>
          </a:xfrm>
        </p:grpSpPr>
        <p:pic>
          <p:nvPicPr>
            <p:cNvPr id="6" name="그림 5" descr="텍스트이(가) 표시된 사진&#10;&#10;자동 생성된 설명">
              <a:extLst>
                <a:ext uri="{FF2B5EF4-FFF2-40B4-BE49-F238E27FC236}">
                  <a16:creationId xmlns:a16="http://schemas.microsoft.com/office/drawing/2014/main" id="{0222C3BC-4EA6-4A51-8EE7-A0FFBF384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0685" y="1626587"/>
              <a:ext cx="6176126" cy="508000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54A9CA7-A512-4F81-885A-D17032E72FE8}"/>
                </a:ext>
              </a:extLst>
            </p:cNvPr>
            <p:cNvSpPr txBox="1"/>
            <p:nvPr/>
          </p:nvSpPr>
          <p:spPr>
            <a:xfrm>
              <a:off x="6096000" y="1242369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튜닝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5CABE7D-A283-48A6-A05C-2A0ED01BBE16}"/>
                </a:ext>
              </a:extLst>
            </p:cNvPr>
            <p:cNvSpPr/>
            <p:nvPr/>
          </p:nvSpPr>
          <p:spPr bwMode="auto">
            <a:xfrm>
              <a:off x="6187440" y="6014720"/>
              <a:ext cx="1026160" cy="365125"/>
            </a:xfrm>
            <a:prstGeom prst="rect">
              <a:avLst/>
            </a:prstGeom>
            <a:noFill/>
            <a:ln w="19050">
              <a:solidFill>
                <a:srgbClr val="FFCCCC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815900-422E-4EE0-AD07-8EB9637F7B8E}"/>
              </a:ext>
            </a:extLst>
          </p:cNvPr>
          <p:cNvSpPr txBox="1"/>
          <p:nvPr/>
        </p:nvSpPr>
        <p:spPr>
          <a:xfrm>
            <a:off x="6856534" y="2423666"/>
            <a:ext cx="29783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atin typeface="Calibri" panose="020F0502020204030204" pitchFamily="34" charset="0"/>
                <a:ea typeface="나눔스퀘어라운드 ExtraBold" panose="020B0600000101010101" pitchFamily="50" charset="-127"/>
                <a:cs typeface="Calibri" panose="020F0502020204030204" pitchFamily="34" charset="0"/>
              </a:rPr>
              <a:t>If</a:t>
            </a:r>
            <a:r>
              <a:rPr lang="en-US" altLang="ko-KR" sz="3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(u = </a:t>
            </a:r>
            <a:r>
              <a:rPr lang="en-US" altLang="ko-KR" sz="3600" dirty="0" err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Bz</a:t>
            </a:r>
            <a:r>
              <a:rPr lang="en-US" altLang="ko-KR" sz="3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) </a:t>
            </a:r>
            <a:r>
              <a:rPr lang="en-US" altLang="ko-KR" sz="3600" b="1" dirty="0">
                <a:latin typeface="Calibri" panose="020F0502020204030204" pitchFamily="34" charset="0"/>
                <a:ea typeface="나눔스퀘어라운드 ExtraBold" panose="020B0600000101010101" pitchFamily="50" charset="-127"/>
                <a:cs typeface="Calibri" panose="020F0502020204030204" pitchFamily="34" charset="0"/>
              </a:rPr>
              <a:t>then</a:t>
            </a:r>
          </a:p>
          <a:p>
            <a:r>
              <a:rPr lang="en-US" altLang="ko-KR" sz="36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break;</a:t>
            </a:r>
            <a:endParaRPr lang="ko-KR" altLang="en-US" sz="3600" dirty="0"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2AFDFBD-86AE-4C7E-BE16-336072D94E28}"/>
              </a:ext>
            </a:extLst>
          </p:cNvPr>
          <p:cNvSpPr/>
          <p:nvPr/>
        </p:nvSpPr>
        <p:spPr bwMode="auto">
          <a:xfrm>
            <a:off x="7970520" y="2403346"/>
            <a:ext cx="746760" cy="685294"/>
          </a:xfrm>
          <a:prstGeom prst="ellipse">
            <a:avLst/>
          </a:prstGeom>
          <a:noFill/>
          <a:ln w="28575">
            <a:solidFill>
              <a:srgbClr val="FF505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B7B6AC-02FE-4A1C-AC38-9C202C0C4CD7}"/>
              </a:ext>
            </a:extLst>
          </p:cNvPr>
          <p:cNvSpPr txBox="1"/>
          <p:nvPr/>
        </p:nvSpPr>
        <p:spPr>
          <a:xfrm>
            <a:off x="7530499" y="4584645"/>
            <a:ext cx="380104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200" dirty="0">
                <a:solidFill>
                  <a:srgbClr val="FF7C80"/>
                </a:solidFill>
                <a:latin typeface="+mj-ea"/>
                <a:ea typeface="+mj-ea"/>
              </a:rPr>
              <a:t>최단거리에서 도착지 바로 전 역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C030888-8AB4-43F6-9844-3ADE5AF35CA3}"/>
              </a:ext>
            </a:extLst>
          </p:cNvPr>
          <p:cNvCxnSpPr/>
          <p:nvPr/>
        </p:nvCxnSpPr>
        <p:spPr>
          <a:xfrm flipV="1">
            <a:off x="548640" y="2372866"/>
            <a:ext cx="6115119" cy="3641854"/>
          </a:xfrm>
          <a:prstGeom prst="line">
            <a:avLst/>
          </a:prstGeom>
          <a:ln w="28575">
            <a:solidFill>
              <a:srgbClr val="FFCCCC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8BD98B4-FA6C-4906-8249-6BD1A7ED734C}"/>
              </a:ext>
            </a:extLst>
          </p:cNvPr>
          <p:cNvCxnSpPr>
            <a:cxnSpLocks/>
          </p:cNvCxnSpPr>
          <p:nvPr/>
        </p:nvCxnSpPr>
        <p:spPr>
          <a:xfrm flipV="1">
            <a:off x="1574800" y="3623995"/>
            <a:ext cx="8260080" cy="2755850"/>
          </a:xfrm>
          <a:prstGeom prst="line">
            <a:avLst/>
          </a:prstGeom>
          <a:ln w="28575">
            <a:solidFill>
              <a:srgbClr val="FFCCC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2B0C76D1-D173-4A05-AF3B-FA33F79F0E3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1524" y="3384600"/>
            <a:ext cx="1598572" cy="820420"/>
          </a:xfrm>
          <a:prstGeom prst="bentConnector3">
            <a:avLst/>
          </a:prstGeom>
          <a:ln w="28575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4074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40195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4-3-4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AC7A7C-AD79-4A86-B7D4-743E055D87EA}"/>
              </a:ext>
            </a:extLst>
          </p:cNvPr>
          <p:cNvSpPr txBox="1">
            <a:spLocks/>
          </p:cNvSpPr>
          <p:nvPr/>
        </p:nvSpPr>
        <p:spPr>
          <a:xfrm>
            <a:off x="8943278" y="909635"/>
            <a:ext cx="2410522" cy="45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티머니 둥근바람 Regular" panose="02050503000000000000" pitchFamily="18" charset="-127"/>
                <a:ea typeface="티머니 둥근바람 Regular" panose="02050503000000000000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수도코드 분석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4FC52F-05E0-4CDF-BD4F-81EADB6DB1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62</a:t>
            </a:fld>
            <a:r>
              <a:rPr lang="en-US" altLang="ko-KR"/>
              <a:t> p</a:t>
            </a:r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F371AC9-DDA8-480B-921B-4FFD6B1A61BD}"/>
              </a:ext>
            </a:extLst>
          </p:cNvPr>
          <p:cNvGrpSpPr/>
          <p:nvPr/>
        </p:nvGrpSpPr>
        <p:grpSpPr>
          <a:xfrm>
            <a:off x="361885" y="4220647"/>
            <a:ext cx="3022338" cy="2485941"/>
            <a:chOff x="6000685" y="1626587"/>
            <a:chExt cx="6176126" cy="5080002"/>
          </a:xfrm>
        </p:grpSpPr>
        <p:pic>
          <p:nvPicPr>
            <p:cNvPr id="21" name="그림 20" descr="텍스트이(가) 표시된 사진&#10;&#10;자동 생성된 설명">
              <a:extLst>
                <a:ext uri="{FF2B5EF4-FFF2-40B4-BE49-F238E27FC236}">
                  <a16:creationId xmlns:a16="http://schemas.microsoft.com/office/drawing/2014/main" id="{8C4A2606-136B-4310-AD7B-8FCF29B31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0685" y="1626587"/>
              <a:ext cx="6176126" cy="5080002"/>
            </a:xfrm>
            <a:prstGeom prst="rect">
              <a:avLst/>
            </a:prstGeom>
          </p:spPr>
        </p:pic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A922E79-7D2C-4E61-A435-A72D4FF0DEA9}"/>
                </a:ext>
              </a:extLst>
            </p:cNvPr>
            <p:cNvSpPr/>
            <p:nvPr/>
          </p:nvSpPr>
          <p:spPr bwMode="auto">
            <a:xfrm>
              <a:off x="6187440" y="6014720"/>
              <a:ext cx="1026160" cy="365125"/>
            </a:xfrm>
            <a:prstGeom prst="rect">
              <a:avLst/>
            </a:prstGeom>
            <a:noFill/>
            <a:ln w="19050">
              <a:solidFill>
                <a:srgbClr val="FFCCCC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A93A79F-370A-4AFD-80F2-0C7AA5CF472A}"/>
              </a:ext>
            </a:extLst>
          </p:cNvPr>
          <p:cNvGrpSpPr/>
          <p:nvPr/>
        </p:nvGrpSpPr>
        <p:grpSpPr>
          <a:xfrm>
            <a:off x="1003703" y="2646675"/>
            <a:ext cx="2287386" cy="641943"/>
            <a:chOff x="3548651" y="5306422"/>
            <a:chExt cx="5225622" cy="641943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64C2BD9-F58B-49CB-ABD6-276AB5562AA5}"/>
                </a:ext>
              </a:extLst>
            </p:cNvPr>
            <p:cNvSpPr/>
            <p:nvPr/>
          </p:nvSpPr>
          <p:spPr>
            <a:xfrm>
              <a:off x="3548651" y="5306422"/>
              <a:ext cx="5225622" cy="641943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D143E16-ABCB-4823-B001-01A249291034}"/>
                </a:ext>
              </a:extLst>
            </p:cNvPr>
            <p:cNvSpPr txBox="1"/>
            <p:nvPr/>
          </p:nvSpPr>
          <p:spPr>
            <a:xfrm>
              <a:off x="3548651" y="5385393"/>
              <a:ext cx="215052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700" dirty="0">
                  <a:solidFill>
                    <a:srgbClr val="FFFFFF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Worst-Case</a:t>
              </a:r>
              <a:endParaRPr lang="ko-KR" altLang="en-US" sz="2700" dirty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7F576E1-0FC5-4A84-BC94-CC7FCB6A85FB}"/>
              </a:ext>
            </a:extLst>
          </p:cNvPr>
          <p:cNvGrpSpPr/>
          <p:nvPr/>
        </p:nvGrpSpPr>
        <p:grpSpPr>
          <a:xfrm>
            <a:off x="4903261" y="2591534"/>
            <a:ext cx="2483777" cy="641943"/>
            <a:chOff x="3548651" y="5306422"/>
            <a:chExt cx="5225622" cy="641943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8404E0AD-70C7-4863-88BE-B071ED0E0368}"/>
                </a:ext>
              </a:extLst>
            </p:cNvPr>
            <p:cNvSpPr/>
            <p:nvPr/>
          </p:nvSpPr>
          <p:spPr>
            <a:xfrm>
              <a:off x="3548651" y="5306422"/>
              <a:ext cx="5225622" cy="641943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08C7983-B25C-4A07-9B9A-DF13AAC95F75}"/>
                </a:ext>
              </a:extLst>
            </p:cNvPr>
            <p:cNvSpPr txBox="1"/>
            <p:nvPr/>
          </p:nvSpPr>
          <p:spPr>
            <a:xfrm>
              <a:off x="3548651" y="5385393"/>
              <a:ext cx="250908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700" dirty="0">
                  <a:solidFill>
                    <a:srgbClr val="FFFFFF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Average-Case</a:t>
              </a:r>
              <a:endParaRPr lang="ko-KR" altLang="en-US" sz="2700" dirty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25F4A7C-E545-4DB9-8C69-5362A53F70AE}"/>
              </a:ext>
            </a:extLst>
          </p:cNvPr>
          <p:cNvGrpSpPr/>
          <p:nvPr/>
        </p:nvGrpSpPr>
        <p:grpSpPr>
          <a:xfrm>
            <a:off x="9307346" y="2602329"/>
            <a:ext cx="1888318" cy="641943"/>
            <a:chOff x="3548651" y="5306422"/>
            <a:chExt cx="5225622" cy="641943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76AF06D-34E6-428B-A0F4-D8893DBE3066}"/>
                </a:ext>
              </a:extLst>
            </p:cNvPr>
            <p:cNvSpPr/>
            <p:nvPr/>
          </p:nvSpPr>
          <p:spPr>
            <a:xfrm>
              <a:off x="3548651" y="5306422"/>
              <a:ext cx="5225622" cy="641943"/>
            </a:xfrm>
            <a:prstGeom prst="rect">
              <a:avLst/>
            </a:prstGeom>
            <a:gradFill>
              <a:gsLst>
                <a:gs pos="0">
                  <a:srgbClr val="30CFD0"/>
                </a:gs>
                <a:gs pos="94000">
                  <a:srgbClr val="330867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342BE15-E61E-4C6A-8BFE-276A8C95DB59}"/>
                </a:ext>
              </a:extLst>
            </p:cNvPr>
            <p:cNvSpPr txBox="1"/>
            <p:nvPr/>
          </p:nvSpPr>
          <p:spPr>
            <a:xfrm>
              <a:off x="3548651" y="5385393"/>
              <a:ext cx="1886799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700" dirty="0">
                  <a:solidFill>
                    <a:srgbClr val="FFFFFF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</a:rPr>
                <a:t>Best-Case</a:t>
              </a:r>
              <a:endParaRPr lang="ko-KR" altLang="en-US" sz="2700" dirty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E4A033D-3603-4BBE-AF81-E4AAB39E0F15}"/>
              </a:ext>
            </a:extLst>
          </p:cNvPr>
          <p:cNvSpPr txBox="1"/>
          <p:nvPr/>
        </p:nvSpPr>
        <p:spPr>
          <a:xfrm>
            <a:off x="1446526" y="3507230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O(E log n)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7B437A-C72B-456F-9991-782AE966FF2E}"/>
              </a:ext>
            </a:extLst>
          </p:cNvPr>
          <p:cNvSpPr txBox="1"/>
          <p:nvPr/>
        </p:nvSpPr>
        <p:spPr>
          <a:xfrm>
            <a:off x="5448074" y="3507230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O(E log n)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ECF942-3B34-4984-90B9-7F221885AE73}"/>
              </a:ext>
            </a:extLst>
          </p:cNvPr>
          <p:cNvSpPr txBox="1"/>
          <p:nvPr/>
        </p:nvSpPr>
        <p:spPr>
          <a:xfrm>
            <a:off x="9603731" y="3507230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O(n)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703368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40195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4-4</a:t>
            </a:r>
            <a:endParaRPr lang="ko-KR" altLang="en-US" dirty="0"/>
          </a:p>
        </p:txBody>
      </p:sp>
      <p:pic>
        <p:nvPicPr>
          <p:cNvPr id="4" name="그림 2">
            <a:extLst>
              <a:ext uri="{FF2B5EF4-FFF2-40B4-BE49-F238E27FC236}">
                <a16:creationId xmlns:a16="http://schemas.microsoft.com/office/drawing/2014/main" id="{469A7C55-4879-4428-BD4F-D4336F740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340" y="1276334"/>
            <a:ext cx="7631320" cy="529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FEFC650-3F5A-4947-B597-A40C819E388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63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32883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D8BD37FA-0C00-456A-86E7-260B26EE7890}"/>
              </a:ext>
            </a:extLst>
          </p:cNvPr>
          <p:cNvSpPr/>
          <p:nvPr/>
        </p:nvSpPr>
        <p:spPr>
          <a:xfrm>
            <a:off x="2387600" y="636269"/>
            <a:ext cx="1584960" cy="873760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FEE1A8-7108-4908-98E0-57C55926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22400" y="410368"/>
            <a:ext cx="13761720" cy="1325563"/>
          </a:xfrm>
        </p:spPr>
        <p:txBody>
          <a:bodyPr>
            <a:normAutofit/>
          </a:bodyPr>
          <a:lstStyle/>
          <a:p>
            <a:r>
              <a:rPr lang="ko-KR" altLang="en-US" sz="4000" dirty="0">
                <a:solidFill>
                  <a:schemeClr val="bg1"/>
                </a:solidFill>
              </a:rPr>
              <a:t>과제 </a:t>
            </a:r>
            <a:r>
              <a:rPr lang="en-US" altLang="ko-KR" sz="4000" dirty="0">
                <a:solidFill>
                  <a:schemeClr val="bg1"/>
                </a:solidFill>
              </a:rPr>
              <a:t>2</a:t>
            </a:r>
            <a:r>
              <a:rPr lang="ko-KR" altLang="en-US" sz="4000" dirty="0">
                <a:solidFill>
                  <a:schemeClr val="bg1"/>
                </a:solidFill>
              </a:rPr>
              <a:t>  </a:t>
            </a:r>
            <a:r>
              <a:rPr lang="en-US" altLang="ko-KR" sz="4000" dirty="0"/>
              <a:t>Hardware Design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3DEF4A-C5EB-4B06-B62E-C32C446FE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812466"/>
            <a:ext cx="948944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3200" dirty="0"/>
              <a:t>Step 1. 16</a:t>
            </a:r>
            <a:r>
              <a:rPr lang="ko-KR" altLang="en-US" sz="3200" dirty="0"/>
              <a:t>진수 표시 방안 제시</a:t>
            </a:r>
            <a:endParaRPr lang="en-US" altLang="ko-KR" sz="32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3200" dirty="0"/>
              <a:t>Step 2. </a:t>
            </a:r>
            <a:r>
              <a:rPr lang="ko-KR" altLang="en-US" sz="3200" dirty="0"/>
              <a:t>표로 표현</a:t>
            </a:r>
            <a:endParaRPr lang="en-US" altLang="ko-KR" sz="32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3200" dirty="0"/>
              <a:t>Step 3. segment display decoder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3200" dirty="0"/>
              <a:t>Step 4. segment display decoder </a:t>
            </a:r>
            <a:r>
              <a:rPr lang="ko-KR" altLang="en-US" sz="3200" dirty="0"/>
              <a:t>의미 설명</a:t>
            </a:r>
            <a:endParaRPr lang="en-US" altLang="ko-KR" sz="3200" dirty="0"/>
          </a:p>
          <a:p>
            <a:pPr marL="0" indent="0">
              <a:lnSpc>
                <a:spcPct val="200000"/>
              </a:lnSpc>
              <a:buNone/>
            </a:pPr>
            <a:endParaRPr lang="ko-KR" altLang="en-US" sz="3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FDD180-5CDD-40D0-A2F1-F04E765BD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64</a:t>
            </a:fld>
            <a:r>
              <a:rPr lang="en-US" altLang="ko-KR"/>
              <a:t>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63168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1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Step#1</a:t>
            </a:r>
            <a:endParaRPr lang="ko-KR" altLang="en-US" sz="20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583F29E-826A-46A4-9C32-3111509F8FC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65</a:t>
            </a:fld>
            <a:r>
              <a:rPr lang="en-US" altLang="ko-KR"/>
              <a:t> p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93E909C-4BC7-4639-B333-A81604324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62" t="41724" r="63667" b="5853"/>
          <a:stretch>
            <a:fillRect/>
          </a:stretch>
        </p:blipFill>
        <p:spPr bwMode="auto">
          <a:xfrm>
            <a:off x="838200" y="1716176"/>
            <a:ext cx="1466215" cy="464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4FA6299-2E4D-4A94-9C06-44FEED0E2EE3}"/>
              </a:ext>
            </a:extLst>
          </p:cNvPr>
          <p:cNvSpPr/>
          <p:nvPr/>
        </p:nvSpPr>
        <p:spPr bwMode="auto">
          <a:xfrm>
            <a:off x="3092331" y="2640736"/>
            <a:ext cx="839669" cy="149806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8E9B909-5CAB-4136-847B-428D6560F638}"/>
              </a:ext>
            </a:extLst>
          </p:cNvPr>
          <p:cNvSpPr/>
          <p:nvPr/>
        </p:nvSpPr>
        <p:spPr bwMode="auto">
          <a:xfrm rot="5400000">
            <a:off x="2430125" y="3214776"/>
            <a:ext cx="1016000" cy="132080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AFDE697-9A3B-4149-B048-53CFEAD72C21}"/>
              </a:ext>
            </a:extLst>
          </p:cNvPr>
          <p:cNvSpPr/>
          <p:nvPr/>
        </p:nvSpPr>
        <p:spPr bwMode="auto">
          <a:xfrm rot="5400000">
            <a:off x="3578205" y="3214776"/>
            <a:ext cx="1016000" cy="132080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D9A302-DC16-47DA-8E5D-CE26CF3322AA}"/>
              </a:ext>
            </a:extLst>
          </p:cNvPr>
          <p:cNvSpPr/>
          <p:nvPr/>
        </p:nvSpPr>
        <p:spPr bwMode="auto">
          <a:xfrm>
            <a:off x="3092331" y="3788816"/>
            <a:ext cx="839669" cy="132080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43A0E22-66B6-4D2D-937C-5E702C955533}"/>
              </a:ext>
            </a:extLst>
          </p:cNvPr>
          <p:cNvSpPr/>
          <p:nvPr/>
        </p:nvSpPr>
        <p:spPr bwMode="auto">
          <a:xfrm rot="5400000">
            <a:off x="3578205" y="4362856"/>
            <a:ext cx="1016000" cy="132080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5181A5-11A6-47CC-8B04-AF52A71C2E3C}"/>
              </a:ext>
            </a:extLst>
          </p:cNvPr>
          <p:cNvSpPr/>
          <p:nvPr/>
        </p:nvSpPr>
        <p:spPr bwMode="auto">
          <a:xfrm rot="5400000">
            <a:off x="2430125" y="4344265"/>
            <a:ext cx="1016000" cy="132080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27CB92-8C9C-4403-9605-891EA5F57444}"/>
              </a:ext>
            </a:extLst>
          </p:cNvPr>
          <p:cNvSpPr/>
          <p:nvPr/>
        </p:nvSpPr>
        <p:spPr bwMode="auto">
          <a:xfrm>
            <a:off x="3092331" y="4919170"/>
            <a:ext cx="839669" cy="132080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48E76C7-2576-464C-AE2A-E959A94C06DC}"/>
              </a:ext>
            </a:extLst>
          </p:cNvPr>
          <p:cNvSpPr/>
          <p:nvPr/>
        </p:nvSpPr>
        <p:spPr bwMode="auto">
          <a:xfrm rot="2696719">
            <a:off x="2944948" y="3219764"/>
            <a:ext cx="1117017" cy="131010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36C0E9B-925D-4BB6-BD71-CA73697AEE6F}"/>
              </a:ext>
            </a:extLst>
          </p:cNvPr>
          <p:cNvGrpSpPr/>
          <p:nvPr/>
        </p:nvGrpSpPr>
        <p:grpSpPr>
          <a:xfrm>
            <a:off x="5765880" y="2249255"/>
            <a:ext cx="582315" cy="1096487"/>
            <a:chOff x="2872085" y="2640736"/>
            <a:chExt cx="1280160" cy="241051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37F649B-71EC-4792-946E-A153642EBCD7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5366ACD-78BF-4321-AE71-F1AEE882BDA8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45C4F9-56F8-456E-A6EA-D57C9B442B17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83A8593-87DD-4F4A-96FD-FF84B078C59C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876D5CD-21EE-4BA2-BC75-47BB1129A191}"/>
                </a:ext>
              </a:extLst>
            </p:cNvPr>
            <p:cNvSpPr/>
            <p:nvPr/>
          </p:nvSpPr>
          <p:spPr bwMode="auto">
            <a:xfrm rot="5400000">
              <a:off x="3578205" y="436285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2146302-4DC6-46D5-B5A8-C968896736ED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0DB9A14B-5A7C-4F92-A0B4-DFBA3C83DC03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6C6CF0B-94F6-4C9E-9E2A-D5419FA7A186}"/>
              </a:ext>
            </a:extLst>
          </p:cNvPr>
          <p:cNvGrpSpPr/>
          <p:nvPr/>
        </p:nvGrpSpPr>
        <p:grpSpPr>
          <a:xfrm>
            <a:off x="6698795" y="2249255"/>
            <a:ext cx="582315" cy="1096487"/>
            <a:chOff x="2872085" y="2640736"/>
            <a:chExt cx="1280160" cy="2410514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4CC27DB9-EA12-4320-8F4F-4732E2C738F2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FB19CAA-FCC5-4409-8744-051C29366AA9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1ED64C3-6857-4AAE-9D16-5DB186CFB58E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2CE7303-F412-42DA-BBD3-3991B8B0D5B7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2F264C1-ECB7-4092-A845-DA3C5BF88886}"/>
                </a:ext>
              </a:extLst>
            </p:cNvPr>
            <p:cNvSpPr/>
            <p:nvPr/>
          </p:nvSpPr>
          <p:spPr bwMode="auto">
            <a:xfrm rot="5400000">
              <a:off x="3578205" y="436285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63DC4B6-1057-4249-94EF-0D4A898D2E32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48B452D-E2F2-4625-94D3-E3E00AE7C411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106401D-A54A-47B7-9651-459A189A40AB}"/>
              </a:ext>
            </a:extLst>
          </p:cNvPr>
          <p:cNvGrpSpPr/>
          <p:nvPr/>
        </p:nvGrpSpPr>
        <p:grpSpPr>
          <a:xfrm>
            <a:off x="7631710" y="2253286"/>
            <a:ext cx="582315" cy="1096487"/>
            <a:chOff x="2872085" y="2640736"/>
            <a:chExt cx="1280160" cy="2410514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048592A-6968-49EC-BF38-6D7FD658481C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117F2A8-3203-4D70-8B4F-2FC2F640D8E2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2D472353-FB7D-49C6-A93B-73C5F29B8116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7CFDF585-206D-4E46-B29A-76B4FC9D7557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D00931B1-9516-4313-83FD-2B17783E6BB6}"/>
                </a:ext>
              </a:extLst>
            </p:cNvPr>
            <p:cNvSpPr/>
            <p:nvPr/>
          </p:nvSpPr>
          <p:spPr bwMode="auto">
            <a:xfrm rot="5400000">
              <a:off x="3578205" y="436285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C4EDFBD-C3CA-433C-9C99-F04A95572ED6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BE0E6FC6-4D22-4671-AD99-639D36E53C27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68B6502-9735-43C6-8343-08CDDF7F27B7}"/>
              </a:ext>
            </a:extLst>
          </p:cNvPr>
          <p:cNvGrpSpPr/>
          <p:nvPr/>
        </p:nvGrpSpPr>
        <p:grpSpPr>
          <a:xfrm>
            <a:off x="8566223" y="2253286"/>
            <a:ext cx="582315" cy="1096487"/>
            <a:chOff x="2872085" y="2640736"/>
            <a:chExt cx="1280160" cy="2410514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499EBC91-55B5-4AC2-B074-308FC90C3C45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CA183B1-BA5B-4E7B-8E30-7EA902344CBD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F13E9C5-2DE6-4EA0-8893-FAB1C0C9957B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CE9CC13-79FC-4524-A623-08966BE98F42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DD52445-485B-404E-831B-C1F5CAD2DEE8}"/>
                </a:ext>
              </a:extLst>
            </p:cNvPr>
            <p:cNvSpPr/>
            <p:nvPr/>
          </p:nvSpPr>
          <p:spPr bwMode="auto">
            <a:xfrm rot="5400000">
              <a:off x="3578205" y="436285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58A4F97B-DF7C-431A-893E-31BCF38E5331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98E7B4FF-C702-43BC-9FCA-EA05914925E5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8B8676FE-C57B-4815-AA74-F2619F42E03C}"/>
              </a:ext>
            </a:extLst>
          </p:cNvPr>
          <p:cNvGrpSpPr/>
          <p:nvPr/>
        </p:nvGrpSpPr>
        <p:grpSpPr>
          <a:xfrm>
            <a:off x="11353800" y="2242298"/>
            <a:ext cx="582315" cy="1096487"/>
            <a:chOff x="2872085" y="2640736"/>
            <a:chExt cx="1280160" cy="2410514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49E9EF40-CAE9-4E70-912A-998928B90180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C8124685-B80E-4C95-BEFC-11DB3B2E6C9F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4DA2C68-7244-4950-90D5-B6211B56CFAA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2640EDB5-BD50-48B3-A654-B22950CB332E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6F6E3644-0DE6-4887-ADF4-65B90C1BE0E1}"/>
                </a:ext>
              </a:extLst>
            </p:cNvPr>
            <p:cNvSpPr/>
            <p:nvPr/>
          </p:nvSpPr>
          <p:spPr bwMode="auto">
            <a:xfrm rot="5400000">
              <a:off x="3578205" y="436285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A1428CD-48BC-473A-965F-E3F659AE56D7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FB3DA4F7-B166-4542-A9BD-6B15BBF2DC2C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D3E67926-862E-441F-9A0B-38171BBC7BC9}"/>
              </a:ext>
            </a:extLst>
          </p:cNvPr>
          <p:cNvGrpSpPr/>
          <p:nvPr/>
        </p:nvGrpSpPr>
        <p:grpSpPr>
          <a:xfrm>
            <a:off x="4832684" y="4065982"/>
            <a:ext cx="582315" cy="1096487"/>
            <a:chOff x="2872085" y="2640736"/>
            <a:chExt cx="1280160" cy="2410514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34522FEF-7D51-419A-A9D2-4E96B5989BFB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1234D71D-F112-44D1-995B-5A11BC5802C5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A6A9D5BD-ECE0-4CC1-ADC7-67AA96E640DE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5D13B2BE-9D5C-4F3A-A681-78933B08CED7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0897DC8D-3511-4FD3-B2E8-1864F5BEAD94}"/>
                </a:ext>
              </a:extLst>
            </p:cNvPr>
            <p:cNvSpPr/>
            <p:nvPr/>
          </p:nvSpPr>
          <p:spPr bwMode="auto">
            <a:xfrm rot="5400000">
              <a:off x="3578205" y="436285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3C519E83-7D12-4209-A387-1BF9AE762F22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4B7459DD-C3E1-41F8-A98D-01C48D1222C9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5903687-88F6-4CAE-A144-6676AC571B1D}"/>
              </a:ext>
            </a:extLst>
          </p:cNvPr>
          <p:cNvGrpSpPr/>
          <p:nvPr/>
        </p:nvGrpSpPr>
        <p:grpSpPr>
          <a:xfrm>
            <a:off x="6698795" y="4077327"/>
            <a:ext cx="582315" cy="1096487"/>
            <a:chOff x="2872085" y="2640736"/>
            <a:chExt cx="1280160" cy="2410514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D9A2457F-E7F1-4970-AA85-603A2DF45BA2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6BA27FC4-ED78-4714-B742-9FD621F7009C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33F2D823-0F69-4E26-B0D1-8115258793C0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89D716A0-E262-4D63-B316-43CD14152B17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EDC19B04-FBED-493D-A73E-E786D4402C65}"/>
                </a:ext>
              </a:extLst>
            </p:cNvPr>
            <p:cNvSpPr/>
            <p:nvPr/>
          </p:nvSpPr>
          <p:spPr bwMode="auto">
            <a:xfrm rot="5400000">
              <a:off x="3578205" y="436285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76B1474B-78F8-4465-8B32-5AF3229BB469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B3923134-0CD1-40E6-A69D-3EB70E7C35D5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42EFD6D-5F86-41EC-A0F9-53FAAC682734}"/>
              </a:ext>
            </a:extLst>
          </p:cNvPr>
          <p:cNvGrpSpPr/>
          <p:nvPr/>
        </p:nvGrpSpPr>
        <p:grpSpPr>
          <a:xfrm>
            <a:off x="7633308" y="4077327"/>
            <a:ext cx="582315" cy="1096487"/>
            <a:chOff x="2872085" y="2640736"/>
            <a:chExt cx="1280160" cy="2410514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03866FBB-460B-46B3-84EC-1A1B9A73412B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EF2B7A3E-B573-4989-BD13-6984E014FECA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3A77A53D-970B-4424-8D54-AEF7EA445CBB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CE04FDB2-6ACB-4DEE-ACFD-765C83FF977B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C340F5D4-FEF7-4F3D-9D0E-D5FD4D17E81C}"/>
                </a:ext>
              </a:extLst>
            </p:cNvPr>
            <p:cNvSpPr/>
            <p:nvPr/>
          </p:nvSpPr>
          <p:spPr bwMode="auto">
            <a:xfrm rot="5400000">
              <a:off x="3578205" y="4362856"/>
              <a:ext cx="1016000" cy="1320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2AEDA5F1-C2FF-4B3C-B9AD-CFEA81FF5B0E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C1DB59A-F49D-491D-8B7B-1CDD93058B26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3BB41821-7795-43F1-8512-7CE619F3351D}"/>
              </a:ext>
            </a:extLst>
          </p:cNvPr>
          <p:cNvGrpSpPr/>
          <p:nvPr/>
        </p:nvGrpSpPr>
        <p:grpSpPr>
          <a:xfrm>
            <a:off x="9504760" y="2249255"/>
            <a:ext cx="582315" cy="1096487"/>
            <a:chOff x="2872085" y="2640736"/>
            <a:chExt cx="1280160" cy="2410514"/>
          </a:xfrm>
        </p:grpSpPr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A922FE8E-3D02-431E-A42B-6F940AC39480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8D1838B8-0217-4861-A01E-89B29298F215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BA007B09-41A5-49EF-A345-B03AE335304A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9E0F1A04-8B09-413E-B503-92305384EE1A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8F6C92C-C599-455D-8AB7-10FF40A292D5}"/>
                </a:ext>
              </a:extLst>
            </p:cNvPr>
            <p:cNvSpPr/>
            <p:nvPr/>
          </p:nvSpPr>
          <p:spPr bwMode="auto">
            <a:xfrm rot="5400000">
              <a:off x="3578205" y="436285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55CC9F30-FB01-4922-9E35-95367F69BCCB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5137A6E0-A42B-48DA-883F-18840F0D36DA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73EBEBB3-6108-4AD4-8B5B-C729D34E990F}"/>
              </a:ext>
            </a:extLst>
          </p:cNvPr>
          <p:cNvGrpSpPr/>
          <p:nvPr/>
        </p:nvGrpSpPr>
        <p:grpSpPr>
          <a:xfrm>
            <a:off x="10437675" y="2249255"/>
            <a:ext cx="582315" cy="1096487"/>
            <a:chOff x="2872085" y="2640736"/>
            <a:chExt cx="1280160" cy="2410514"/>
          </a:xfrm>
        </p:grpSpPr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B981A3CE-CB2D-43D3-8442-6DD441F3D3E9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12AB6F1A-C2E6-42FA-8841-8F7E389B95F1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A67E5806-88BD-46C7-BCC1-CA9A0064336E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836649E8-8D4C-45EA-9DE2-B4CE53A6129D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3D838FB1-CF01-4D96-AD73-DE999B639742}"/>
                </a:ext>
              </a:extLst>
            </p:cNvPr>
            <p:cNvSpPr/>
            <p:nvPr/>
          </p:nvSpPr>
          <p:spPr bwMode="auto">
            <a:xfrm rot="5400000">
              <a:off x="3578205" y="436285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67E198C6-CD73-46BB-86B3-8DAAA9EBD880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DE383504-F184-4D40-A0A6-34331CFEE669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25622192-760C-45A0-B8DD-6E61B90EEFAA}"/>
              </a:ext>
            </a:extLst>
          </p:cNvPr>
          <p:cNvSpPr/>
          <p:nvPr/>
        </p:nvSpPr>
        <p:spPr bwMode="auto">
          <a:xfrm>
            <a:off x="4933150" y="2249255"/>
            <a:ext cx="381946" cy="68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281D529-C704-4230-AF2F-79625B07064A}"/>
              </a:ext>
            </a:extLst>
          </p:cNvPr>
          <p:cNvSpPr/>
          <p:nvPr/>
        </p:nvSpPr>
        <p:spPr bwMode="auto">
          <a:xfrm rot="5400000">
            <a:off x="4631928" y="2510373"/>
            <a:ext cx="462155" cy="6008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5F99442C-D732-428B-A695-73DEC7B52F58}"/>
              </a:ext>
            </a:extLst>
          </p:cNvPr>
          <p:cNvSpPr/>
          <p:nvPr/>
        </p:nvSpPr>
        <p:spPr bwMode="auto">
          <a:xfrm rot="5400000">
            <a:off x="5154163" y="2510373"/>
            <a:ext cx="462155" cy="6008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1DE5FDB8-09AF-4889-9818-14344DBF13ED}"/>
              </a:ext>
            </a:extLst>
          </p:cNvPr>
          <p:cNvSpPr/>
          <p:nvPr/>
        </p:nvSpPr>
        <p:spPr bwMode="auto">
          <a:xfrm>
            <a:off x="4933150" y="2771490"/>
            <a:ext cx="381946" cy="60080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B7EA0526-3972-43DB-B84D-557F30812FCA}"/>
              </a:ext>
            </a:extLst>
          </p:cNvPr>
          <p:cNvSpPr/>
          <p:nvPr/>
        </p:nvSpPr>
        <p:spPr bwMode="auto">
          <a:xfrm rot="5400000">
            <a:off x="5154163" y="3032608"/>
            <a:ext cx="462155" cy="6008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567D9234-F5E8-4607-9369-AD2072FA21AB}"/>
              </a:ext>
            </a:extLst>
          </p:cNvPr>
          <p:cNvSpPr/>
          <p:nvPr/>
        </p:nvSpPr>
        <p:spPr bwMode="auto">
          <a:xfrm rot="5400000">
            <a:off x="4631928" y="3024151"/>
            <a:ext cx="462155" cy="6008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0C90CBC9-9670-4ED2-AD32-681A21C1C92D}"/>
              </a:ext>
            </a:extLst>
          </p:cNvPr>
          <p:cNvSpPr/>
          <p:nvPr/>
        </p:nvSpPr>
        <p:spPr bwMode="auto">
          <a:xfrm>
            <a:off x="4933150" y="3285662"/>
            <a:ext cx="381946" cy="60080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E9C1B2AE-915C-4FCE-BEB2-C52200D82DE3}"/>
              </a:ext>
            </a:extLst>
          </p:cNvPr>
          <p:cNvSpPr/>
          <p:nvPr/>
        </p:nvSpPr>
        <p:spPr bwMode="auto">
          <a:xfrm rot="2627510">
            <a:off x="4878633" y="2509131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72420484-FA4E-4D5A-AD05-6DE709A7AC6D}"/>
              </a:ext>
            </a:extLst>
          </p:cNvPr>
          <p:cNvSpPr/>
          <p:nvPr/>
        </p:nvSpPr>
        <p:spPr bwMode="auto">
          <a:xfrm rot="18966887">
            <a:off x="4884407" y="3028210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9DA17185-168C-4253-913D-2303C1D904B1}"/>
              </a:ext>
            </a:extLst>
          </p:cNvPr>
          <p:cNvGrpSpPr/>
          <p:nvPr/>
        </p:nvGrpSpPr>
        <p:grpSpPr>
          <a:xfrm>
            <a:off x="8571845" y="4073296"/>
            <a:ext cx="582315" cy="1096487"/>
            <a:chOff x="2872085" y="2640736"/>
            <a:chExt cx="1280160" cy="2410514"/>
          </a:xfrm>
        </p:grpSpPr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37285192-807A-40BC-BFB1-933DE6CAE05A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65874FC1-E0A0-40F2-ADB5-24AE99D0D83B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868371EC-C03A-4C28-9868-922D6FEFCE37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AEDF188B-F17B-43EA-9A65-8E56E68A0AFA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D7188D0F-7A8F-4BF0-8164-59A7C9E92633}"/>
                </a:ext>
              </a:extLst>
            </p:cNvPr>
            <p:cNvSpPr/>
            <p:nvPr/>
          </p:nvSpPr>
          <p:spPr bwMode="auto">
            <a:xfrm rot="5400000">
              <a:off x="3578205" y="436285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E1F5A66A-259E-4160-959D-505BBE195F8A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B19FD28F-EA80-4DDC-9F20-B3D00B13D8AB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6DCA2F2E-4755-4047-BA36-CBFF197A2977}"/>
              </a:ext>
            </a:extLst>
          </p:cNvPr>
          <p:cNvGrpSpPr/>
          <p:nvPr/>
        </p:nvGrpSpPr>
        <p:grpSpPr>
          <a:xfrm>
            <a:off x="9504758" y="4073296"/>
            <a:ext cx="582316" cy="1096487"/>
            <a:chOff x="2872085" y="2640736"/>
            <a:chExt cx="1280164" cy="2410514"/>
          </a:xfrm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3C9332C8-805B-44A7-B87D-EB2BF7F6B69F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82AA6999-BC47-454E-9AE4-1C1659786688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5D8CA082-8D06-412D-999B-CE60BA991B91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52C83014-966E-40EF-AFD6-0F51378528D0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7F3ABF19-9DDE-4C48-ACDD-216FC7C2EAD5}"/>
                </a:ext>
              </a:extLst>
            </p:cNvPr>
            <p:cNvSpPr/>
            <p:nvPr/>
          </p:nvSpPr>
          <p:spPr bwMode="auto">
            <a:xfrm rot="5400000">
              <a:off x="3578209" y="4362857"/>
              <a:ext cx="1016000" cy="1320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6D891C19-60D8-476D-B728-14B84344A626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87141246-F45E-4FBD-82E5-01320748FE12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4B59D169-2F58-4331-9DF5-C149224D4A9D}"/>
              </a:ext>
            </a:extLst>
          </p:cNvPr>
          <p:cNvGrpSpPr/>
          <p:nvPr/>
        </p:nvGrpSpPr>
        <p:grpSpPr>
          <a:xfrm>
            <a:off x="10437675" y="4077327"/>
            <a:ext cx="582315" cy="1096487"/>
            <a:chOff x="2872085" y="2640736"/>
            <a:chExt cx="1280160" cy="2410514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2B4B7584-2D1A-43E5-932C-B39F103C9E5E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FC299231-3E11-492C-BB98-CE738B3971B8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C5D9B02C-5989-417A-85C6-023CA40A084C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8CE9CD5A-5D5C-42EA-8982-B4805E1D176E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104FEDAD-6272-4285-A533-D1EA022CA917}"/>
                </a:ext>
              </a:extLst>
            </p:cNvPr>
            <p:cNvSpPr/>
            <p:nvPr/>
          </p:nvSpPr>
          <p:spPr bwMode="auto">
            <a:xfrm rot="5400000">
              <a:off x="3578205" y="436285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BFBB6A26-0517-4D79-B107-7DE3E11446F9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4DDE5F7F-F5AE-4BA1-A8BE-1EB88D49B674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37205AA0-3002-49A9-9795-33A930417955}"/>
              </a:ext>
            </a:extLst>
          </p:cNvPr>
          <p:cNvGrpSpPr/>
          <p:nvPr/>
        </p:nvGrpSpPr>
        <p:grpSpPr>
          <a:xfrm>
            <a:off x="11372188" y="4077327"/>
            <a:ext cx="582315" cy="1096487"/>
            <a:chOff x="2872085" y="2640736"/>
            <a:chExt cx="1280160" cy="2410514"/>
          </a:xfrm>
        </p:grpSpPr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E3096789-BF97-47FF-9A2F-DD15D90C8FA5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2917D460-5939-44E0-9413-9737A34FEFBE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881C7964-0979-4CFC-9250-57589DDA0E1F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6C5347A8-7F51-457A-B369-83D4BD615A6D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9D06E275-168C-47D4-9C7B-2A57414F4AC9}"/>
                </a:ext>
              </a:extLst>
            </p:cNvPr>
            <p:cNvSpPr/>
            <p:nvPr/>
          </p:nvSpPr>
          <p:spPr bwMode="auto">
            <a:xfrm rot="5400000">
              <a:off x="3578205" y="4362856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F80ABE18-5D04-42CB-9F26-683927ABE01A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D831FD44-DDDF-4537-837F-6F2EDD6ED2CE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198" name="TextBox 197">
            <a:extLst>
              <a:ext uri="{FF2B5EF4-FFF2-40B4-BE49-F238E27FC236}">
                <a16:creationId xmlns:a16="http://schemas.microsoft.com/office/drawing/2014/main" id="{92742BDB-DCE7-47F7-A53C-DF3A35DE3D80}"/>
              </a:ext>
            </a:extLst>
          </p:cNvPr>
          <p:cNvSpPr txBox="1"/>
          <p:nvPr/>
        </p:nvSpPr>
        <p:spPr>
          <a:xfrm>
            <a:off x="3362716" y="2305475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a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3B106EDB-E2FB-41DB-808A-D1704B52BC99}"/>
              </a:ext>
            </a:extLst>
          </p:cNvPr>
          <p:cNvSpPr txBox="1"/>
          <p:nvPr/>
        </p:nvSpPr>
        <p:spPr>
          <a:xfrm>
            <a:off x="4123143" y="311754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b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6C56C4AE-E60E-4F99-BC48-BAF331287D4B}"/>
              </a:ext>
            </a:extLst>
          </p:cNvPr>
          <p:cNvSpPr txBox="1"/>
          <p:nvPr/>
        </p:nvSpPr>
        <p:spPr>
          <a:xfrm>
            <a:off x="4123531" y="428627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c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707E72A1-0A90-4DAF-80CE-D39535DFE1C2}"/>
              </a:ext>
            </a:extLst>
          </p:cNvPr>
          <p:cNvSpPr txBox="1"/>
          <p:nvPr/>
        </p:nvSpPr>
        <p:spPr>
          <a:xfrm>
            <a:off x="3362716" y="505125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d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32488C9E-101D-485F-AADC-54444CAB4C0B}"/>
              </a:ext>
            </a:extLst>
          </p:cNvPr>
          <p:cNvSpPr txBox="1"/>
          <p:nvPr/>
        </p:nvSpPr>
        <p:spPr>
          <a:xfrm>
            <a:off x="2566879" y="428627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e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5E5C1D2-8A50-4E28-97D4-E697B3A6554C}"/>
              </a:ext>
            </a:extLst>
          </p:cNvPr>
          <p:cNvSpPr txBox="1"/>
          <p:nvPr/>
        </p:nvSpPr>
        <p:spPr>
          <a:xfrm>
            <a:off x="2581764" y="3117541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f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446B089-BCCE-488B-A43D-79B81D21372D}"/>
              </a:ext>
            </a:extLst>
          </p:cNvPr>
          <p:cNvSpPr txBox="1"/>
          <p:nvPr/>
        </p:nvSpPr>
        <p:spPr>
          <a:xfrm>
            <a:off x="3362716" y="345166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g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DFF23AF-1DBD-42DC-B769-AB0C88D68DDF}"/>
              </a:ext>
            </a:extLst>
          </p:cNvPr>
          <p:cNvSpPr txBox="1"/>
          <p:nvPr/>
        </p:nvSpPr>
        <p:spPr>
          <a:xfrm>
            <a:off x="3409785" y="292262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h</a:t>
            </a:r>
            <a:endParaRPr lang="ko-KR" altLang="en-US" dirty="0">
              <a:latin typeface="+mj-ea"/>
              <a:ea typeface="+mj-ea"/>
            </a:endParaRP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D5E3350B-BB6B-41D4-A79B-3EB63F15D4C7}"/>
              </a:ext>
            </a:extLst>
          </p:cNvPr>
          <p:cNvGrpSpPr/>
          <p:nvPr/>
        </p:nvGrpSpPr>
        <p:grpSpPr>
          <a:xfrm>
            <a:off x="5764282" y="4070885"/>
            <a:ext cx="582316" cy="1096487"/>
            <a:chOff x="2872085" y="2640736"/>
            <a:chExt cx="1280162" cy="2410514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05211C9C-9133-4DDF-9F44-41B3E126657A}"/>
                </a:ext>
              </a:extLst>
            </p:cNvPr>
            <p:cNvSpPr/>
            <p:nvPr/>
          </p:nvSpPr>
          <p:spPr bwMode="auto">
            <a:xfrm>
              <a:off x="3092331" y="2640736"/>
              <a:ext cx="839669" cy="149806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C4B7F261-34B2-4AB5-96C1-7977DAF78ACC}"/>
                </a:ext>
              </a:extLst>
            </p:cNvPr>
            <p:cNvSpPr/>
            <p:nvPr/>
          </p:nvSpPr>
          <p:spPr bwMode="auto">
            <a:xfrm rot="5400000">
              <a:off x="243012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EC590555-F995-4167-85F2-6B111268E13B}"/>
                </a:ext>
              </a:extLst>
            </p:cNvPr>
            <p:cNvSpPr/>
            <p:nvPr/>
          </p:nvSpPr>
          <p:spPr bwMode="auto">
            <a:xfrm rot="5400000">
              <a:off x="3578205" y="3214776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555AA612-6FA9-4A74-BE2E-BF3DD8CDDDC8}"/>
                </a:ext>
              </a:extLst>
            </p:cNvPr>
            <p:cNvSpPr/>
            <p:nvPr/>
          </p:nvSpPr>
          <p:spPr bwMode="auto">
            <a:xfrm>
              <a:off x="3092331" y="3788816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FECEA44E-8BD5-4681-BB79-A941AFF62481}"/>
                </a:ext>
              </a:extLst>
            </p:cNvPr>
            <p:cNvSpPr/>
            <p:nvPr/>
          </p:nvSpPr>
          <p:spPr bwMode="auto">
            <a:xfrm rot="5400000">
              <a:off x="3578207" y="4362857"/>
              <a:ext cx="1016000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276B918F-E989-43E9-BF8C-CB04FC636BCD}"/>
                </a:ext>
              </a:extLst>
            </p:cNvPr>
            <p:cNvSpPr/>
            <p:nvPr/>
          </p:nvSpPr>
          <p:spPr bwMode="auto">
            <a:xfrm rot="5400000">
              <a:off x="2430125" y="4344265"/>
              <a:ext cx="1016000" cy="1320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2982357B-F242-45DC-A498-CB75887D56B1}"/>
                </a:ext>
              </a:extLst>
            </p:cNvPr>
            <p:cNvSpPr/>
            <p:nvPr/>
          </p:nvSpPr>
          <p:spPr bwMode="auto">
            <a:xfrm>
              <a:off x="3092331" y="4919170"/>
              <a:ext cx="839669" cy="132080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 type="oval" w="med" len="med"/>
              <a:tailEnd type="oval" w="med" len="med"/>
            </a:ln>
          </p:spPr>
          <p:txBody>
            <a:bodyPr rtlCol="0" anchor="ctr"/>
            <a:lstStyle/>
            <a:p>
              <a:pPr algn="l"/>
              <a:endParaRPr lang="ko-KR" altLang="en-US" dirty="0"/>
            </a:p>
          </p:txBody>
        </p: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9D61A61C-AD97-4746-9718-C2EA2214E63E}"/>
              </a:ext>
            </a:extLst>
          </p:cNvPr>
          <p:cNvSpPr txBox="1"/>
          <p:nvPr/>
        </p:nvSpPr>
        <p:spPr>
          <a:xfrm>
            <a:off x="4975754" y="3315702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0694EA4D-F958-46DE-BE23-0B23AA37A972}"/>
              </a:ext>
            </a:extLst>
          </p:cNvPr>
          <p:cNvSpPr txBox="1"/>
          <p:nvPr/>
        </p:nvSpPr>
        <p:spPr>
          <a:xfrm>
            <a:off x="5872287" y="3315702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1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7EA67E7D-5BBA-4A8B-AC05-BD3C5EE428D2}"/>
              </a:ext>
            </a:extLst>
          </p:cNvPr>
          <p:cNvSpPr txBox="1"/>
          <p:nvPr/>
        </p:nvSpPr>
        <p:spPr>
          <a:xfrm>
            <a:off x="6813067" y="3315702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96C221E8-D62B-4A97-BC26-8F96577C3B55}"/>
              </a:ext>
            </a:extLst>
          </p:cNvPr>
          <p:cNvSpPr txBox="1"/>
          <p:nvPr/>
        </p:nvSpPr>
        <p:spPr>
          <a:xfrm>
            <a:off x="7744593" y="3315702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3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80D6084-861F-4C4C-9538-44411094F321}"/>
              </a:ext>
            </a:extLst>
          </p:cNvPr>
          <p:cNvSpPr txBox="1"/>
          <p:nvPr/>
        </p:nvSpPr>
        <p:spPr>
          <a:xfrm>
            <a:off x="8667828" y="3315702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4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8757F6D-548A-4FBA-B0B9-1EBDE403D313}"/>
              </a:ext>
            </a:extLst>
          </p:cNvPr>
          <p:cNvSpPr txBox="1"/>
          <p:nvPr/>
        </p:nvSpPr>
        <p:spPr>
          <a:xfrm>
            <a:off x="9623976" y="3315702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5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A02CCB58-82D2-448C-906F-6BB4D813FA1E}"/>
              </a:ext>
            </a:extLst>
          </p:cNvPr>
          <p:cNvSpPr txBox="1"/>
          <p:nvPr/>
        </p:nvSpPr>
        <p:spPr>
          <a:xfrm>
            <a:off x="10558992" y="3315702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6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62ED06E3-5EB5-429B-9679-4B62D48F1D9F}"/>
              </a:ext>
            </a:extLst>
          </p:cNvPr>
          <p:cNvSpPr txBox="1"/>
          <p:nvPr/>
        </p:nvSpPr>
        <p:spPr>
          <a:xfrm>
            <a:off x="11483649" y="3315702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7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92C0B94D-4F5F-4B80-94B8-D73E248E3258}"/>
              </a:ext>
            </a:extLst>
          </p:cNvPr>
          <p:cNvSpPr txBox="1"/>
          <p:nvPr/>
        </p:nvSpPr>
        <p:spPr>
          <a:xfrm>
            <a:off x="4975754" y="5162469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8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C4BC9478-0440-43EF-8F37-C09179221BEB}"/>
              </a:ext>
            </a:extLst>
          </p:cNvPr>
          <p:cNvSpPr txBox="1"/>
          <p:nvPr/>
        </p:nvSpPr>
        <p:spPr>
          <a:xfrm>
            <a:off x="5882046" y="5162469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9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C3A20D65-E060-4F4A-99D0-D22D41831928}"/>
              </a:ext>
            </a:extLst>
          </p:cNvPr>
          <p:cNvSpPr txBox="1"/>
          <p:nvPr/>
        </p:nvSpPr>
        <p:spPr>
          <a:xfrm>
            <a:off x="6803004" y="5162469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A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EBE82539-90E8-4C80-93AB-0B00300AA59F}"/>
              </a:ext>
            </a:extLst>
          </p:cNvPr>
          <p:cNvSpPr txBox="1"/>
          <p:nvPr/>
        </p:nvSpPr>
        <p:spPr>
          <a:xfrm>
            <a:off x="7750346" y="5162469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ACD04B44-B05F-4AE5-8D02-4E4184CFD79B}"/>
              </a:ext>
            </a:extLst>
          </p:cNvPr>
          <p:cNvSpPr txBox="1"/>
          <p:nvPr/>
        </p:nvSpPr>
        <p:spPr>
          <a:xfrm>
            <a:off x="8675228" y="5162469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7C878BD3-6C28-40F6-B412-66BF4C1F578F}"/>
              </a:ext>
            </a:extLst>
          </p:cNvPr>
          <p:cNvSpPr txBox="1"/>
          <p:nvPr/>
        </p:nvSpPr>
        <p:spPr>
          <a:xfrm>
            <a:off x="9606543" y="5162469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2B04B5D7-C5BE-4140-87FB-813F4973075E}"/>
              </a:ext>
            </a:extLst>
          </p:cNvPr>
          <p:cNvSpPr txBox="1"/>
          <p:nvPr/>
        </p:nvSpPr>
        <p:spPr>
          <a:xfrm>
            <a:off x="10534689" y="5162469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E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B5333FE1-4B32-44F6-BFD8-195D38BCF575}"/>
              </a:ext>
            </a:extLst>
          </p:cNvPr>
          <p:cNvSpPr txBox="1"/>
          <p:nvPr/>
        </p:nvSpPr>
        <p:spPr>
          <a:xfrm>
            <a:off x="11475307" y="5162469"/>
            <a:ext cx="359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F</a:t>
            </a:r>
            <a:endParaRPr lang="ko-KR" altLang="en-US" sz="2200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80B84A93-40E7-4B9F-9B45-672BBC1AC04B}"/>
              </a:ext>
            </a:extLst>
          </p:cNvPr>
          <p:cNvSpPr txBox="1"/>
          <p:nvPr/>
        </p:nvSpPr>
        <p:spPr>
          <a:xfrm>
            <a:off x="4410266" y="53727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97B3717D-4A30-4678-9F7A-8792E72F82E4}"/>
              </a:ext>
            </a:extLst>
          </p:cNvPr>
          <p:cNvSpPr/>
          <p:nvPr/>
        </p:nvSpPr>
        <p:spPr bwMode="auto">
          <a:xfrm rot="19071934">
            <a:off x="2951852" y="4355929"/>
            <a:ext cx="1117017" cy="131010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C7933D72-55D6-49B7-829A-89F0398706CF}"/>
              </a:ext>
            </a:extLst>
          </p:cNvPr>
          <p:cNvSpPr txBox="1"/>
          <p:nvPr/>
        </p:nvSpPr>
        <p:spPr>
          <a:xfrm>
            <a:off x="3289400" y="4078180"/>
            <a:ext cx="245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+mj-ea"/>
                <a:ea typeface="+mj-ea"/>
              </a:rPr>
              <a:t>i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76FB6450-6DDC-4ADB-8451-F865FC3CE9F8}"/>
              </a:ext>
            </a:extLst>
          </p:cNvPr>
          <p:cNvSpPr/>
          <p:nvPr/>
        </p:nvSpPr>
        <p:spPr bwMode="auto">
          <a:xfrm rot="2627510">
            <a:off x="5803294" y="2509131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0C7A5992-BBC9-4185-B570-4375020DEAB7}"/>
              </a:ext>
            </a:extLst>
          </p:cNvPr>
          <p:cNvSpPr/>
          <p:nvPr/>
        </p:nvSpPr>
        <p:spPr bwMode="auto">
          <a:xfrm rot="18966887">
            <a:off x="5809068" y="3028210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825ED789-C3F9-445C-BB7F-91A46741B32B}"/>
              </a:ext>
            </a:extLst>
          </p:cNvPr>
          <p:cNvSpPr/>
          <p:nvPr/>
        </p:nvSpPr>
        <p:spPr bwMode="auto">
          <a:xfrm rot="2627510">
            <a:off x="6748880" y="2509131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130AB3D3-E9F7-4B42-8772-1BD4164C48F5}"/>
              </a:ext>
            </a:extLst>
          </p:cNvPr>
          <p:cNvSpPr/>
          <p:nvPr/>
        </p:nvSpPr>
        <p:spPr bwMode="auto">
          <a:xfrm rot="18966887">
            <a:off x="6754654" y="3028210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63856779-172A-4530-9976-29A92FAD2E55}"/>
              </a:ext>
            </a:extLst>
          </p:cNvPr>
          <p:cNvSpPr/>
          <p:nvPr/>
        </p:nvSpPr>
        <p:spPr bwMode="auto">
          <a:xfrm rot="2627510">
            <a:off x="7684061" y="2509131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3134D844-BCBB-4D63-8622-73A953C887F5}"/>
              </a:ext>
            </a:extLst>
          </p:cNvPr>
          <p:cNvSpPr/>
          <p:nvPr/>
        </p:nvSpPr>
        <p:spPr bwMode="auto">
          <a:xfrm rot="18966887">
            <a:off x="7689835" y="3028210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2" name="직사각형 261">
            <a:extLst>
              <a:ext uri="{FF2B5EF4-FFF2-40B4-BE49-F238E27FC236}">
                <a16:creationId xmlns:a16="http://schemas.microsoft.com/office/drawing/2014/main" id="{C7901799-C1B3-4CBD-A17A-77D616E73253}"/>
              </a:ext>
            </a:extLst>
          </p:cNvPr>
          <p:cNvSpPr/>
          <p:nvPr/>
        </p:nvSpPr>
        <p:spPr bwMode="auto">
          <a:xfrm rot="2627510">
            <a:off x="8617993" y="2509131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99047419-4A71-4237-ADA6-35034D57D2D8}"/>
              </a:ext>
            </a:extLst>
          </p:cNvPr>
          <p:cNvSpPr/>
          <p:nvPr/>
        </p:nvSpPr>
        <p:spPr bwMode="auto">
          <a:xfrm rot="18966887">
            <a:off x="8623767" y="3028210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B192E0C8-BB7A-4689-861B-AAEE3ED82D15}"/>
              </a:ext>
            </a:extLst>
          </p:cNvPr>
          <p:cNvSpPr/>
          <p:nvPr/>
        </p:nvSpPr>
        <p:spPr bwMode="auto">
          <a:xfrm rot="2627510">
            <a:off x="9550867" y="2509131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5" name="직사각형 264">
            <a:extLst>
              <a:ext uri="{FF2B5EF4-FFF2-40B4-BE49-F238E27FC236}">
                <a16:creationId xmlns:a16="http://schemas.microsoft.com/office/drawing/2014/main" id="{5394AF53-83CA-4913-9CEA-B0AC9CF28236}"/>
              </a:ext>
            </a:extLst>
          </p:cNvPr>
          <p:cNvSpPr/>
          <p:nvPr/>
        </p:nvSpPr>
        <p:spPr bwMode="auto">
          <a:xfrm rot="18966887">
            <a:off x="9556641" y="3028210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5E648408-4B5D-4B11-9165-FE412FFB5553}"/>
              </a:ext>
            </a:extLst>
          </p:cNvPr>
          <p:cNvSpPr/>
          <p:nvPr/>
        </p:nvSpPr>
        <p:spPr bwMode="auto">
          <a:xfrm rot="2627510">
            <a:off x="10495347" y="2509131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2CE44254-6A36-40EF-A939-4AB5DD987ACF}"/>
              </a:ext>
            </a:extLst>
          </p:cNvPr>
          <p:cNvSpPr/>
          <p:nvPr/>
        </p:nvSpPr>
        <p:spPr bwMode="auto">
          <a:xfrm rot="18966887">
            <a:off x="10501121" y="3028210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5E62E0DD-687F-4BD1-B339-D005C28404A4}"/>
              </a:ext>
            </a:extLst>
          </p:cNvPr>
          <p:cNvSpPr/>
          <p:nvPr/>
        </p:nvSpPr>
        <p:spPr bwMode="auto">
          <a:xfrm rot="2627510">
            <a:off x="11394854" y="2509132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49CF1761-99F4-4359-95D7-1EE9A262E560}"/>
              </a:ext>
            </a:extLst>
          </p:cNvPr>
          <p:cNvSpPr/>
          <p:nvPr/>
        </p:nvSpPr>
        <p:spPr bwMode="auto">
          <a:xfrm rot="18966887">
            <a:off x="11400628" y="3028211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70" name="직사각형 269">
            <a:extLst>
              <a:ext uri="{FF2B5EF4-FFF2-40B4-BE49-F238E27FC236}">
                <a16:creationId xmlns:a16="http://schemas.microsoft.com/office/drawing/2014/main" id="{E65E7214-8249-43B2-912B-07F101D5C88C}"/>
              </a:ext>
            </a:extLst>
          </p:cNvPr>
          <p:cNvSpPr/>
          <p:nvPr/>
        </p:nvSpPr>
        <p:spPr bwMode="auto">
          <a:xfrm rot="2627510">
            <a:off x="11415754" y="4331084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71" name="직사각형 270">
            <a:extLst>
              <a:ext uri="{FF2B5EF4-FFF2-40B4-BE49-F238E27FC236}">
                <a16:creationId xmlns:a16="http://schemas.microsoft.com/office/drawing/2014/main" id="{2084CF61-EB24-4FD2-B6C7-42FDF6B0BD5E}"/>
              </a:ext>
            </a:extLst>
          </p:cNvPr>
          <p:cNvSpPr/>
          <p:nvPr/>
        </p:nvSpPr>
        <p:spPr bwMode="auto">
          <a:xfrm rot="18966887">
            <a:off x="11421528" y="4850163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72" name="직사각형 271">
            <a:extLst>
              <a:ext uri="{FF2B5EF4-FFF2-40B4-BE49-F238E27FC236}">
                <a16:creationId xmlns:a16="http://schemas.microsoft.com/office/drawing/2014/main" id="{47C25130-C3BD-40FD-9155-54F0D76BAB94}"/>
              </a:ext>
            </a:extLst>
          </p:cNvPr>
          <p:cNvSpPr/>
          <p:nvPr/>
        </p:nvSpPr>
        <p:spPr bwMode="auto">
          <a:xfrm rot="2627510">
            <a:off x="10475236" y="4331084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73" name="직사각형 272">
            <a:extLst>
              <a:ext uri="{FF2B5EF4-FFF2-40B4-BE49-F238E27FC236}">
                <a16:creationId xmlns:a16="http://schemas.microsoft.com/office/drawing/2014/main" id="{FFCD2DC6-145E-4481-AAFF-11349F64F7DA}"/>
              </a:ext>
            </a:extLst>
          </p:cNvPr>
          <p:cNvSpPr/>
          <p:nvPr/>
        </p:nvSpPr>
        <p:spPr bwMode="auto">
          <a:xfrm rot="18966887">
            <a:off x="10481010" y="4850163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74" name="직사각형 273">
            <a:extLst>
              <a:ext uri="{FF2B5EF4-FFF2-40B4-BE49-F238E27FC236}">
                <a16:creationId xmlns:a16="http://schemas.microsoft.com/office/drawing/2014/main" id="{0CEFA37A-DEDD-4C43-B2BB-28F91CE4EE5C}"/>
              </a:ext>
            </a:extLst>
          </p:cNvPr>
          <p:cNvSpPr/>
          <p:nvPr/>
        </p:nvSpPr>
        <p:spPr bwMode="auto">
          <a:xfrm rot="2627510">
            <a:off x="9560636" y="4331085"/>
            <a:ext cx="479432" cy="67697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A05600F1-B83F-41BF-8712-4597F29CBD0F}"/>
              </a:ext>
            </a:extLst>
          </p:cNvPr>
          <p:cNvSpPr/>
          <p:nvPr/>
        </p:nvSpPr>
        <p:spPr bwMode="auto">
          <a:xfrm rot="18966887">
            <a:off x="9566411" y="4850163"/>
            <a:ext cx="479432" cy="67697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3E27BD73-4454-41EA-B9A5-4C847E214150}"/>
              </a:ext>
            </a:extLst>
          </p:cNvPr>
          <p:cNvSpPr/>
          <p:nvPr/>
        </p:nvSpPr>
        <p:spPr bwMode="auto">
          <a:xfrm rot="2627510">
            <a:off x="8619775" y="4331085"/>
            <a:ext cx="479432" cy="676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94EB21EA-21E3-4C25-B1FB-8679E33FCED2}"/>
              </a:ext>
            </a:extLst>
          </p:cNvPr>
          <p:cNvSpPr/>
          <p:nvPr/>
        </p:nvSpPr>
        <p:spPr bwMode="auto">
          <a:xfrm rot="18966887">
            <a:off x="8625550" y="4850163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EC9EF1F2-9EF0-44B4-BB57-4E4F4E0EC54E}"/>
              </a:ext>
            </a:extLst>
          </p:cNvPr>
          <p:cNvSpPr/>
          <p:nvPr/>
        </p:nvSpPr>
        <p:spPr bwMode="auto">
          <a:xfrm rot="2627510">
            <a:off x="7679016" y="4331084"/>
            <a:ext cx="479432" cy="67697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EFB0B9FA-683F-4D4A-B74C-CDEF34043F6B}"/>
              </a:ext>
            </a:extLst>
          </p:cNvPr>
          <p:cNvSpPr/>
          <p:nvPr/>
        </p:nvSpPr>
        <p:spPr bwMode="auto">
          <a:xfrm rot="18966887">
            <a:off x="7684790" y="4850163"/>
            <a:ext cx="479432" cy="67697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18DB0C84-7740-4B60-B89B-2B93847F20F7}"/>
              </a:ext>
            </a:extLst>
          </p:cNvPr>
          <p:cNvSpPr/>
          <p:nvPr/>
        </p:nvSpPr>
        <p:spPr bwMode="auto">
          <a:xfrm rot="2627510">
            <a:off x="6748880" y="4331084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BDCB00D4-74B8-4307-8E9E-EE510AF5729F}"/>
              </a:ext>
            </a:extLst>
          </p:cNvPr>
          <p:cNvSpPr/>
          <p:nvPr/>
        </p:nvSpPr>
        <p:spPr bwMode="auto">
          <a:xfrm rot="18966887">
            <a:off x="6754654" y="4850163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6BC7185A-D21B-4739-B648-567C43970D2F}"/>
              </a:ext>
            </a:extLst>
          </p:cNvPr>
          <p:cNvSpPr/>
          <p:nvPr/>
        </p:nvSpPr>
        <p:spPr bwMode="auto">
          <a:xfrm rot="2627510">
            <a:off x="5814839" y="4331084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4B62CFEA-E1A6-444E-B73F-072C3252184D}"/>
              </a:ext>
            </a:extLst>
          </p:cNvPr>
          <p:cNvSpPr/>
          <p:nvPr/>
        </p:nvSpPr>
        <p:spPr bwMode="auto">
          <a:xfrm rot="18966887">
            <a:off x="5820613" y="4850163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42F276C8-ECA4-4C06-B5BB-A586873C1910}"/>
              </a:ext>
            </a:extLst>
          </p:cNvPr>
          <p:cNvSpPr/>
          <p:nvPr/>
        </p:nvSpPr>
        <p:spPr bwMode="auto">
          <a:xfrm rot="2627510">
            <a:off x="4868962" y="4331084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AB812FE6-9AC8-4FE4-8C73-6BE94EF10CDF}"/>
              </a:ext>
            </a:extLst>
          </p:cNvPr>
          <p:cNvSpPr/>
          <p:nvPr/>
        </p:nvSpPr>
        <p:spPr bwMode="auto">
          <a:xfrm rot="18966887">
            <a:off x="4874736" y="4850163"/>
            <a:ext cx="479432" cy="67697"/>
          </a:xfrm>
          <a:prstGeom prst="rect">
            <a:avLst/>
          </a:prstGeom>
          <a:noFill/>
          <a:ln w="1905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545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6" grpId="0" animBg="1"/>
      <p:bldP spid="23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2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86240" y="909635"/>
            <a:ext cx="2067560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	Step#2</a:t>
            </a:r>
            <a:endParaRPr lang="ko-KR" altLang="en-US" sz="20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9363FE-F00A-4001-A9EE-EA6995F5EE7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66</a:t>
            </a:fld>
            <a:r>
              <a:rPr lang="en-US" altLang="ko-KR"/>
              <a:t> p</a:t>
            </a:r>
            <a:endParaRPr lang="ko-KR" altLang="en-US" dirty="0"/>
          </a:p>
        </p:txBody>
      </p:sp>
      <p:graphicFrame>
        <p:nvGraphicFramePr>
          <p:cNvPr id="231" name="표 230">
            <a:extLst>
              <a:ext uri="{FF2B5EF4-FFF2-40B4-BE49-F238E27FC236}">
                <a16:creationId xmlns:a16="http://schemas.microsoft.com/office/drawing/2014/main" id="{32059780-D12E-4985-9001-BD2A64BF8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457861"/>
              </p:ext>
            </p:extLst>
          </p:nvPr>
        </p:nvGraphicFramePr>
        <p:xfrm>
          <a:off x="838199" y="1449489"/>
          <a:ext cx="10396877" cy="51265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8707">
                  <a:extLst>
                    <a:ext uri="{9D8B030D-6E8A-4147-A177-3AD203B41FA5}">
                      <a16:colId xmlns:a16="http://schemas.microsoft.com/office/drawing/2014/main" val="1134775081"/>
                    </a:ext>
                  </a:extLst>
                </a:gridCol>
                <a:gridCol w="484408">
                  <a:extLst>
                    <a:ext uri="{9D8B030D-6E8A-4147-A177-3AD203B41FA5}">
                      <a16:colId xmlns:a16="http://schemas.microsoft.com/office/drawing/2014/main" val="1443156727"/>
                    </a:ext>
                  </a:extLst>
                </a:gridCol>
                <a:gridCol w="484408">
                  <a:extLst>
                    <a:ext uri="{9D8B030D-6E8A-4147-A177-3AD203B41FA5}">
                      <a16:colId xmlns:a16="http://schemas.microsoft.com/office/drawing/2014/main" val="962838050"/>
                    </a:ext>
                  </a:extLst>
                </a:gridCol>
                <a:gridCol w="484408">
                  <a:extLst>
                    <a:ext uri="{9D8B030D-6E8A-4147-A177-3AD203B41FA5}">
                      <a16:colId xmlns:a16="http://schemas.microsoft.com/office/drawing/2014/main" val="3061121519"/>
                    </a:ext>
                  </a:extLst>
                </a:gridCol>
                <a:gridCol w="484408">
                  <a:extLst>
                    <a:ext uri="{9D8B030D-6E8A-4147-A177-3AD203B41FA5}">
                      <a16:colId xmlns:a16="http://schemas.microsoft.com/office/drawing/2014/main" val="2657907789"/>
                    </a:ext>
                  </a:extLst>
                </a:gridCol>
                <a:gridCol w="782282">
                  <a:extLst>
                    <a:ext uri="{9D8B030D-6E8A-4147-A177-3AD203B41FA5}">
                      <a16:colId xmlns:a16="http://schemas.microsoft.com/office/drawing/2014/main" val="3948445452"/>
                    </a:ext>
                  </a:extLst>
                </a:gridCol>
                <a:gridCol w="782282">
                  <a:extLst>
                    <a:ext uri="{9D8B030D-6E8A-4147-A177-3AD203B41FA5}">
                      <a16:colId xmlns:a16="http://schemas.microsoft.com/office/drawing/2014/main" val="3859354819"/>
                    </a:ext>
                  </a:extLst>
                </a:gridCol>
                <a:gridCol w="782282">
                  <a:extLst>
                    <a:ext uri="{9D8B030D-6E8A-4147-A177-3AD203B41FA5}">
                      <a16:colId xmlns:a16="http://schemas.microsoft.com/office/drawing/2014/main" val="1391632911"/>
                    </a:ext>
                  </a:extLst>
                </a:gridCol>
                <a:gridCol w="782282">
                  <a:extLst>
                    <a:ext uri="{9D8B030D-6E8A-4147-A177-3AD203B41FA5}">
                      <a16:colId xmlns:a16="http://schemas.microsoft.com/office/drawing/2014/main" val="4159122390"/>
                    </a:ext>
                  </a:extLst>
                </a:gridCol>
                <a:gridCol w="782282">
                  <a:extLst>
                    <a:ext uri="{9D8B030D-6E8A-4147-A177-3AD203B41FA5}">
                      <a16:colId xmlns:a16="http://schemas.microsoft.com/office/drawing/2014/main" val="705011935"/>
                    </a:ext>
                  </a:extLst>
                </a:gridCol>
                <a:gridCol w="782282">
                  <a:extLst>
                    <a:ext uri="{9D8B030D-6E8A-4147-A177-3AD203B41FA5}">
                      <a16:colId xmlns:a16="http://schemas.microsoft.com/office/drawing/2014/main" val="2921123054"/>
                    </a:ext>
                  </a:extLst>
                </a:gridCol>
                <a:gridCol w="782282">
                  <a:extLst>
                    <a:ext uri="{9D8B030D-6E8A-4147-A177-3AD203B41FA5}">
                      <a16:colId xmlns:a16="http://schemas.microsoft.com/office/drawing/2014/main" val="4037318105"/>
                    </a:ext>
                  </a:extLst>
                </a:gridCol>
                <a:gridCol w="782282">
                  <a:extLst>
                    <a:ext uri="{9D8B030D-6E8A-4147-A177-3AD203B41FA5}">
                      <a16:colId xmlns:a16="http://schemas.microsoft.com/office/drawing/2014/main" val="3682706228"/>
                    </a:ext>
                  </a:extLst>
                </a:gridCol>
                <a:gridCol w="782282">
                  <a:extLst>
                    <a:ext uri="{9D8B030D-6E8A-4147-A177-3AD203B41FA5}">
                      <a16:colId xmlns:a16="http://schemas.microsoft.com/office/drawing/2014/main" val="4125579"/>
                    </a:ext>
                  </a:extLst>
                </a:gridCol>
              </a:tblGrid>
              <a:tr h="46508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Hexadecimal</a:t>
                      </a:r>
                    </a:p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Number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190A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Input (4-bit)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190A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grid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Output (Your definition)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325267"/>
                  </a:ext>
                </a:extLst>
              </a:tr>
              <a:tr h="24524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w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x</a:t>
                      </a:r>
                      <a:endParaRPr lang="ko-KR" altLang="en-US" sz="14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y </a:t>
                      </a:r>
                      <a:endParaRPr lang="ko-KR" altLang="en-US" sz="14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z</a:t>
                      </a:r>
                      <a:endParaRPr lang="ko-KR" altLang="en-US" sz="14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a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b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c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d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f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g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h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512612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097814386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454893592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613913333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3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282290421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109122413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5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626326334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542401720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7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293986070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8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380731604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9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126079220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A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7359379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B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0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0538549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C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69510475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D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54039373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E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340927244"/>
                  </a:ext>
                </a:extLst>
              </a:tr>
              <a:tr h="2760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F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1</a:t>
                      </a:r>
                      <a:endParaRPr lang="ko-KR" altLang="en-US" sz="140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494378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1803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04243" y="909635"/>
            <a:ext cx="2249557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Output </a:t>
            </a:r>
            <a:r>
              <a:rPr lang="en-US" altLang="ko-KR" dirty="0"/>
              <a:t>‘a’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91F13E-85CE-402E-81C6-B50AABFB6F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67</a:t>
            </a:fld>
            <a:r>
              <a:rPr lang="en-US" altLang="ko-KR"/>
              <a:t> p</a:t>
            </a:r>
            <a:endParaRPr lang="ko-KR" altLang="en-US" dirty="0"/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BEDAD4EC-51CA-4B76-AC49-88676BB64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341249"/>
              </p:ext>
            </p:extLst>
          </p:nvPr>
        </p:nvGraphicFramePr>
        <p:xfrm>
          <a:off x="679378" y="1452877"/>
          <a:ext cx="10674420" cy="52685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8140">
                  <a:extLst>
                    <a:ext uri="{9D8B030D-6E8A-4147-A177-3AD203B41FA5}">
                      <a16:colId xmlns:a16="http://schemas.microsoft.com/office/drawing/2014/main" val="421372503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623808942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1913049248"/>
                    </a:ext>
                  </a:extLst>
                </a:gridCol>
              </a:tblGrid>
              <a:tr h="48455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Output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‘a’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>
                    <a:solidFill>
                      <a:srgbClr val="33136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537385"/>
                  </a:ext>
                </a:extLst>
              </a:tr>
              <a:tr h="24973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Combinational</a:t>
                      </a:r>
                      <a:r>
                        <a:rPr lang="en-US" altLang="ko-KR" sz="1400" b="1" baseline="0" dirty="0">
                          <a:latin typeface="+mj-ea"/>
                          <a:ea typeface="+mj-ea"/>
                        </a:rPr>
                        <a:t> logic design process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36391"/>
                  </a:ext>
                </a:extLst>
              </a:tr>
              <a:tr h="252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Step#1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Step#2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Step#3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1377656189"/>
                  </a:ext>
                </a:extLst>
              </a:tr>
              <a:tr h="4281484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71743542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5AA1DF1-EA7E-4400-9222-FDA337788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817289"/>
              </p:ext>
            </p:extLst>
          </p:nvPr>
        </p:nvGraphicFramePr>
        <p:xfrm>
          <a:off x="782726" y="2544984"/>
          <a:ext cx="2505454" cy="4115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9042">
                  <a:extLst>
                    <a:ext uri="{9D8B030D-6E8A-4147-A177-3AD203B41FA5}">
                      <a16:colId xmlns:a16="http://schemas.microsoft.com/office/drawing/2014/main" val="1813243246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569586923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600322614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3262660971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4153294778"/>
                    </a:ext>
                  </a:extLst>
                </a:gridCol>
              </a:tblGrid>
              <a:tr h="36999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Hexadecimal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Number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Input (4-bit)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146416"/>
                  </a:ext>
                </a:extLst>
              </a:tr>
              <a:tr h="2323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w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x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y 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z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506372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59798247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5484997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3933278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43697790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754442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4627606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94791427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7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01798889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8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069908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9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08951230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24157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B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8589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C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14807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D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3464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E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885381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F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002774"/>
                  </a:ext>
                </a:extLst>
              </a:tr>
            </a:tbl>
          </a:graphicData>
        </a:graphic>
      </p:graphicFrame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D7EEEE58-1383-4E82-BD93-247ACE64B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093925"/>
              </p:ext>
            </p:extLst>
          </p:nvPr>
        </p:nvGraphicFramePr>
        <p:xfrm>
          <a:off x="4379542" y="3775107"/>
          <a:ext cx="32844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890">
                  <a:extLst>
                    <a:ext uri="{9D8B030D-6E8A-4147-A177-3AD203B41FA5}">
                      <a16:colId xmlns:a16="http://schemas.microsoft.com/office/drawing/2014/main" val="1765837299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3870703911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834947230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4265657138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076184259"/>
                    </a:ext>
                  </a:extLst>
                </a:gridCol>
              </a:tblGrid>
              <a:tr h="119188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67094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4550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301963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490998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575409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A1F5D5B3-5B70-47BD-BA8B-73F57B49ED62}"/>
              </a:ext>
            </a:extLst>
          </p:cNvPr>
          <p:cNvGrpSpPr/>
          <p:nvPr/>
        </p:nvGrpSpPr>
        <p:grpSpPr>
          <a:xfrm>
            <a:off x="4308049" y="3704543"/>
            <a:ext cx="745501" cy="488978"/>
            <a:chOff x="4317476" y="3893081"/>
            <a:chExt cx="745501" cy="4889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6E46F7-85F2-49FB-908E-74C94719F510}"/>
                </a:ext>
              </a:extLst>
            </p:cNvPr>
            <p:cNvSpPr txBox="1"/>
            <p:nvPr/>
          </p:nvSpPr>
          <p:spPr>
            <a:xfrm>
              <a:off x="4317476" y="4058894"/>
              <a:ext cx="43473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wx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FA498-8DB1-43A7-ABA2-45323B40CA93}"/>
                </a:ext>
              </a:extLst>
            </p:cNvPr>
            <p:cNvSpPr txBox="1"/>
            <p:nvPr/>
          </p:nvSpPr>
          <p:spPr>
            <a:xfrm>
              <a:off x="4677935" y="3893081"/>
              <a:ext cx="38504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yz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DA041806-458F-4FB3-8D61-208CCEF2D8F5}"/>
              </a:ext>
            </a:extLst>
          </p:cNvPr>
          <p:cNvSpPr txBox="1"/>
          <p:nvPr/>
        </p:nvSpPr>
        <p:spPr>
          <a:xfrm>
            <a:off x="4602126" y="3340897"/>
            <a:ext cx="298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1428C6C-4026-481A-90D0-9E135534C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386941"/>
              </p:ext>
            </p:extLst>
          </p:nvPr>
        </p:nvGraphicFramePr>
        <p:xfrm>
          <a:off x="3390926" y="2944678"/>
          <a:ext cx="755094" cy="37158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5094">
                  <a:extLst>
                    <a:ext uri="{9D8B030D-6E8A-4147-A177-3AD203B41FA5}">
                      <a16:colId xmlns:a16="http://schemas.microsoft.com/office/drawing/2014/main" val="2132108452"/>
                    </a:ext>
                  </a:extLst>
                </a:gridCol>
              </a:tblGrid>
              <a:tr h="1954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a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63864" marR="63864" marT="0" marB="0" anchor="ctr">
                    <a:solidFill>
                      <a:srgbClr val="3259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814360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1151753394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1777940588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3059955671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2365289172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4064339709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1427162945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1883390215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2780522602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2507025219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1964091789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3359985276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3284223311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2420551718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4084805710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3025138319"/>
                  </a:ext>
                </a:extLst>
              </a:tr>
              <a:tr h="2200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marL="63864" marR="63864" marT="0" marB="0" anchor="ctr"/>
                </a:tc>
                <a:extLst>
                  <a:ext uri="{0D108BD9-81ED-4DB2-BD59-A6C34878D82A}">
                    <a16:rowId xmlns:a16="http://schemas.microsoft.com/office/drawing/2014/main" val="2952805303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21D79BC-D980-4A05-AD98-1D8239F4ED3B}"/>
              </a:ext>
            </a:extLst>
          </p:cNvPr>
          <p:cNvSpPr/>
          <p:nvPr/>
        </p:nvSpPr>
        <p:spPr bwMode="auto">
          <a:xfrm>
            <a:off x="6521247" y="4550890"/>
            <a:ext cx="1030638" cy="641950"/>
          </a:xfrm>
          <a:prstGeom prst="roundRect">
            <a:avLst/>
          </a:prstGeom>
          <a:noFill/>
          <a:ln w="28575">
            <a:solidFill>
              <a:srgbClr val="30BEC7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981C2B9-10F2-4500-AD45-251BEED116D5}"/>
              </a:ext>
            </a:extLst>
          </p:cNvPr>
          <p:cNvSpPr/>
          <p:nvPr/>
        </p:nvSpPr>
        <p:spPr bwMode="auto">
          <a:xfrm>
            <a:off x="5129939" y="4193521"/>
            <a:ext cx="434734" cy="231245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2C87F5-BB33-4167-98EE-FE1128264B24}"/>
              </a:ext>
            </a:extLst>
          </p:cNvPr>
          <p:cNvSpPr/>
          <p:nvPr/>
        </p:nvSpPr>
        <p:spPr bwMode="auto">
          <a:xfrm>
            <a:off x="5200463" y="4894692"/>
            <a:ext cx="364210" cy="703557"/>
          </a:xfrm>
          <a:prstGeom prst="roundRect">
            <a:avLst/>
          </a:prstGeom>
          <a:noFill/>
          <a:ln w="28575">
            <a:solidFill>
              <a:srgbClr val="33136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7BDAE4B-6EF6-45B8-B0D1-ED038E919C44}"/>
              </a:ext>
            </a:extLst>
          </p:cNvPr>
          <p:cNvSpPr/>
          <p:nvPr/>
        </p:nvSpPr>
        <p:spPr bwMode="auto">
          <a:xfrm>
            <a:off x="5053550" y="5300420"/>
            <a:ext cx="595582" cy="232475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49FCEF3-9A41-4AD4-946B-AC613701B7EF}"/>
              </a:ext>
            </a:extLst>
          </p:cNvPr>
          <p:cNvSpPr/>
          <p:nvPr/>
        </p:nvSpPr>
        <p:spPr bwMode="auto">
          <a:xfrm>
            <a:off x="5772561" y="4547049"/>
            <a:ext cx="1085007" cy="288423"/>
          </a:xfrm>
          <a:prstGeom prst="roundRect">
            <a:avLst/>
          </a:prstGeom>
          <a:noFill/>
          <a:ln w="28575">
            <a:solidFill>
              <a:srgbClr val="316E9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17283EF-8F3F-4D8C-863B-29DF0F581F62}"/>
              </a:ext>
            </a:extLst>
          </p:cNvPr>
          <p:cNvSpPr/>
          <p:nvPr/>
        </p:nvSpPr>
        <p:spPr bwMode="auto">
          <a:xfrm>
            <a:off x="5178121" y="5272445"/>
            <a:ext cx="1085007" cy="288423"/>
          </a:xfrm>
          <a:prstGeom prst="roundRect">
            <a:avLst/>
          </a:prstGeom>
          <a:noFill/>
          <a:ln w="28575">
            <a:solidFill>
              <a:srgbClr val="3190A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668800B-C992-4D66-A79B-2C512BC0DE95}"/>
              </a:ext>
            </a:extLst>
          </p:cNvPr>
          <p:cNvSpPr/>
          <p:nvPr/>
        </p:nvSpPr>
        <p:spPr bwMode="auto">
          <a:xfrm>
            <a:off x="6502715" y="4139823"/>
            <a:ext cx="364210" cy="695649"/>
          </a:xfrm>
          <a:prstGeom prst="roundRect">
            <a:avLst/>
          </a:prstGeom>
          <a:noFill/>
          <a:ln w="28575">
            <a:solidFill>
              <a:srgbClr val="3193B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629ECEC-98B2-445B-8BFE-28638E647C60}"/>
              </a:ext>
            </a:extLst>
          </p:cNvPr>
          <p:cNvSpPr/>
          <p:nvPr/>
        </p:nvSpPr>
        <p:spPr bwMode="auto">
          <a:xfrm>
            <a:off x="7097808" y="4193520"/>
            <a:ext cx="434734" cy="231245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85BD5D7-43EA-4B7C-A869-CD7DBFD4A2FA}"/>
              </a:ext>
            </a:extLst>
          </p:cNvPr>
          <p:cNvSpPr/>
          <p:nvPr/>
        </p:nvSpPr>
        <p:spPr bwMode="auto">
          <a:xfrm>
            <a:off x="7091092" y="5289500"/>
            <a:ext cx="434734" cy="231245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3E6AFD-FB8E-4A45-B2E6-9250446F066D}"/>
              </a:ext>
            </a:extLst>
          </p:cNvPr>
          <p:cNvSpPr txBox="1"/>
          <p:nvPr/>
        </p:nvSpPr>
        <p:spPr>
          <a:xfrm>
            <a:off x="4510006" y="3047347"/>
            <a:ext cx="2812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X’Z’+XY+WY'Z'+WX'Y'+W'XZ+W'YZ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EE27EDBD-4083-4FF7-9C50-CB9926AEA9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499" y="4021393"/>
            <a:ext cx="3417138" cy="138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87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04243" y="909635"/>
            <a:ext cx="2249557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Output </a:t>
            </a:r>
            <a:r>
              <a:rPr lang="en-US" altLang="ko-KR" dirty="0"/>
              <a:t>‘b’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91F13E-85CE-402E-81C6-B50AABFB6F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68</a:t>
            </a:fld>
            <a:r>
              <a:rPr lang="en-US" altLang="ko-KR"/>
              <a:t> p</a:t>
            </a:r>
            <a:endParaRPr lang="ko-KR" altLang="en-US" dirty="0"/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BEDAD4EC-51CA-4B76-AC49-88676BB64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201595"/>
              </p:ext>
            </p:extLst>
          </p:nvPr>
        </p:nvGraphicFramePr>
        <p:xfrm>
          <a:off x="679378" y="1452877"/>
          <a:ext cx="10674420" cy="52685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8140">
                  <a:extLst>
                    <a:ext uri="{9D8B030D-6E8A-4147-A177-3AD203B41FA5}">
                      <a16:colId xmlns:a16="http://schemas.microsoft.com/office/drawing/2014/main" val="421372503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623808942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1913049248"/>
                    </a:ext>
                  </a:extLst>
                </a:gridCol>
              </a:tblGrid>
              <a:tr h="48455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Output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‘b’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>
                    <a:solidFill>
                      <a:srgbClr val="33136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537385"/>
                  </a:ext>
                </a:extLst>
              </a:tr>
              <a:tr h="24973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Combinational</a:t>
                      </a:r>
                      <a:r>
                        <a:rPr lang="en-US" altLang="ko-KR" sz="1400" b="1" baseline="0" dirty="0">
                          <a:latin typeface="+mj-ea"/>
                          <a:ea typeface="+mj-ea"/>
                        </a:rPr>
                        <a:t> logic design process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36391"/>
                  </a:ext>
                </a:extLst>
              </a:tr>
              <a:tr h="252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Step#1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Step#2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Step#3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1377656189"/>
                  </a:ext>
                </a:extLst>
              </a:tr>
              <a:tr h="4281484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71743542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5AA1DF1-EA7E-4400-9222-FDA3377880A6}"/>
              </a:ext>
            </a:extLst>
          </p:cNvPr>
          <p:cNvGraphicFramePr>
            <a:graphicFrameLocks noGrp="1"/>
          </p:cNvGraphicFramePr>
          <p:nvPr/>
        </p:nvGraphicFramePr>
        <p:xfrm>
          <a:off x="782726" y="2544984"/>
          <a:ext cx="2505454" cy="4115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9042">
                  <a:extLst>
                    <a:ext uri="{9D8B030D-6E8A-4147-A177-3AD203B41FA5}">
                      <a16:colId xmlns:a16="http://schemas.microsoft.com/office/drawing/2014/main" val="1813243246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569586923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600322614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3262660971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4153294778"/>
                    </a:ext>
                  </a:extLst>
                </a:gridCol>
              </a:tblGrid>
              <a:tr h="36999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Hexadecimal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Number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Input (4-bit)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146416"/>
                  </a:ext>
                </a:extLst>
              </a:tr>
              <a:tr h="2323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w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x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y 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z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506372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59798247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5484997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3933278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43697790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754442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4627606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94791427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7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01798889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8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069908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9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08951230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24157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B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8589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C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14807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D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3464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E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885381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F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002774"/>
                  </a:ext>
                </a:extLst>
              </a:tr>
            </a:tbl>
          </a:graphicData>
        </a:graphic>
      </p:graphicFrame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D7EEEE58-1383-4E82-BD93-247ACE64B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10616"/>
              </p:ext>
            </p:extLst>
          </p:nvPr>
        </p:nvGraphicFramePr>
        <p:xfrm>
          <a:off x="4379542" y="3775107"/>
          <a:ext cx="32844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890">
                  <a:extLst>
                    <a:ext uri="{9D8B030D-6E8A-4147-A177-3AD203B41FA5}">
                      <a16:colId xmlns:a16="http://schemas.microsoft.com/office/drawing/2014/main" val="1765837299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3870703911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834947230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4265657138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076184259"/>
                    </a:ext>
                  </a:extLst>
                </a:gridCol>
              </a:tblGrid>
              <a:tr h="119188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67094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4550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301963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490998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575409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A1F5D5B3-5B70-47BD-BA8B-73F57B49ED62}"/>
              </a:ext>
            </a:extLst>
          </p:cNvPr>
          <p:cNvGrpSpPr/>
          <p:nvPr/>
        </p:nvGrpSpPr>
        <p:grpSpPr>
          <a:xfrm>
            <a:off x="4308049" y="3704543"/>
            <a:ext cx="745501" cy="488978"/>
            <a:chOff x="4317476" y="3893081"/>
            <a:chExt cx="745501" cy="4889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6E46F7-85F2-49FB-908E-74C94719F510}"/>
                </a:ext>
              </a:extLst>
            </p:cNvPr>
            <p:cNvSpPr txBox="1"/>
            <p:nvPr/>
          </p:nvSpPr>
          <p:spPr>
            <a:xfrm>
              <a:off x="4317476" y="4058894"/>
              <a:ext cx="43473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wx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FA498-8DB1-43A7-ABA2-45323B40CA93}"/>
                </a:ext>
              </a:extLst>
            </p:cNvPr>
            <p:cNvSpPr txBox="1"/>
            <p:nvPr/>
          </p:nvSpPr>
          <p:spPr>
            <a:xfrm>
              <a:off x="4677935" y="3893081"/>
              <a:ext cx="38504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yz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DA041806-458F-4FB3-8D61-208CCEF2D8F5}"/>
              </a:ext>
            </a:extLst>
          </p:cNvPr>
          <p:cNvSpPr txBox="1"/>
          <p:nvPr/>
        </p:nvSpPr>
        <p:spPr>
          <a:xfrm>
            <a:off x="4602126" y="3340897"/>
            <a:ext cx="298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21D79BC-D980-4A05-AD98-1D8239F4ED3B}"/>
              </a:ext>
            </a:extLst>
          </p:cNvPr>
          <p:cNvSpPr/>
          <p:nvPr/>
        </p:nvSpPr>
        <p:spPr bwMode="auto">
          <a:xfrm>
            <a:off x="6429439" y="4520500"/>
            <a:ext cx="511688" cy="641950"/>
          </a:xfrm>
          <a:prstGeom prst="roundRect">
            <a:avLst/>
          </a:prstGeom>
          <a:noFill/>
          <a:ln w="28575">
            <a:solidFill>
              <a:srgbClr val="30BEC7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981C2B9-10F2-4500-AD45-251BEED116D5}"/>
              </a:ext>
            </a:extLst>
          </p:cNvPr>
          <p:cNvSpPr/>
          <p:nvPr/>
        </p:nvSpPr>
        <p:spPr bwMode="auto">
          <a:xfrm>
            <a:off x="7103622" y="4914142"/>
            <a:ext cx="434734" cy="641950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2C87F5-BB33-4167-98EE-FE1128264B24}"/>
              </a:ext>
            </a:extLst>
          </p:cNvPr>
          <p:cNvSpPr/>
          <p:nvPr/>
        </p:nvSpPr>
        <p:spPr bwMode="auto">
          <a:xfrm>
            <a:off x="5154384" y="4159732"/>
            <a:ext cx="364210" cy="1421966"/>
          </a:xfrm>
          <a:prstGeom prst="roundRect">
            <a:avLst/>
          </a:prstGeom>
          <a:noFill/>
          <a:ln w="28575">
            <a:solidFill>
              <a:srgbClr val="33136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17283EF-8F3F-4D8C-863B-29DF0F581F62}"/>
              </a:ext>
            </a:extLst>
          </p:cNvPr>
          <p:cNvSpPr/>
          <p:nvPr/>
        </p:nvSpPr>
        <p:spPr bwMode="auto">
          <a:xfrm>
            <a:off x="5208429" y="4193521"/>
            <a:ext cx="2381444" cy="262101"/>
          </a:xfrm>
          <a:prstGeom prst="roundRect">
            <a:avLst/>
          </a:prstGeom>
          <a:noFill/>
          <a:ln w="28575">
            <a:solidFill>
              <a:srgbClr val="3190A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3E6AFD-FB8E-4A45-B2E6-9250446F066D}"/>
              </a:ext>
            </a:extLst>
          </p:cNvPr>
          <p:cNvSpPr txBox="1"/>
          <p:nvPr/>
        </p:nvSpPr>
        <p:spPr>
          <a:xfrm>
            <a:off x="4379542" y="3370128"/>
            <a:ext cx="3284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W’X’+Y’Z’+WX’Y’+XYZ+WYZ’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2C754EE-C15C-4B0E-B7DF-636E034AB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223808"/>
              </p:ext>
            </p:extLst>
          </p:nvPr>
        </p:nvGraphicFramePr>
        <p:xfrm>
          <a:off x="3389850" y="2915932"/>
          <a:ext cx="759921" cy="37446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9921">
                  <a:extLst>
                    <a:ext uri="{9D8B030D-6E8A-4147-A177-3AD203B41FA5}">
                      <a16:colId xmlns:a16="http://schemas.microsoft.com/office/drawing/2014/main" val="3938474458"/>
                    </a:ext>
                  </a:extLst>
                </a:gridCol>
              </a:tblGrid>
              <a:tr h="1970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b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3769" marR="73769" marT="0" marB="0" anchor="ctr">
                    <a:solidFill>
                      <a:srgbClr val="3259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487577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615925710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2805279023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3775903847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4274207630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524689199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1651869177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3201416226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734321977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462473734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4148015021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2638471651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2689927712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2806988834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4162366595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416556183"/>
                  </a:ext>
                </a:extLst>
              </a:tr>
              <a:tr h="2217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3769" marR="73769" marT="0" marB="0" anchor="ctr"/>
                </a:tc>
                <a:extLst>
                  <a:ext uri="{0D108BD9-81ED-4DB2-BD59-A6C34878D82A}">
                    <a16:rowId xmlns:a16="http://schemas.microsoft.com/office/drawing/2014/main" val="1916755686"/>
                  </a:ext>
                </a:extLst>
              </a:tr>
            </a:tbl>
          </a:graphicData>
        </a:graphic>
      </p:graphicFrame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09D459E-7051-4676-A284-EEA18EFECD3A}"/>
              </a:ext>
            </a:extLst>
          </p:cNvPr>
          <p:cNvSpPr/>
          <p:nvPr/>
        </p:nvSpPr>
        <p:spPr bwMode="auto">
          <a:xfrm>
            <a:off x="5088379" y="5260723"/>
            <a:ext cx="1121227" cy="262101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703F7B2-B2BF-4D77-AA9B-DA3A6F1EC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143" y="3913204"/>
            <a:ext cx="3490474" cy="155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7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04243" y="909635"/>
            <a:ext cx="2249557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Output </a:t>
            </a:r>
            <a:r>
              <a:rPr lang="en-US" altLang="ko-KR" dirty="0"/>
              <a:t>‘c’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91F13E-85CE-402E-81C6-B50AABFB6F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69</a:t>
            </a:fld>
            <a:r>
              <a:rPr lang="en-US" altLang="ko-KR"/>
              <a:t> p</a:t>
            </a:r>
            <a:endParaRPr lang="ko-KR" altLang="en-US" dirty="0"/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BEDAD4EC-51CA-4B76-AC49-88676BB64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526486"/>
              </p:ext>
            </p:extLst>
          </p:nvPr>
        </p:nvGraphicFramePr>
        <p:xfrm>
          <a:off x="679378" y="1452877"/>
          <a:ext cx="10674420" cy="52685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8140">
                  <a:extLst>
                    <a:ext uri="{9D8B030D-6E8A-4147-A177-3AD203B41FA5}">
                      <a16:colId xmlns:a16="http://schemas.microsoft.com/office/drawing/2014/main" val="421372503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623808942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1913049248"/>
                    </a:ext>
                  </a:extLst>
                </a:gridCol>
              </a:tblGrid>
              <a:tr h="48455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Output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‘c’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>
                    <a:solidFill>
                      <a:srgbClr val="33136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537385"/>
                  </a:ext>
                </a:extLst>
              </a:tr>
              <a:tr h="24973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Combinational</a:t>
                      </a:r>
                      <a:r>
                        <a:rPr lang="en-US" altLang="ko-KR" sz="1400" b="1" baseline="0" dirty="0">
                          <a:latin typeface="+mj-ea"/>
                          <a:ea typeface="+mj-ea"/>
                        </a:rPr>
                        <a:t> logic design process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36391"/>
                  </a:ext>
                </a:extLst>
              </a:tr>
              <a:tr h="252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Step#1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Step#2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Step#3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1377656189"/>
                  </a:ext>
                </a:extLst>
              </a:tr>
              <a:tr h="4281484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71743542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5AA1DF1-EA7E-4400-9222-FDA3377880A6}"/>
              </a:ext>
            </a:extLst>
          </p:cNvPr>
          <p:cNvGraphicFramePr>
            <a:graphicFrameLocks noGrp="1"/>
          </p:cNvGraphicFramePr>
          <p:nvPr/>
        </p:nvGraphicFramePr>
        <p:xfrm>
          <a:off x="782726" y="2544984"/>
          <a:ext cx="2505454" cy="4115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9042">
                  <a:extLst>
                    <a:ext uri="{9D8B030D-6E8A-4147-A177-3AD203B41FA5}">
                      <a16:colId xmlns:a16="http://schemas.microsoft.com/office/drawing/2014/main" val="1813243246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569586923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600322614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3262660971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4153294778"/>
                    </a:ext>
                  </a:extLst>
                </a:gridCol>
              </a:tblGrid>
              <a:tr h="36999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Hexadecimal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Number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Input (4-bit)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146416"/>
                  </a:ext>
                </a:extLst>
              </a:tr>
              <a:tr h="2323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w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x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y 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z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506372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59798247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5484997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3933278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43697790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754442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4627606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94791427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7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01798889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8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069908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9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08951230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24157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B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8589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C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14807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D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3464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E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885381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F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002774"/>
                  </a:ext>
                </a:extLst>
              </a:tr>
            </a:tbl>
          </a:graphicData>
        </a:graphic>
      </p:graphicFrame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D7EEEE58-1383-4E82-BD93-247ACE64B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656979"/>
              </p:ext>
            </p:extLst>
          </p:nvPr>
        </p:nvGraphicFramePr>
        <p:xfrm>
          <a:off x="4379542" y="3775107"/>
          <a:ext cx="32844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890">
                  <a:extLst>
                    <a:ext uri="{9D8B030D-6E8A-4147-A177-3AD203B41FA5}">
                      <a16:colId xmlns:a16="http://schemas.microsoft.com/office/drawing/2014/main" val="1765837299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3870703911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834947230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4265657138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076184259"/>
                    </a:ext>
                  </a:extLst>
                </a:gridCol>
              </a:tblGrid>
              <a:tr h="119188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67094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4550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301963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490998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575409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A1F5D5B3-5B70-47BD-BA8B-73F57B49ED62}"/>
              </a:ext>
            </a:extLst>
          </p:cNvPr>
          <p:cNvGrpSpPr/>
          <p:nvPr/>
        </p:nvGrpSpPr>
        <p:grpSpPr>
          <a:xfrm>
            <a:off x="4308049" y="3704543"/>
            <a:ext cx="745501" cy="488978"/>
            <a:chOff x="4317476" y="3893081"/>
            <a:chExt cx="745501" cy="4889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6E46F7-85F2-49FB-908E-74C94719F510}"/>
                </a:ext>
              </a:extLst>
            </p:cNvPr>
            <p:cNvSpPr txBox="1"/>
            <p:nvPr/>
          </p:nvSpPr>
          <p:spPr>
            <a:xfrm>
              <a:off x="4317476" y="4058894"/>
              <a:ext cx="43473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wx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FA498-8DB1-43A7-ABA2-45323B40CA93}"/>
                </a:ext>
              </a:extLst>
            </p:cNvPr>
            <p:cNvSpPr txBox="1"/>
            <p:nvPr/>
          </p:nvSpPr>
          <p:spPr>
            <a:xfrm>
              <a:off x="4677935" y="3893081"/>
              <a:ext cx="38504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yz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DA041806-458F-4FB3-8D61-208CCEF2D8F5}"/>
              </a:ext>
            </a:extLst>
          </p:cNvPr>
          <p:cNvSpPr txBox="1"/>
          <p:nvPr/>
        </p:nvSpPr>
        <p:spPr>
          <a:xfrm>
            <a:off x="4602126" y="3340897"/>
            <a:ext cx="298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21D79BC-D980-4A05-AD98-1D8239F4ED3B}"/>
              </a:ext>
            </a:extLst>
          </p:cNvPr>
          <p:cNvSpPr/>
          <p:nvPr/>
        </p:nvSpPr>
        <p:spPr bwMode="auto">
          <a:xfrm>
            <a:off x="5083226" y="5288148"/>
            <a:ext cx="478692" cy="298161"/>
          </a:xfrm>
          <a:prstGeom prst="roundRect">
            <a:avLst/>
          </a:prstGeom>
          <a:noFill/>
          <a:ln w="28575">
            <a:solidFill>
              <a:srgbClr val="30BEC7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981C2B9-10F2-4500-AD45-251BEED116D5}"/>
              </a:ext>
            </a:extLst>
          </p:cNvPr>
          <p:cNvSpPr/>
          <p:nvPr/>
        </p:nvSpPr>
        <p:spPr bwMode="auto">
          <a:xfrm>
            <a:off x="5083859" y="4207233"/>
            <a:ext cx="1213245" cy="253038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2C87F5-BB33-4167-98EE-FE1128264B24}"/>
              </a:ext>
            </a:extLst>
          </p:cNvPr>
          <p:cNvSpPr/>
          <p:nvPr/>
        </p:nvSpPr>
        <p:spPr bwMode="auto">
          <a:xfrm>
            <a:off x="6526874" y="4193521"/>
            <a:ext cx="319011" cy="623577"/>
          </a:xfrm>
          <a:prstGeom prst="roundRect">
            <a:avLst/>
          </a:prstGeom>
          <a:noFill/>
          <a:ln w="28575">
            <a:solidFill>
              <a:srgbClr val="33136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17283EF-8F3F-4D8C-863B-29DF0F581F62}"/>
              </a:ext>
            </a:extLst>
          </p:cNvPr>
          <p:cNvSpPr/>
          <p:nvPr/>
        </p:nvSpPr>
        <p:spPr bwMode="auto">
          <a:xfrm>
            <a:off x="5083226" y="4541700"/>
            <a:ext cx="2506647" cy="275398"/>
          </a:xfrm>
          <a:prstGeom prst="roundRect">
            <a:avLst/>
          </a:prstGeom>
          <a:noFill/>
          <a:ln w="28575">
            <a:solidFill>
              <a:srgbClr val="3190A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3E6AFD-FB8E-4A45-B2E6-9250446F066D}"/>
              </a:ext>
            </a:extLst>
          </p:cNvPr>
          <p:cNvSpPr txBox="1"/>
          <p:nvPr/>
        </p:nvSpPr>
        <p:spPr>
          <a:xfrm>
            <a:off x="4625261" y="3376395"/>
            <a:ext cx="2812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latin typeface="+mj-ea"/>
                <a:ea typeface="+mj-ea"/>
              </a:rPr>
              <a:t>W’X+X’Y’+W’YZ+WX’Z’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C57162B-6B30-4496-8585-B67E464E8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641819"/>
              </p:ext>
            </p:extLst>
          </p:nvPr>
        </p:nvGraphicFramePr>
        <p:xfrm>
          <a:off x="3375493" y="2939931"/>
          <a:ext cx="774278" cy="3720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4278">
                  <a:extLst>
                    <a:ext uri="{9D8B030D-6E8A-4147-A177-3AD203B41FA5}">
                      <a16:colId xmlns:a16="http://schemas.microsoft.com/office/drawing/2014/main" val="4145695248"/>
                    </a:ext>
                  </a:extLst>
                </a:gridCol>
              </a:tblGrid>
              <a:tr h="1957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c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985" marR="72985" marT="0" marB="0" anchor="ctr">
                    <a:solidFill>
                      <a:srgbClr val="3259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499867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585091479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3639357225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495113328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993421380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4048751905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1821554440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1330146225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3601587192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424099439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272759855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455826757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402294090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269758474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848085391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3200833044"/>
                  </a:ext>
                </a:extLst>
              </a:tr>
              <a:tr h="2203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985" marR="72985" marT="0" marB="0" anchor="ctr"/>
                </a:tc>
                <a:extLst>
                  <a:ext uri="{0D108BD9-81ED-4DB2-BD59-A6C34878D82A}">
                    <a16:rowId xmlns:a16="http://schemas.microsoft.com/office/drawing/2014/main" val="2552121877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5705812-6646-4AA6-92CD-51458980F144}"/>
              </a:ext>
            </a:extLst>
          </p:cNvPr>
          <p:cNvSpPr/>
          <p:nvPr/>
        </p:nvSpPr>
        <p:spPr bwMode="auto">
          <a:xfrm>
            <a:off x="5083859" y="5278604"/>
            <a:ext cx="1213245" cy="253038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E210E37-9E33-495D-B2F6-19D56C1B7260}"/>
              </a:ext>
            </a:extLst>
          </p:cNvPr>
          <p:cNvSpPr/>
          <p:nvPr/>
        </p:nvSpPr>
        <p:spPr bwMode="auto">
          <a:xfrm>
            <a:off x="7081643" y="5278604"/>
            <a:ext cx="478692" cy="298161"/>
          </a:xfrm>
          <a:prstGeom prst="roundRect">
            <a:avLst/>
          </a:prstGeom>
          <a:noFill/>
          <a:ln w="28575">
            <a:solidFill>
              <a:srgbClr val="30BEC7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442843B-8DA5-4215-A04E-36581948B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6829" y="3887127"/>
            <a:ext cx="3457436" cy="140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46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04243" y="909635"/>
            <a:ext cx="2249557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Output </a:t>
            </a:r>
            <a:r>
              <a:rPr lang="en-US" altLang="ko-KR" dirty="0"/>
              <a:t>‘d’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91F13E-85CE-402E-81C6-B50AABFB6F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70</a:t>
            </a:fld>
            <a:r>
              <a:rPr lang="en-US" altLang="ko-KR"/>
              <a:t> p</a:t>
            </a:r>
            <a:endParaRPr lang="ko-KR" altLang="en-US" dirty="0"/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BEDAD4EC-51CA-4B76-AC49-88676BB64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217393"/>
              </p:ext>
            </p:extLst>
          </p:nvPr>
        </p:nvGraphicFramePr>
        <p:xfrm>
          <a:off x="679378" y="1452877"/>
          <a:ext cx="10674420" cy="52685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8140">
                  <a:extLst>
                    <a:ext uri="{9D8B030D-6E8A-4147-A177-3AD203B41FA5}">
                      <a16:colId xmlns:a16="http://schemas.microsoft.com/office/drawing/2014/main" val="421372503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623808942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1913049248"/>
                    </a:ext>
                  </a:extLst>
                </a:gridCol>
              </a:tblGrid>
              <a:tr h="48455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Output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‘d’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>
                    <a:solidFill>
                      <a:srgbClr val="33136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537385"/>
                  </a:ext>
                </a:extLst>
              </a:tr>
              <a:tr h="24973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Combinational</a:t>
                      </a:r>
                      <a:r>
                        <a:rPr lang="en-US" altLang="ko-KR" sz="1400" b="1" baseline="0" dirty="0">
                          <a:latin typeface="+mj-ea"/>
                          <a:ea typeface="+mj-ea"/>
                        </a:rPr>
                        <a:t> logic design process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36391"/>
                  </a:ext>
                </a:extLst>
              </a:tr>
              <a:tr h="252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Step#1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Step#2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Step#3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1377656189"/>
                  </a:ext>
                </a:extLst>
              </a:tr>
              <a:tr h="4281484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71743542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5AA1DF1-EA7E-4400-9222-FDA3377880A6}"/>
              </a:ext>
            </a:extLst>
          </p:cNvPr>
          <p:cNvGraphicFramePr>
            <a:graphicFrameLocks noGrp="1"/>
          </p:cNvGraphicFramePr>
          <p:nvPr/>
        </p:nvGraphicFramePr>
        <p:xfrm>
          <a:off x="782726" y="2544984"/>
          <a:ext cx="2505454" cy="4115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9042">
                  <a:extLst>
                    <a:ext uri="{9D8B030D-6E8A-4147-A177-3AD203B41FA5}">
                      <a16:colId xmlns:a16="http://schemas.microsoft.com/office/drawing/2014/main" val="1813243246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569586923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600322614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3262660971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4153294778"/>
                    </a:ext>
                  </a:extLst>
                </a:gridCol>
              </a:tblGrid>
              <a:tr h="36999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Hexadecimal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Number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Input (4-bit)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146416"/>
                  </a:ext>
                </a:extLst>
              </a:tr>
              <a:tr h="2323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w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x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y 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z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506372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59798247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5484997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3933278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43697790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754442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4627606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94791427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7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01798889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8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069908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9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08951230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24157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B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8589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C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14807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D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3464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E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885381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F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002774"/>
                  </a:ext>
                </a:extLst>
              </a:tr>
            </a:tbl>
          </a:graphicData>
        </a:graphic>
      </p:graphicFrame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D7EEEE58-1383-4E82-BD93-247ACE64B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7687364"/>
              </p:ext>
            </p:extLst>
          </p:nvPr>
        </p:nvGraphicFramePr>
        <p:xfrm>
          <a:off x="4379542" y="3775107"/>
          <a:ext cx="32844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890">
                  <a:extLst>
                    <a:ext uri="{9D8B030D-6E8A-4147-A177-3AD203B41FA5}">
                      <a16:colId xmlns:a16="http://schemas.microsoft.com/office/drawing/2014/main" val="1765837299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3870703911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834947230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4265657138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076184259"/>
                    </a:ext>
                  </a:extLst>
                </a:gridCol>
              </a:tblGrid>
              <a:tr h="119188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67094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4550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301963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490998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575409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A1F5D5B3-5B70-47BD-BA8B-73F57B49ED62}"/>
              </a:ext>
            </a:extLst>
          </p:cNvPr>
          <p:cNvGrpSpPr/>
          <p:nvPr/>
        </p:nvGrpSpPr>
        <p:grpSpPr>
          <a:xfrm>
            <a:off x="4308049" y="3704543"/>
            <a:ext cx="745501" cy="488978"/>
            <a:chOff x="4317476" y="3893081"/>
            <a:chExt cx="745501" cy="4889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6E46F7-85F2-49FB-908E-74C94719F510}"/>
                </a:ext>
              </a:extLst>
            </p:cNvPr>
            <p:cNvSpPr txBox="1"/>
            <p:nvPr/>
          </p:nvSpPr>
          <p:spPr>
            <a:xfrm>
              <a:off x="4317476" y="4058894"/>
              <a:ext cx="43473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wx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FA498-8DB1-43A7-ABA2-45323B40CA93}"/>
                </a:ext>
              </a:extLst>
            </p:cNvPr>
            <p:cNvSpPr txBox="1"/>
            <p:nvPr/>
          </p:nvSpPr>
          <p:spPr>
            <a:xfrm>
              <a:off x="4677935" y="3893081"/>
              <a:ext cx="38504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yz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DA041806-458F-4FB3-8D61-208CCEF2D8F5}"/>
              </a:ext>
            </a:extLst>
          </p:cNvPr>
          <p:cNvSpPr txBox="1"/>
          <p:nvPr/>
        </p:nvSpPr>
        <p:spPr>
          <a:xfrm>
            <a:off x="4602126" y="3340897"/>
            <a:ext cx="298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2C87F5-BB33-4167-98EE-FE1128264B24}"/>
              </a:ext>
            </a:extLst>
          </p:cNvPr>
          <p:cNvSpPr/>
          <p:nvPr/>
        </p:nvSpPr>
        <p:spPr bwMode="auto">
          <a:xfrm>
            <a:off x="5842449" y="4536604"/>
            <a:ext cx="364210" cy="298867"/>
          </a:xfrm>
          <a:prstGeom prst="roundRect">
            <a:avLst/>
          </a:prstGeom>
          <a:noFill/>
          <a:ln w="28575">
            <a:solidFill>
              <a:srgbClr val="33136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17283EF-8F3F-4D8C-863B-29DF0F581F62}"/>
              </a:ext>
            </a:extLst>
          </p:cNvPr>
          <p:cNvSpPr/>
          <p:nvPr/>
        </p:nvSpPr>
        <p:spPr bwMode="auto">
          <a:xfrm>
            <a:off x="6440819" y="4177465"/>
            <a:ext cx="1085007" cy="288423"/>
          </a:xfrm>
          <a:prstGeom prst="roundRect">
            <a:avLst/>
          </a:prstGeom>
          <a:noFill/>
          <a:ln w="28575">
            <a:solidFill>
              <a:srgbClr val="3190A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3E6AFD-FB8E-4A45-B2E6-9250446F066D}"/>
              </a:ext>
            </a:extLst>
          </p:cNvPr>
          <p:cNvSpPr txBox="1"/>
          <p:nvPr/>
        </p:nvSpPr>
        <p:spPr>
          <a:xfrm>
            <a:off x="4726040" y="3115245"/>
            <a:ext cx="2500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WX’Y’+W’X’Y+W’YZ’+X’Y’Z’+WXZ’+W’XY’Z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58210BE-68E9-41FC-BDDA-00DD9C999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456964"/>
              </p:ext>
            </p:extLst>
          </p:nvPr>
        </p:nvGraphicFramePr>
        <p:xfrm>
          <a:off x="3367489" y="2917825"/>
          <a:ext cx="782282" cy="3759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2282">
                  <a:extLst>
                    <a:ext uri="{9D8B030D-6E8A-4147-A177-3AD203B41FA5}">
                      <a16:colId xmlns:a16="http://schemas.microsoft.com/office/drawing/2014/main" val="1128205610"/>
                    </a:ext>
                  </a:extLst>
                </a:gridCol>
              </a:tblGrid>
              <a:tr h="1969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d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49863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944349945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60037141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4156173292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362563284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219565018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970296223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462062116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781659298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507649718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66488214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666624218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806077700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077420808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79131112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986432575"/>
                  </a:ext>
                </a:extLst>
              </a:tr>
              <a:tr h="2216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977132430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D002D09-E81C-4D08-88F9-1210998DCC39}"/>
              </a:ext>
            </a:extLst>
          </p:cNvPr>
          <p:cNvSpPr/>
          <p:nvPr/>
        </p:nvSpPr>
        <p:spPr bwMode="auto">
          <a:xfrm>
            <a:off x="5147613" y="5295032"/>
            <a:ext cx="434734" cy="231245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43BE974-6914-4F5A-B085-85ED0133A755}"/>
              </a:ext>
            </a:extLst>
          </p:cNvPr>
          <p:cNvSpPr/>
          <p:nvPr/>
        </p:nvSpPr>
        <p:spPr bwMode="auto">
          <a:xfrm>
            <a:off x="5122989" y="4177465"/>
            <a:ext cx="434734" cy="231245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C552B0A-A786-4077-892C-E84554964A8D}"/>
              </a:ext>
            </a:extLst>
          </p:cNvPr>
          <p:cNvSpPr/>
          <p:nvPr/>
        </p:nvSpPr>
        <p:spPr bwMode="auto">
          <a:xfrm>
            <a:off x="5182875" y="4906558"/>
            <a:ext cx="364210" cy="231246"/>
          </a:xfrm>
          <a:prstGeom prst="roundRect">
            <a:avLst/>
          </a:prstGeom>
          <a:noFill/>
          <a:ln w="28575">
            <a:solidFill>
              <a:srgbClr val="33136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43F6C70-45D0-4131-8594-90B58411AF9F}"/>
              </a:ext>
            </a:extLst>
          </p:cNvPr>
          <p:cNvSpPr/>
          <p:nvPr/>
        </p:nvSpPr>
        <p:spPr bwMode="auto">
          <a:xfrm>
            <a:off x="7161616" y="4951970"/>
            <a:ext cx="364210" cy="231246"/>
          </a:xfrm>
          <a:prstGeom prst="roundRect">
            <a:avLst/>
          </a:prstGeom>
          <a:noFill/>
          <a:ln w="28575">
            <a:solidFill>
              <a:srgbClr val="33136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63057E4-1B98-4957-BE61-650CE234C61A}"/>
              </a:ext>
            </a:extLst>
          </p:cNvPr>
          <p:cNvSpPr/>
          <p:nvPr/>
        </p:nvSpPr>
        <p:spPr bwMode="auto">
          <a:xfrm>
            <a:off x="5147812" y="5272600"/>
            <a:ext cx="1117521" cy="231245"/>
          </a:xfrm>
          <a:prstGeom prst="roundRect">
            <a:avLst/>
          </a:prstGeom>
          <a:noFill/>
          <a:ln w="28575">
            <a:solidFill>
              <a:srgbClr val="3190A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0C1D60A-74A1-45CB-B88B-3C9ACB7A64DB}"/>
              </a:ext>
            </a:extLst>
          </p:cNvPr>
          <p:cNvSpPr/>
          <p:nvPr/>
        </p:nvSpPr>
        <p:spPr bwMode="auto">
          <a:xfrm>
            <a:off x="7074554" y="4193521"/>
            <a:ext cx="451272" cy="641950"/>
          </a:xfrm>
          <a:prstGeom prst="roundRect">
            <a:avLst/>
          </a:prstGeom>
          <a:noFill/>
          <a:ln w="28575">
            <a:solidFill>
              <a:srgbClr val="30BEC7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046189A-0349-4935-B211-DBE1FD9A3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276" y="3764114"/>
            <a:ext cx="3414528" cy="156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24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04243" y="909635"/>
            <a:ext cx="2249557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Output </a:t>
            </a:r>
            <a:r>
              <a:rPr lang="en-US" altLang="ko-KR" dirty="0"/>
              <a:t>‘e’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91F13E-85CE-402E-81C6-B50AABFB6F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71</a:t>
            </a:fld>
            <a:r>
              <a:rPr lang="en-US" altLang="ko-KR"/>
              <a:t> p</a:t>
            </a:r>
            <a:endParaRPr lang="ko-KR" altLang="en-US" dirty="0"/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BEDAD4EC-51CA-4B76-AC49-88676BB64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626693"/>
              </p:ext>
            </p:extLst>
          </p:nvPr>
        </p:nvGraphicFramePr>
        <p:xfrm>
          <a:off x="679378" y="1452877"/>
          <a:ext cx="10674420" cy="52685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8140">
                  <a:extLst>
                    <a:ext uri="{9D8B030D-6E8A-4147-A177-3AD203B41FA5}">
                      <a16:colId xmlns:a16="http://schemas.microsoft.com/office/drawing/2014/main" val="421372503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623808942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1913049248"/>
                    </a:ext>
                  </a:extLst>
                </a:gridCol>
              </a:tblGrid>
              <a:tr h="48455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Output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‘e’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>
                    <a:solidFill>
                      <a:srgbClr val="33136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537385"/>
                  </a:ext>
                </a:extLst>
              </a:tr>
              <a:tr h="24973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Combinational</a:t>
                      </a:r>
                      <a:r>
                        <a:rPr lang="en-US" altLang="ko-KR" sz="1400" b="1" baseline="0" dirty="0">
                          <a:latin typeface="+mj-ea"/>
                          <a:ea typeface="+mj-ea"/>
                        </a:rPr>
                        <a:t> logic design process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36391"/>
                  </a:ext>
                </a:extLst>
              </a:tr>
              <a:tr h="252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Step#1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Step#2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Step#3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1377656189"/>
                  </a:ext>
                </a:extLst>
              </a:tr>
              <a:tr h="4281484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71743542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5AA1DF1-EA7E-4400-9222-FDA3377880A6}"/>
              </a:ext>
            </a:extLst>
          </p:cNvPr>
          <p:cNvGraphicFramePr>
            <a:graphicFrameLocks noGrp="1"/>
          </p:cNvGraphicFramePr>
          <p:nvPr/>
        </p:nvGraphicFramePr>
        <p:xfrm>
          <a:off x="782726" y="2544984"/>
          <a:ext cx="2505454" cy="4115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9042">
                  <a:extLst>
                    <a:ext uri="{9D8B030D-6E8A-4147-A177-3AD203B41FA5}">
                      <a16:colId xmlns:a16="http://schemas.microsoft.com/office/drawing/2014/main" val="1813243246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569586923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600322614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3262660971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4153294778"/>
                    </a:ext>
                  </a:extLst>
                </a:gridCol>
              </a:tblGrid>
              <a:tr h="36999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Hexadecimal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Number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Input (4-bit)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146416"/>
                  </a:ext>
                </a:extLst>
              </a:tr>
              <a:tr h="2323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w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x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y 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z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506372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59798247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5484997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3933278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43697790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754442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4627606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94791427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7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01798889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8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069908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9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08951230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24157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B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8589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C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14807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D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3464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E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885381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F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002774"/>
                  </a:ext>
                </a:extLst>
              </a:tr>
            </a:tbl>
          </a:graphicData>
        </a:graphic>
      </p:graphicFrame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D7EEEE58-1383-4E82-BD93-247ACE64B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669789"/>
              </p:ext>
            </p:extLst>
          </p:nvPr>
        </p:nvGraphicFramePr>
        <p:xfrm>
          <a:off x="4379542" y="3775107"/>
          <a:ext cx="32844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890">
                  <a:extLst>
                    <a:ext uri="{9D8B030D-6E8A-4147-A177-3AD203B41FA5}">
                      <a16:colId xmlns:a16="http://schemas.microsoft.com/office/drawing/2014/main" val="1765837299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3870703911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834947230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4265657138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076184259"/>
                    </a:ext>
                  </a:extLst>
                </a:gridCol>
              </a:tblGrid>
              <a:tr h="119188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67094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4550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301963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490998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575409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A1F5D5B3-5B70-47BD-BA8B-73F57B49ED62}"/>
              </a:ext>
            </a:extLst>
          </p:cNvPr>
          <p:cNvGrpSpPr/>
          <p:nvPr/>
        </p:nvGrpSpPr>
        <p:grpSpPr>
          <a:xfrm>
            <a:off x="4308049" y="3704543"/>
            <a:ext cx="745501" cy="488978"/>
            <a:chOff x="4317476" y="3893081"/>
            <a:chExt cx="745501" cy="4889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6E46F7-85F2-49FB-908E-74C94719F510}"/>
                </a:ext>
              </a:extLst>
            </p:cNvPr>
            <p:cNvSpPr txBox="1"/>
            <p:nvPr/>
          </p:nvSpPr>
          <p:spPr>
            <a:xfrm>
              <a:off x="4317476" y="4058894"/>
              <a:ext cx="43473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wx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FA498-8DB1-43A7-ABA2-45323B40CA93}"/>
                </a:ext>
              </a:extLst>
            </p:cNvPr>
            <p:cNvSpPr txBox="1"/>
            <p:nvPr/>
          </p:nvSpPr>
          <p:spPr>
            <a:xfrm>
              <a:off x="4677935" y="3893081"/>
              <a:ext cx="38504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yz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DA041806-458F-4FB3-8D61-208CCEF2D8F5}"/>
              </a:ext>
            </a:extLst>
          </p:cNvPr>
          <p:cNvSpPr txBox="1"/>
          <p:nvPr/>
        </p:nvSpPr>
        <p:spPr>
          <a:xfrm>
            <a:off x="4602126" y="3340897"/>
            <a:ext cx="298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17283EF-8F3F-4D8C-863B-29DF0F581F62}"/>
              </a:ext>
            </a:extLst>
          </p:cNvPr>
          <p:cNvSpPr/>
          <p:nvPr/>
        </p:nvSpPr>
        <p:spPr bwMode="auto">
          <a:xfrm>
            <a:off x="6436699" y="5259169"/>
            <a:ext cx="1085007" cy="288423"/>
          </a:xfrm>
          <a:prstGeom prst="roundRect">
            <a:avLst/>
          </a:prstGeom>
          <a:noFill/>
          <a:ln w="28575">
            <a:solidFill>
              <a:srgbClr val="99C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3E6AFD-FB8E-4A45-B2E6-9250446F066D}"/>
              </a:ext>
            </a:extLst>
          </p:cNvPr>
          <p:cNvSpPr txBox="1"/>
          <p:nvPr/>
        </p:nvSpPr>
        <p:spPr>
          <a:xfrm>
            <a:off x="4525416" y="3383566"/>
            <a:ext cx="2812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X’Z’+WX+YZ’+WX’Y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8A959CD-C5E1-4C24-A35D-E190F4AD3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770861"/>
              </p:ext>
            </p:extLst>
          </p:nvPr>
        </p:nvGraphicFramePr>
        <p:xfrm>
          <a:off x="3347453" y="2919368"/>
          <a:ext cx="802318" cy="3757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2318">
                  <a:extLst>
                    <a:ext uri="{9D8B030D-6E8A-4147-A177-3AD203B41FA5}">
                      <a16:colId xmlns:a16="http://schemas.microsoft.com/office/drawing/2014/main" val="4019443623"/>
                    </a:ext>
                  </a:extLst>
                </a:gridCol>
              </a:tblGrid>
              <a:tr h="1968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562933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89572690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173911218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871416720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4231531270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295129391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605162303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981781518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4262590492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353712592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891035532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599027834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663795017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52197869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795328757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338055105"/>
                  </a:ext>
                </a:extLst>
              </a:tr>
              <a:tr h="2215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328800041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016D629-CB7A-4DFC-868F-379339068A6D}"/>
              </a:ext>
            </a:extLst>
          </p:cNvPr>
          <p:cNvSpPr/>
          <p:nvPr/>
        </p:nvSpPr>
        <p:spPr bwMode="auto">
          <a:xfrm>
            <a:off x="5103242" y="4193521"/>
            <a:ext cx="434734" cy="231245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254C130-E582-41F7-AA74-36A7B5D4AFE4}"/>
              </a:ext>
            </a:extLst>
          </p:cNvPr>
          <p:cNvSpPr/>
          <p:nvPr/>
        </p:nvSpPr>
        <p:spPr bwMode="auto">
          <a:xfrm>
            <a:off x="7091092" y="4193521"/>
            <a:ext cx="434734" cy="231245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FC81B59-1D88-4470-9403-716E28CB525D}"/>
              </a:ext>
            </a:extLst>
          </p:cNvPr>
          <p:cNvSpPr/>
          <p:nvPr/>
        </p:nvSpPr>
        <p:spPr bwMode="auto">
          <a:xfrm>
            <a:off x="7105583" y="5287759"/>
            <a:ext cx="434734" cy="231245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332B85D-3275-4BCE-B5D7-7FC6755605D4}"/>
              </a:ext>
            </a:extLst>
          </p:cNvPr>
          <p:cNvSpPr/>
          <p:nvPr/>
        </p:nvSpPr>
        <p:spPr bwMode="auto">
          <a:xfrm>
            <a:off x="5103242" y="5296034"/>
            <a:ext cx="434734" cy="231245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2F26F10-704E-4117-B9AE-1C1E24C4A746}"/>
              </a:ext>
            </a:extLst>
          </p:cNvPr>
          <p:cNvSpPr/>
          <p:nvPr/>
        </p:nvSpPr>
        <p:spPr bwMode="auto">
          <a:xfrm>
            <a:off x="5177887" y="4908353"/>
            <a:ext cx="2347939" cy="270441"/>
          </a:xfrm>
          <a:prstGeom prst="roundRect">
            <a:avLst/>
          </a:prstGeom>
          <a:noFill/>
          <a:ln w="28575">
            <a:solidFill>
              <a:srgbClr val="3190A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D3C44A1-33C8-410E-9220-5213E15A939B}"/>
              </a:ext>
            </a:extLst>
          </p:cNvPr>
          <p:cNvSpPr/>
          <p:nvPr/>
        </p:nvSpPr>
        <p:spPr bwMode="auto">
          <a:xfrm>
            <a:off x="7161617" y="4161153"/>
            <a:ext cx="364210" cy="1420545"/>
          </a:xfrm>
          <a:prstGeom prst="roundRect">
            <a:avLst/>
          </a:prstGeom>
          <a:noFill/>
          <a:ln w="28575">
            <a:solidFill>
              <a:srgbClr val="33136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A06740C-0C25-4648-912D-D0F8EBD4C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625" y="3807906"/>
            <a:ext cx="3472333" cy="148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5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04243" y="909635"/>
            <a:ext cx="2249557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Output </a:t>
            </a:r>
            <a:r>
              <a:rPr lang="en-US" altLang="ko-KR" dirty="0"/>
              <a:t>‘f’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91F13E-85CE-402E-81C6-B50AABFB6F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72</a:t>
            </a:fld>
            <a:r>
              <a:rPr lang="en-US" altLang="ko-KR"/>
              <a:t> p</a:t>
            </a:r>
            <a:endParaRPr lang="ko-KR" altLang="en-US" dirty="0"/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BEDAD4EC-51CA-4B76-AC49-88676BB64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979951"/>
              </p:ext>
            </p:extLst>
          </p:nvPr>
        </p:nvGraphicFramePr>
        <p:xfrm>
          <a:off x="679378" y="1452877"/>
          <a:ext cx="10674420" cy="52685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8140">
                  <a:extLst>
                    <a:ext uri="{9D8B030D-6E8A-4147-A177-3AD203B41FA5}">
                      <a16:colId xmlns:a16="http://schemas.microsoft.com/office/drawing/2014/main" val="421372503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623808942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1913049248"/>
                    </a:ext>
                  </a:extLst>
                </a:gridCol>
              </a:tblGrid>
              <a:tr h="48455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Output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‘f’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>
                    <a:solidFill>
                      <a:srgbClr val="33136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537385"/>
                  </a:ext>
                </a:extLst>
              </a:tr>
              <a:tr h="24973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Combinational</a:t>
                      </a:r>
                      <a:r>
                        <a:rPr lang="en-US" altLang="ko-KR" sz="1400" b="1" baseline="0" dirty="0">
                          <a:latin typeface="+mj-ea"/>
                          <a:ea typeface="+mj-ea"/>
                        </a:rPr>
                        <a:t> logic design process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36391"/>
                  </a:ext>
                </a:extLst>
              </a:tr>
              <a:tr h="252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Step#1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Step#2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Step#3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1377656189"/>
                  </a:ext>
                </a:extLst>
              </a:tr>
              <a:tr h="4281484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71743542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5AA1DF1-EA7E-4400-9222-FDA3377880A6}"/>
              </a:ext>
            </a:extLst>
          </p:cNvPr>
          <p:cNvGraphicFramePr>
            <a:graphicFrameLocks noGrp="1"/>
          </p:cNvGraphicFramePr>
          <p:nvPr/>
        </p:nvGraphicFramePr>
        <p:xfrm>
          <a:off x="782726" y="2544984"/>
          <a:ext cx="2505454" cy="4115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9042">
                  <a:extLst>
                    <a:ext uri="{9D8B030D-6E8A-4147-A177-3AD203B41FA5}">
                      <a16:colId xmlns:a16="http://schemas.microsoft.com/office/drawing/2014/main" val="1813243246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569586923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600322614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3262660971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4153294778"/>
                    </a:ext>
                  </a:extLst>
                </a:gridCol>
              </a:tblGrid>
              <a:tr h="36999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Hexadecimal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Number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Input (4-bit)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146416"/>
                  </a:ext>
                </a:extLst>
              </a:tr>
              <a:tr h="2323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w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x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y 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z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506372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59798247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5484997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3933278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43697790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754442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4627606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94791427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7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01798889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8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069908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9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08951230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24157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B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8589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C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14807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D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3464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E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885381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F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002774"/>
                  </a:ext>
                </a:extLst>
              </a:tr>
            </a:tbl>
          </a:graphicData>
        </a:graphic>
      </p:graphicFrame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D7EEEE58-1383-4E82-BD93-247ACE64B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874063"/>
              </p:ext>
            </p:extLst>
          </p:nvPr>
        </p:nvGraphicFramePr>
        <p:xfrm>
          <a:off x="4379542" y="3775107"/>
          <a:ext cx="32844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890">
                  <a:extLst>
                    <a:ext uri="{9D8B030D-6E8A-4147-A177-3AD203B41FA5}">
                      <a16:colId xmlns:a16="http://schemas.microsoft.com/office/drawing/2014/main" val="1765837299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3870703911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834947230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4265657138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076184259"/>
                    </a:ext>
                  </a:extLst>
                </a:gridCol>
              </a:tblGrid>
              <a:tr h="119188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67094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4550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301963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490998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575409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A1F5D5B3-5B70-47BD-BA8B-73F57B49ED62}"/>
              </a:ext>
            </a:extLst>
          </p:cNvPr>
          <p:cNvGrpSpPr/>
          <p:nvPr/>
        </p:nvGrpSpPr>
        <p:grpSpPr>
          <a:xfrm>
            <a:off x="4308049" y="3704543"/>
            <a:ext cx="745501" cy="488978"/>
            <a:chOff x="4317476" y="3893081"/>
            <a:chExt cx="745501" cy="4889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6E46F7-85F2-49FB-908E-74C94719F510}"/>
                </a:ext>
              </a:extLst>
            </p:cNvPr>
            <p:cNvSpPr txBox="1"/>
            <p:nvPr/>
          </p:nvSpPr>
          <p:spPr>
            <a:xfrm>
              <a:off x="4317476" y="4058894"/>
              <a:ext cx="43473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wx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FA498-8DB1-43A7-ABA2-45323B40CA93}"/>
                </a:ext>
              </a:extLst>
            </p:cNvPr>
            <p:cNvSpPr txBox="1"/>
            <p:nvPr/>
          </p:nvSpPr>
          <p:spPr>
            <a:xfrm>
              <a:off x="4677935" y="3893081"/>
              <a:ext cx="38504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yz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DA041806-458F-4FB3-8D61-208CCEF2D8F5}"/>
              </a:ext>
            </a:extLst>
          </p:cNvPr>
          <p:cNvSpPr txBox="1"/>
          <p:nvPr/>
        </p:nvSpPr>
        <p:spPr>
          <a:xfrm>
            <a:off x="4602126" y="3340897"/>
            <a:ext cx="298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21D79BC-D980-4A05-AD98-1D8239F4ED3B}"/>
              </a:ext>
            </a:extLst>
          </p:cNvPr>
          <p:cNvSpPr/>
          <p:nvPr/>
        </p:nvSpPr>
        <p:spPr bwMode="auto">
          <a:xfrm>
            <a:off x="5161105" y="4915904"/>
            <a:ext cx="2428767" cy="641950"/>
          </a:xfrm>
          <a:prstGeom prst="roundRect">
            <a:avLst/>
          </a:prstGeom>
          <a:noFill/>
          <a:ln w="28575">
            <a:solidFill>
              <a:srgbClr val="30BEC7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981C2B9-10F2-4500-AD45-251BEED116D5}"/>
              </a:ext>
            </a:extLst>
          </p:cNvPr>
          <p:cNvSpPr/>
          <p:nvPr/>
        </p:nvSpPr>
        <p:spPr bwMode="auto">
          <a:xfrm>
            <a:off x="5161104" y="4566741"/>
            <a:ext cx="1036495" cy="625370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2C87F5-BB33-4167-98EE-FE1128264B24}"/>
              </a:ext>
            </a:extLst>
          </p:cNvPr>
          <p:cNvSpPr/>
          <p:nvPr/>
        </p:nvSpPr>
        <p:spPr bwMode="auto">
          <a:xfrm>
            <a:off x="5103241" y="4193521"/>
            <a:ext cx="501691" cy="1318279"/>
          </a:xfrm>
          <a:prstGeom prst="roundRect">
            <a:avLst/>
          </a:prstGeom>
          <a:noFill/>
          <a:ln w="28575">
            <a:solidFill>
              <a:srgbClr val="33136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17283EF-8F3F-4D8C-863B-29DF0F581F62}"/>
              </a:ext>
            </a:extLst>
          </p:cNvPr>
          <p:cNvSpPr/>
          <p:nvPr/>
        </p:nvSpPr>
        <p:spPr bwMode="auto">
          <a:xfrm>
            <a:off x="7066011" y="4562603"/>
            <a:ext cx="523861" cy="625370"/>
          </a:xfrm>
          <a:prstGeom prst="roundRect">
            <a:avLst/>
          </a:prstGeom>
          <a:noFill/>
          <a:ln w="28575">
            <a:solidFill>
              <a:srgbClr val="3190A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3E6AFD-FB8E-4A45-B2E6-9250446F066D}"/>
              </a:ext>
            </a:extLst>
          </p:cNvPr>
          <p:cNvSpPr txBox="1"/>
          <p:nvPr/>
        </p:nvSpPr>
        <p:spPr>
          <a:xfrm>
            <a:off x="4569819" y="3413791"/>
            <a:ext cx="2812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W+XY’+Y’Z’+XYZ’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75B98D9-8BF6-4512-B991-FB7D52480B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95739"/>
              </p:ext>
            </p:extLst>
          </p:nvPr>
        </p:nvGraphicFramePr>
        <p:xfrm>
          <a:off x="3367489" y="2934450"/>
          <a:ext cx="782282" cy="37270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2282">
                  <a:extLst>
                    <a:ext uri="{9D8B030D-6E8A-4147-A177-3AD203B41FA5}">
                      <a16:colId xmlns:a16="http://schemas.microsoft.com/office/drawing/2014/main" val="3520470025"/>
                    </a:ext>
                  </a:extLst>
                </a:gridCol>
              </a:tblGrid>
              <a:tr h="2123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f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218825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50979579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549905201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560415464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202297235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661455285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294354420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659192880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4182877367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384501219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375604157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412187267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460108208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91410021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40167222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550164216"/>
                  </a:ext>
                </a:extLst>
              </a:tr>
              <a:tr h="2196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408478340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68A73EBD-EF47-4499-815C-7132641ED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2013" y="3835656"/>
            <a:ext cx="3435375" cy="153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62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04243" y="909635"/>
            <a:ext cx="2249557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Output </a:t>
            </a:r>
            <a:r>
              <a:rPr lang="en-US" altLang="ko-KR" dirty="0"/>
              <a:t>‘g’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91F13E-85CE-402E-81C6-B50AABFB6F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73</a:t>
            </a:fld>
            <a:r>
              <a:rPr lang="en-US" altLang="ko-KR"/>
              <a:t> p</a:t>
            </a:r>
            <a:endParaRPr lang="ko-KR" altLang="en-US" dirty="0"/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BEDAD4EC-51CA-4B76-AC49-88676BB64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58348"/>
              </p:ext>
            </p:extLst>
          </p:nvPr>
        </p:nvGraphicFramePr>
        <p:xfrm>
          <a:off x="679378" y="1452877"/>
          <a:ext cx="10674420" cy="52685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8140">
                  <a:extLst>
                    <a:ext uri="{9D8B030D-6E8A-4147-A177-3AD203B41FA5}">
                      <a16:colId xmlns:a16="http://schemas.microsoft.com/office/drawing/2014/main" val="421372503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623808942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1913049248"/>
                    </a:ext>
                  </a:extLst>
                </a:gridCol>
              </a:tblGrid>
              <a:tr h="48455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Output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‘g’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>
                    <a:solidFill>
                      <a:srgbClr val="33136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537385"/>
                  </a:ext>
                </a:extLst>
              </a:tr>
              <a:tr h="24973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Combinational</a:t>
                      </a:r>
                      <a:r>
                        <a:rPr lang="en-US" altLang="ko-KR" sz="1400" b="1" baseline="0" dirty="0">
                          <a:latin typeface="+mj-ea"/>
                          <a:ea typeface="+mj-ea"/>
                        </a:rPr>
                        <a:t> logic design process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36391"/>
                  </a:ext>
                </a:extLst>
              </a:tr>
              <a:tr h="252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Step#1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Step#2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Step#3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1377656189"/>
                  </a:ext>
                </a:extLst>
              </a:tr>
              <a:tr h="4281484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71743542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5AA1DF1-EA7E-4400-9222-FDA3377880A6}"/>
              </a:ext>
            </a:extLst>
          </p:cNvPr>
          <p:cNvGraphicFramePr>
            <a:graphicFrameLocks noGrp="1"/>
          </p:cNvGraphicFramePr>
          <p:nvPr/>
        </p:nvGraphicFramePr>
        <p:xfrm>
          <a:off x="782726" y="2544984"/>
          <a:ext cx="2505454" cy="4115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9042">
                  <a:extLst>
                    <a:ext uri="{9D8B030D-6E8A-4147-A177-3AD203B41FA5}">
                      <a16:colId xmlns:a16="http://schemas.microsoft.com/office/drawing/2014/main" val="1813243246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569586923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600322614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3262660971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4153294778"/>
                    </a:ext>
                  </a:extLst>
                </a:gridCol>
              </a:tblGrid>
              <a:tr h="36999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Hexadecimal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Number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Input (4-bit)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146416"/>
                  </a:ext>
                </a:extLst>
              </a:tr>
              <a:tr h="2323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w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x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y 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z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506372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59798247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5484997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3933278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43697790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754442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4627606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94791427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7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01798889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8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069908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9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08951230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24157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B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8589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C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14807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D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3464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E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885381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F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002774"/>
                  </a:ext>
                </a:extLst>
              </a:tr>
            </a:tbl>
          </a:graphicData>
        </a:graphic>
      </p:graphicFrame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D7EEEE58-1383-4E82-BD93-247ACE64B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317476"/>
              </p:ext>
            </p:extLst>
          </p:nvPr>
        </p:nvGraphicFramePr>
        <p:xfrm>
          <a:off x="4379542" y="3775107"/>
          <a:ext cx="32844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890">
                  <a:extLst>
                    <a:ext uri="{9D8B030D-6E8A-4147-A177-3AD203B41FA5}">
                      <a16:colId xmlns:a16="http://schemas.microsoft.com/office/drawing/2014/main" val="1765837299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3870703911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834947230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4265657138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076184259"/>
                    </a:ext>
                  </a:extLst>
                </a:gridCol>
              </a:tblGrid>
              <a:tr h="119188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67094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4550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301963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490998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575409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A1F5D5B3-5B70-47BD-BA8B-73F57B49ED62}"/>
              </a:ext>
            </a:extLst>
          </p:cNvPr>
          <p:cNvGrpSpPr/>
          <p:nvPr/>
        </p:nvGrpSpPr>
        <p:grpSpPr>
          <a:xfrm>
            <a:off x="4308049" y="3704543"/>
            <a:ext cx="745501" cy="488978"/>
            <a:chOff x="4317476" y="3893081"/>
            <a:chExt cx="745501" cy="4889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6E46F7-85F2-49FB-908E-74C94719F510}"/>
                </a:ext>
              </a:extLst>
            </p:cNvPr>
            <p:cNvSpPr txBox="1"/>
            <p:nvPr/>
          </p:nvSpPr>
          <p:spPr>
            <a:xfrm>
              <a:off x="4317476" y="4058894"/>
              <a:ext cx="43473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wx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FA498-8DB1-43A7-ABA2-45323B40CA93}"/>
                </a:ext>
              </a:extLst>
            </p:cNvPr>
            <p:cNvSpPr txBox="1"/>
            <p:nvPr/>
          </p:nvSpPr>
          <p:spPr>
            <a:xfrm>
              <a:off x="4677935" y="3893081"/>
              <a:ext cx="38504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yz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DA041806-458F-4FB3-8D61-208CCEF2D8F5}"/>
              </a:ext>
            </a:extLst>
          </p:cNvPr>
          <p:cNvSpPr txBox="1"/>
          <p:nvPr/>
        </p:nvSpPr>
        <p:spPr>
          <a:xfrm>
            <a:off x="4602126" y="3340897"/>
            <a:ext cx="298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21D79BC-D980-4A05-AD98-1D8239F4ED3B}"/>
              </a:ext>
            </a:extLst>
          </p:cNvPr>
          <p:cNvSpPr/>
          <p:nvPr/>
        </p:nvSpPr>
        <p:spPr bwMode="auto">
          <a:xfrm>
            <a:off x="7074554" y="4193118"/>
            <a:ext cx="515319" cy="1318682"/>
          </a:xfrm>
          <a:prstGeom prst="roundRect">
            <a:avLst/>
          </a:prstGeom>
          <a:noFill/>
          <a:ln w="28575">
            <a:solidFill>
              <a:srgbClr val="30BEC7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981C2B9-10F2-4500-AD45-251BEED116D5}"/>
              </a:ext>
            </a:extLst>
          </p:cNvPr>
          <p:cNvSpPr/>
          <p:nvPr/>
        </p:nvSpPr>
        <p:spPr bwMode="auto">
          <a:xfrm>
            <a:off x="6449223" y="4960690"/>
            <a:ext cx="1140650" cy="551110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2C87F5-BB33-4167-98EE-FE1128264B24}"/>
              </a:ext>
            </a:extLst>
          </p:cNvPr>
          <p:cNvSpPr/>
          <p:nvPr/>
        </p:nvSpPr>
        <p:spPr bwMode="auto">
          <a:xfrm>
            <a:off x="5180732" y="4576900"/>
            <a:ext cx="1067667" cy="206767"/>
          </a:xfrm>
          <a:prstGeom prst="roundRect">
            <a:avLst/>
          </a:prstGeom>
          <a:noFill/>
          <a:ln w="28575">
            <a:solidFill>
              <a:srgbClr val="33136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17283EF-8F3F-4D8C-863B-29DF0F581F62}"/>
              </a:ext>
            </a:extLst>
          </p:cNvPr>
          <p:cNvSpPr/>
          <p:nvPr/>
        </p:nvSpPr>
        <p:spPr bwMode="auto">
          <a:xfrm>
            <a:off x="5103241" y="5258367"/>
            <a:ext cx="2486631" cy="253434"/>
          </a:xfrm>
          <a:prstGeom prst="roundRect">
            <a:avLst/>
          </a:prstGeom>
          <a:noFill/>
          <a:ln w="28575">
            <a:solidFill>
              <a:srgbClr val="3190A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3E6AFD-FB8E-4A45-B2E6-9250446F066D}"/>
              </a:ext>
            </a:extLst>
          </p:cNvPr>
          <p:cNvSpPr txBox="1"/>
          <p:nvPr/>
        </p:nvSpPr>
        <p:spPr>
          <a:xfrm>
            <a:off x="4476655" y="3377838"/>
            <a:ext cx="3079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WX’+WY+YZ’+W’XY’+W’X’Y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8FC86A7-7D0B-45CF-95BC-402A05D6B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644866"/>
              </p:ext>
            </p:extLst>
          </p:nvPr>
        </p:nvGraphicFramePr>
        <p:xfrm>
          <a:off x="3379962" y="2926292"/>
          <a:ext cx="782282" cy="3751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2282">
                  <a:extLst>
                    <a:ext uri="{9D8B030D-6E8A-4147-A177-3AD203B41FA5}">
                      <a16:colId xmlns:a16="http://schemas.microsoft.com/office/drawing/2014/main" val="2243082765"/>
                    </a:ext>
                  </a:extLst>
                </a:gridCol>
              </a:tblGrid>
              <a:tr h="1964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g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005612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510475210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279657254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89990277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667831657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235809350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501332031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166262095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187328290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505179485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658220763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4134020371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831439902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710137944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4083983173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586207719"/>
                  </a:ext>
                </a:extLst>
              </a:tr>
              <a:tr h="221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142297466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63DAE82-497D-445D-875A-1F7D7AF9D983}"/>
              </a:ext>
            </a:extLst>
          </p:cNvPr>
          <p:cNvSpPr/>
          <p:nvPr/>
        </p:nvSpPr>
        <p:spPr bwMode="auto">
          <a:xfrm>
            <a:off x="6395580" y="4193117"/>
            <a:ext cx="1140650" cy="203978"/>
          </a:xfrm>
          <a:prstGeom prst="roundRect">
            <a:avLst/>
          </a:prstGeom>
          <a:noFill/>
          <a:ln w="28575">
            <a:solidFill>
              <a:srgbClr val="99C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FEDAB29-030D-47C2-9250-6668C51E7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845" y="3775107"/>
            <a:ext cx="3431209" cy="157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37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04243" y="909635"/>
            <a:ext cx="2249557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Output </a:t>
            </a:r>
            <a:r>
              <a:rPr lang="en-US" altLang="ko-KR" dirty="0"/>
              <a:t>‘c’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91F13E-85CE-402E-81C6-B50AABFB6F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74</a:t>
            </a:fld>
            <a:r>
              <a:rPr lang="en-US" altLang="ko-KR"/>
              <a:t> p</a:t>
            </a:r>
            <a:endParaRPr lang="ko-KR" altLang="en-US" dirty="0"/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BEDAD4EC-51CA-4B76-AC49-88676BB64D9F}"/>
              </a:ext>
            </a:extLst>
          </p:cNvPr>
          <p:cNvGraphicFramePr>
            <a:graphicFrameLocks noGrp="1"/>
          </p:cNvGraphicFramePr>
          <p:nvPr/>
        </p:nvGraphicFramePr>
        <p:xfrm>
          <a:off x="679378" y="1452877"/>
          <a:ext cx="10674420" cy="52685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8140">
                  <a:extLst>
                    <a:ext uri="{9D8B030D-6E8A-4147-A177-3AD203B41FA5}">
                      <a16:colId xmlns:a16="http://schemas.microsoft.com/office/drawing/2014/main" val="421372503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623808942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1913049248"/>
                    </a:ext>
                  </a:extLst>
                </a:gridCol>
              </a:tblGrid>
              <a:tr h="48455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Output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‘c’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>
                    <a:solidFill>
                      <a:srgbClr val="33136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537385"/>
                  </a:ext>
                </a:extLst>
              </a:tr>
              <a:tr h="24973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Combinational</a:t>
                      </a:r>
                      <a:r>
                        <a:rPr lang="en-US" altLang="ko-KR" sz="1400" b="1" baseline="0" dirty="0">
                          <a:latin typeface="+mj-ea"/>
                          <a:ea typeface="+mj-ea"/>
                        </a:rPr>
                        <a:t> logic design process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36391"/>
                  </a:ext>
                </a:extLst>
              </a:tr>
              <a:tr h="252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Step#1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Step#2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Step#3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1377656189"/>
                  </a:ext>
                </a:extLst>
              </a:tr>
              <a:tr h="4281484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71743542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5AA1DF1-EA7E-4400-9222-FDA3377880A6}"/>
              </a:ext>
            </a:extLst>
          </p:cNvPr>
          <p:cNvGraphicFramePr>
            <a:graphicFrameLocks noGrp="1"/>
          </p:cNvGraphicFramePr>
          <p:nvPr/>
        </p:nvGraphicFramePr>
        <p:xfrm>
          <a:off x="782726" y="2544984"/>
          <a:ext cx="2505454" cy="4115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9042">
                  <a:extLst>
                    <a:ext uri="{9D8B030D-6E8A-4147-A177-3AD203B41FA5}">
                      <a16:colId xmlns:a16="http://schemas.microsoft.com/office/drawing/2014/main" val="1813243246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569586923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600322614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3262660971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4153294778"/>
                    </a:ext>
                  </a:extLst>
                </a:gridCol>
              </a:tblGrid>
              <a:tr h="36999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Hexadecimal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Number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Input (4-bit)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146416"/>
                  </a:ext>
                </a:extLst>
              </a:tr>
              <a:tr h="2323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w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x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y 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z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506372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59798247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5484997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3933278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43697790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754442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4627606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94791427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7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01798889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8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069908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9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08951230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24157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B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8589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C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14807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D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3464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E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885381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F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002774"/>
                  </a:ext>
                </a:extLst>
              </a:tr>
            </a:tbl>
          </a:graphicData>
        </a:graphic>
      </p:graphicFrame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D7EEEE58-1383-4E82-BD93-247ACE64B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139627"/>
              </p:ext>
            </p:extLst>
          </p:nvPr>
        </p:nvGraphicFramePr>
        <p:xfrm>
          <a:off x="4379542" y="3775107"/>
          <a:ext cx="32844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890">
                  <a:extLst>
                    <a:ext uri="{9D8B030D-6E8A-4147-A177-3AD203B41FA5}">
                      <a16:colId xmlns:a16="http://schemas.microsoft.com/office/drawing/2014/main" val="1765837299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3870703911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834947230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4265657138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076184259"/>
                    </a:ext>
                  </a:extLst>
                </a:gridCol>
              </a:tblGrid>
              <a:tr h="119188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67094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4550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301963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490998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575409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A1F5D5B3-5B70-47BD-BA8B-73F57B49ED62}"/>
              </a:ext>
            </a:extLst>
          </p:cNvPr>
          <p:cNvGrpSpPr/>
          <p:nvPr/>
        </p:nvGrpSpPr>
        <p:grpSpPr>
          <a:xfrm>
            <a:off x="4308049" y="3704543"/>
            <a:ext cx="745501" cy="488978"/>
            <a:chOff x="4317476" y="3893081"/>
            <a:chExt cx="745501" cy="4889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6E46F7-85F2-49FB-908E-74C94719F510}"/>
                </a:ext>
              </a:extLst>
            </p:cNvPr>
            <p:cNvSpPr txBox="1"/>
            <p:nvPr/>
          </p:nvSpPr>
          <p:spPr>
            <a:xfrm>
              <a:off x="4317476" y="4058894"/>
              <a:ext cx="43473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wx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FA498-8DB1-43A7-ABA2-45323B40CA93}"/>
                </a:ext>
              </a:extLst>
            </p:cNvPr>
            <p:cNvSpPr txBox="1"/>
            <p:nvPr/>
          </p:nvSpPr>
          <p:spPr>
            <a:xfrm>
              <a:off x="4677935" y="3893081"/>
              <a:ext cx="38504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yz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DA041806-458F-4FB3-8D61-208CCEF2D8F5}"/>
              </a:ext>
            </a:extLst>
          </p:cNvPr>
          <p:cNvSpPr txBox="1"/>
          <p:nvPr/>
        </p:nvSpPr>
        <p:spPr>
          <a:xfrm>
            <a:off x="4602126" y="3340897"/>
            <a:ext cx="298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981C2B9-10F2-4500-AD45-251BEED116D5}"/>
              </a:ext>
            </a:extLst>
          </p:cNvPr>
          <p:cNvSpPr/>
          <p:nvPr/>
        </p:nvSpPr>
        <p:spPr bwMode="auto">
          <a:xfrm>
            <a:off x="6410624" y="5257040"/>
            <a:ext cx="481444" cy="263227"/>
          </a:xfrm>
          <a:prstGeom prst="roundRect">
            <a:avLst/>
          </a:prstGeom>
          <a:noFill/>
          <a:ln w="28575">
            <a:solidFill>
              <a:srgbClr val="CCECFF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2C87F5-BB33-4167-98EE-FE1128264B24}"/>
              </a:ext>
            </a:extLst>
          </p:cNvPr>
          <p:cNvSpPr/>
          <p:nvPr/>
        </p:nvSpPr>
        <p:spPr bwMode="auto">
          <a:xfrm>
            <a:off x="5807061" y="4900350"/>
            <a:ext cx="424406" cy="291761"/>
          </a:xfrm>
          <a:prstGeom prst="roundRect">
            <a:avLst/>
          </a:prstGeom>
          <a:noFill/>
          <a:ln w="28575">
            <a:solidFill>
              <a:srgbClr val="33136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3E6AFD-FB8E-4A45-B2E6-9250446F066D}"/>
              </a:ext>
            </a:extLst>
          </p:cNvPr>
          <p:cNvSpPr txBox="1"/>
          <p:nvPr/>
        </p:nvSpPr>
        <p:spPr>
          <a:xfrm>
            <a:off x="4525416" y="3408618"/>
            <a:ext cx="2812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WXY’Z+WX’YZ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8E95367-4066-46A9-9B29-FE984AD51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162830"/>
              </p:ext>
            </p:extLst>
          </p:nvPr>
        </p:nvGraphicFramePr>
        <p:xfrm>
          <a:off x="3371227" y="2929467"/>
          <a:ext cx="782282" cy="3748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2282">
                  <a:extLst>
                    <a:ext uri="{9D8B030D-6E8A-4147-A177-3AD203B41FA5}">
                      <a16:colId xmlns:a16="http://schemas.microsoft.com/office/drawing/2014/main" val="3308084543"/>
                    </a:ext>
                  </a:extLst>
                </a:gridCol>
              </a:tblGrid>
              <a:tr h="1962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h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1487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4020592367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696435587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466285293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183435758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5868813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117350417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995669277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640498022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002872619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382082270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773035075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834305256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503463852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893787990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195794611"/>
                  </a:ext>
                </a:extLst>
              </a:tr>
              <a:tr h="2209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164377523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BE8AC0EE-62E6-461A-AEBD-B94C9B179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842" y="3814252"/>
            <a:ext cx="3441119" cy="165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61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Step 3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CAEB3-445C-4448-9A1E-12186F267D4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04243" y="909635"/>
            <a:ext cx="2249557" cy="420959"/>
          </a:xfrm>
        </p:spPr>
        <p:txBody>
          <a:bodyPr>
            <a:normAutofit/>
          </a:bodyPr>
          <a:lstStyle/>
          <a:p>
            <a:pPr algn="r"/>
            <a:r>
              <a:rPr lang="en-US" altLang="ko-KR" sz="2000" dirty="0"/>
              <a:t>Output </a:t>
            </a:r>
            <a:r>
              <a:rPr lang="en-US" altLang="ko-KR" dirty="0"/>
              <a:t>‘</a:t>
            </a:r>
            <a:r>
              <a:rPr lang="en-US" altLang="ko-KR" dirty="0" err="1"/>
              <a:t>i</a:t>
            </a:r>
            <a:r>
              <a:rPr lang="en-US" altLang="ko-KR" dirty="0"/>
              <a:t>’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91F13E-85CE-402E-81C6-B50AABFB6F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75</a:t>
            </a:fld>
            <a:r>
              <a:rPr lang="en-US" altLang="ko-KR"/>
              <a:t> p</a:t>
            </a:r>
            <a:endParaRPr lang="ko-KR" altLang="en-US" dirty="0"/>
          </a:p>
        </p:txBody>
      </p: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BEDAD4EC-51CA-4B76-AC49-88676BB64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873161"/>
              </p:ext>
            </p:extLst>
          </p:nvPr>
        </p:nvGraphicFramePr>
        <p:xfrm>
          <a:off x="679378" y="1452877"/>
          <a:ext cx="10674420" cy="52685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58140">
                  <a:extLst>
                    <a:ext uri="{9D8B030D-6E8A-4147-A177-3AD203B41FA5}">
                      <a16:colId xmlns:a16="http://schemas.microsoft.com/office/drawing/2014/main" val="421372503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623808942"/>
                    </a:ext>
                  </a:extLst>
                </a:gridCol>
                <a:gridCol w="3558140">
                  <a:extLst>
                    <a:ext uri="{9D8B030D-6E8A-4147-A177-3AD203B41FA5}">
                      <a16:colId xmlns:a16="http://schemas.microsoft.com/office/drawing/2014/main" val="1913049248"/>
                    </a:ext>
                  </a:extLst>
                </a:gridCol>
              </a:tblGrid>
              <a:tr h="48455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Output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‘</a:t>
                      </a:r>
                      <a:r>
                        <a:rPr lang="en-US" altLang="ko-KR" sz="1400" b="1" baseline="0" dirty="0" err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</a:t>
                      </a:r>
                      <a:r>
                        <a:rPr lang="en-US" altLang="ko-KR" sz="14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’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>
                    <a:solidFill>
                      <a:srgbClr val="33136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537385"/>
                  </a:ext>
                </a:extLst>
              </a:tr>
              <a:tr h="249738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Combinational</a:t>
                      </a:r>
                      <a:r>
                        <a:rPr lang="en-US" altLang="ko-KR" sz="1400" b="1" baseline="0" dirty="0">
                          <a:latin typeface="+mj-ea"/>
                          <a:ea typeface="+mj-ea"/>
                        </a:rPr>
                        <a:t> logic design process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336391"/>
                  </a:ext>
                </a:extLst>
              </a:tr>
              <a:tr h="2528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Step#1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>
                          <a:latin typeface="+mj-ea"/>
                          <a:ea typeface="+mj-ea"/>
                        </a:rPr>
                        <a:t>Step#2</a:t>
                      </a:r>
                      <a:endParaRPr lang="ko-KR" altLang="en-US" sz="1400" b="1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j-ea"/>
                          <a:ea typeface="+mj-ea"/>
                        </a:rPr>
                        <a:t>Step#3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1377656189"/>
                  </a:ext>
                </a:extLst>
              </a:tr>
              <a:tr h="4281484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marL="91439" marR="91439" marT="0" marB="0" anchor="ctr"/>
                </a:tc>
                <a:extLst>
                  <a:ext uri="{0D108BD9-81ED-4DB2-BD59-A6C34878D82A}">
                    <a16:rowId xmlns:a16="http://schemas.microsoft.com/office/drawing/2014/main" val="71743542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5AA1DF1-EA7E-4400-9222-FDA3377880A6}"/>
              </a:ext>
            </a:extLst>
          </p:cNvPr>
          <p:cNvGraphicFramePr>
            <a:graphicFrameLocks noGrp="1"/>
          </p:cNvGraphicFramePr>
          <p:nvPr/>
        </p:nvGraphicFramePr>
        <p:xfrm>
          <a:off x="782726" y="2544984"/>
          <a:ext cx="2505454" cy="41155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9042">
                  <a:extLst>
                    <a:ext uri="{9D8B030D-6E8A-4147-A177-3AD203B41FA5}">
                      <a16:colId xmlns:a16="http://schemas.microsoft.com/office/drawing/2014/main" val="1813243246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569586923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2600322614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3262660971"/>
                    </a:ext>
                  </a:extLst>
                </a:gridCol>
                <a:gridCol w="361603">
                  <a:extLst>
                    <a:ext uri="{9D8B030D-6E8A-4147-A177-3AD203B41FA5}">
                      <a16:colId xmlns:a16="http://schemas.microsoft.com/office/drawing/2014/main" val="4153294778"/>
                    </a:ext>
                  </a:extLst>
                </a:gridCol>
              </a:tblGrid>
              <a:tr h="36999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Hexadecimal</a:t>
                      </a:r>
                    </a:p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Number</a:t>
                      </a:r>
                      <a:r>
                        <a:rPr lang="en-US" altLang="ko-KR" sz="1100" b="1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 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Input (4-bit)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92961" marR="92961" marT="46480" marB="46480" anchor="ctr">
                    <a:solidFill>
                      <a:srgbClr val="3190A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5146416"/>
                  </a:ext>
                </a:extLst>
              </a:tr>
              <a:tr h="2323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w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x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y 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z</a:t>
                      </a:r>
                      <a:endParaRPr lang="ko-KR" altLang="en-US" sz="1100" b="1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L="72744" marR="72744" marT="0" marB="0" anchor="ctr">
                    <a:solidFill>
                      <a:srgbClr val="319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506372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59798247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5484997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3933278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3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43697790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754442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5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3146276063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494791427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7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401798889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8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120699081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9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0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/>
                </a:tc>
                <a:extLst>
                  <a:ext uri="{0D108BD9-81ED-4DB2-BD59-A6C34878D82A}">
                    <a16:rowId xmlns:a16="http://schemas.microsoft.com/office/drawing/2014/main" val="208951230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A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2241579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B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8589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C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148075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D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34644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E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885381"/>
                  </a:ext>
                </a:extLst>
              </a:tr>
              <a:tr h="2195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F</a:t>
                      </a:r>
                      <a:endParaRPr lang="ko-KR" altLang="en-US" sz="1100"/>
                    </a:p>
                  </a:txBody>
                  <a:tcPr marL="72744" marR="72744" marT="0" marB="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</a:t>
                      </a:r>
                      <a:endParaRPr lang="ko-KR" altLang="en-US" sz="110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 marL="72744" marR="7274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002774"/>
                  </a:ext>
                </a:extLst>
              </a:tr>
            </a:tbl>
          </a:graphicData>
        </a:graphic>
      </p:graphicFrame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D7EEEE58-1383-4E82-BD93-247ACE64B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553640"/>
              </p:ext>
            </p:extLst>
          </p:nvPr>
        </p:nvGraphicFramePr>
        <p:xfrm>
          <a:off x="4379542" y="3775107"/>
          <a:ext cx="328445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890">
                  <a:extLst>
                    <a:ext uri="{9D8B030D-6E8A-4147-A177-3AD203B41FA5}">
                      <a16:colId xmlns:a16="http://schemas.microsoft.com/office/drawing/2014/main" val="1765837299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3870703911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834947230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4265657138"/>
                    </a:ext>
                  </a:extLst>
                </a:gridCol>
                <a:gridCol w="656890">
                  <a:extLst>
                    <a:ext uri="{9D8B030D-6E8A-4147-A177-3AD203B41FA5}">
                      <a16:colId xmlns:a16="http://schemas.microsoft.com/office/drawing/2014/main" val="1076184259"/>
                    </a:ext>
                  </a:extLst>
                </a:gridCol>
              </a:tblGrid>
              <a:tr h="119188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67094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245507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301963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490998"/>
                  </a:ext>
                </a:extLst>
              </a:tr>
              <a:tr h="197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575409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A1F5D5B3-5B70-47BD-BA8B-73F57B49ED62}"/>
              </a:ext>
            </a:extLst>
          </p:cNvPr>
          <p:cNvGrpSpPr/>
          <p:nvPr/>
        </p:nvGrpSpPr>
        <p:grpSpPr>
          <a:xfrm>
            <a:off x="4308049" y="3704543"/>
            <a:ext cx="745501" cy="488978"/>
            <a:chOff x="4317476" y="3893081"/>
            <a:chExt cx="745501" cy="4889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6E46F7-85F2-49FB-908E-74C94719F510}"/>
                </a:ext>
              </a:extLst>
            </p:cNvPr>
            <p:cNvSpPr txBox="1"/>
            <p:nvPr/>
          </p:nvSpPr>
          <p:spPr>
            <a:xfrm>
              <a:off x="4317476" y="4058894"/>
              <a:ext cx="43473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wx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FA498-8DB1-43A7-ABA2-45323B40CA93}"/>
                </a:ext>
              </a:extLst>
            </p:cNvPr>
            <p:cNvSpPr txBox="1"/>
            <p:nvPr/>
          </p:nvSpPr>
          <p:spPr>
            <a:xfrm>
              <a:off x="4677935" y="3893081"/>
              <a:ext cx="38504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500" dirty="0" err="1">
                  <a:latin typeface="+mj-ea"/>
                  <a:ea typeface="+mj-ea"/>
                </a:rPr>
                <a:t>yz</a:t>
              </a:r>
              <a:endParaRPr lang="ko-KR" altLang="en-US" sz="1500" dirty="0">
                <a:latin typeface="+mj-ea"/>
                <a:ea typeface="+mj-ea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DA041806-458F-4FB3-8D61-208CCEF2D8F5}"/>
              </a:ext>
            </a:extLst>
          </p:cNvPr>
          <p:cNvSpPr txBox="1"/>
          <p:nvPr/>
        </p:nvSpPr>
        <p:spPr>
          <a:xfrm>
            <a:off x="4602126" y="3340897"/>
            <a:ext cx="298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 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21D79BC-D980-4A05-AD98-1D8239F4ED3B}"/>
              </a:ext>
            </a:extLst>
          </p:cNvPr>
          <p:cNvSpPr/>
          <p:nvPr/>
        </p:nvSpPr>
        <p:spPr bwMode="auto">
          <a:xfrm>
            <a:off x="6416000" y="5260723"/>
            <a:ext cx="476068" cy="320975"/>
          </a:xfrm>
          <a:prstGeom prst="roundRect">
            <a:avLst/>
          </a:prstGeom>
          <a:noFill/>
          <a:ln w="28575">
            <a:solidFill>
              <a:srgbClr val="30BEC7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E2C87F5-BB33-4167-98EE-FE1128264B24}"/>
              </a:ext>
            </a:extLst>
          </p:cNvPr>
          <p:cNvSpPr/>
          <p:nvPr/>
        </p:nvSpPr>
        <p:spPr bwMode="auto">
          <a:xfrm>
            <a:off x="5834483" y="4936370"/>
            <a:ext cx="364210" cy="255742"/>
          </a:xfrm>
          <a:prstGeom prst="roundRect">
            <a:avLst/>
          </a:prstGeom>
          <a:noFill/>
          <a:ln w="28575">
            <a:solidFill>
              <a:srgbClr val="33136D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3E6AFD-FB8E-4A45-B2E6-9250446F066D}"/>
              </a:ext>
            </a:extLst>
          </p:cNvPr>
          <p:cNvSpPr txBox="1"/>
          <p:nvPr/>
        </p:nvSpPr>
        <p:spPr>
          <a:xfrm>
            <a:off x="4525416" y="3401526"/>
            <a:ext cx="2812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+mj-ea"/>
                <a:ea typeface="+mj-ea"/>
              </a:rPr>
              <a:t>WXY’Z+WX’YZ</a:t>
            </a:r>
            <a:endParaRPr lang="ko-KR" altLang="en-US" dirty="0">
              <a:latin typeface="+mj-ea"/>
              <a:ea typeface="+mj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6E29C5D-77A1-4CC4-8B31-63F9B3017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757074"/>
              </p:ext>
            </p:extLst>
          </p:nvPr>
        </p:nvGraphicFramePr>
        <p:xfrm>
          <a:off x="3367489" y="2921000"/>
          <a:ext cx="782282" cy="375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82282">
                  <a:extLst>
                    <a:ext uri="{9D8B030D-6E8A-4147-A177-3AD203B41FA5}">
                      <a16:colId xmlns:a16="http://schemas.microsoft.com/office/drawing/2014/main" val="1445856266"/>
                    </a:ext>
                  </a:extLst>
                </a:gridCol>
              </a:tblGrid>
              <a:tr h="1967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err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i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marT="0" marB="0" anchor="ctr">
                    <a:solidFill>
                      <a:srgbClr val="3259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194376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41284648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375327779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915780629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60918451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996709649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4138705236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595498729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96669172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615857451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240599711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573101246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730135998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54097030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237798354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596064210"/>
                  </a:ext>
                </a:extLst>
              </a:tr>
              <a:tr h="2214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</a:t>
                      </a:r>
                      <a:endParaRPr lang="ko-KR" altLang="en-US" sz="1400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837632800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07DA3F29-B468-4203-88F6-9FBFA4691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704" y="3807205"/>
            <a:ext cx="3294381" cy="165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52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F23CC-5535-4BEA-A633-D26F4F5DE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924" y="467358"/>
            <a:ext cx="3940195" cy="985520"/>
          </a:xfrm>
        </p:spPr>
        <p:txBody>
          <a:bodyPr>
            <a:normAutofit/>
          </a:bodyPr>
          <a:lstStyle/>
          <a:p>
            <a:r>
              <a:rPr lang="en-US" altLang="ko-KR" dirty="0"/>
              <a:t>Step 4</a:t>
            </a:r>
            <a:endParaRPr lang="ko-KR" altLang="en-US" dirty="0"/>
          </a:p>
        </p:txBody>
      </p:sp>
      <p:pic>
        <p:nvPicPr>
          <p:cNvPr id="4" name="그림 2">
            <a:extLst>
              <a:ext uri="{FF2B5EF4-FFF2-40B4-BE49-F238E27FC236}">
                <a16:creationId xmlns:a16="http://schemas.microsoft.com/office/drawing/2014/main" id="{469A7C55-4879-4428-BD4F-D4336F740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340" y="1276334"/>
            <a:ext cx="7631320" cy="529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FEFC650-3F5A-4947-B597-A40C819E388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990B864-D46A-4D54-A4BF-FF0169C5BE07}" type="slidenum">
              <a:rPr lang="ko-KR" altLang="en-US" smtClean="0"/>
              <a:pPr/>
              <a:t>76</a:t>
            </a:fld>
            <a:r>
              <a:rPr lang="en-US" altLang="ko-KR"/>
              <a:t> 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45363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06D0919-F2E6-469A-869B-3844227D54C4}"/>
              </a:ext>
            </a:extLst>
          </p:cNvPr>
          <p:cNvSpPr/>
          <p:nvPr/>
        </p:nvSpPr>
        <p:spPr>
          <a:xfrm>
            <a:off x="3867805" y="2907936"/>
            <a:ext cx="4466897" cy="990908"/>
          </a:xfrm>
          <a:prstGeom prst="rect">
            <a:avLst/>
          </a:prstGeom>
          <a:gradFill>
            <a:gsLst>
              <a:gs pos="0">
                <a:srgbClr val="30CFD0"/>
              </a:gs>
              <a:gs pos="94000">
                <a:srgbClr val="330867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7FA962-A380-4D05-B977-914D50E87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1244"/>
            <a:ext cx="9144000" cy="2387600"/>
          </a:xfrm>
        </p:spPr>
        <p:txBody>
          <a:bodyPr/>
          <a:lstStyle/>
          <a:p>
            <a:r>
              <a:rPr lang="ko-KR" altLang="en-US" dirty="0">
                <a:solidFill>
                  <a:schemeClr val="bg1"/>
                </a:solidFill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617838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맑은 고딕"/>
        <a:ea typeface="나눔스퀘어라운드 Bold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28575">
          <a:solidFill>
            <a:srgbClr val="0000CC"/>
          </a:solidFill>
          <a:round/>
          <a:headEnd type="oval" w="med" len="med"/>
          <a:tailEnd type="oval" w="med" len="med"/>
        </a:ln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a:spPr>
      <a:bodyPr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2964</TotalTime>
  <Words>7907</Words>
  <Application>Microsoft Office PowerPoint</Application>
  <PresentationFormat>와이드스크린</PresentationFormat>
  <Paragraphs>4260</Paragraphs>
  <Slides>77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77</vt:i4>
      </vt:variant>
    </vt:vector>
  </HeadingPairs>
  <TitlesOfParts>
    <vt:vector size="85" baseType="lpstr">
      <vt:lpstr>Calibri</vt:lpstr>
      <vt:lpstr>맑은 고딕</vt:lpstr>
      <vt:lpstr>티머니 둥근바람 ExtraBold</vt:lpstr>
      <vt:lpstr>티머니 둥근바람 Regular</vt:lpstr>
      <vt:lpstr>Arial</vt:lpstr>
      <vt:lpstr>나눔스퀘어라운드 ExtraBold</vt:lpstr>
      <vt:lpstr>나눔스퀘어라운드 Bold</vt:lpstr>
      <vt:lpstr>Office 테마</vt:lpstr>
      <vt:lpstr>컴퓨터 수학 기말 과제</vt:lpstr>
      <vt:lpstr>과제 1  Graph Algorithm</vt:lpstr>
      <vt:lpstr>Step 1</vt:lpstr>
      <vt:lpstr>Step 2</vt:lpstr>
      <vt:lpstr>Step 3</vt:lpstr>
      <vt:lpstr>Step 3</vt:lpstr>
      <vt:lpstr>Step 3</vt:lpstr>
      <vt:lpstr>Step 3</vt:lpstr>
      <vt:lpstr>Step 3</vt:lpstr>
      <vt:lpstr>Step 3</vt:lpstr>
      <vt:lpstr>Step 3</vt:lpstr>
      <vt:lpstr>Step 3</vt:lpstr>
      <vt:lpstr>Step 3</vt:lpstr>
      <vt:lpstr>Step 3</vt:lpstr>
      <vt:lpstr>Step 3</vt:lpstr>
      <vt:lpstr>Step 4-1</vt:lpstr>
      <vt:lpstr>Step 4-1</vt:lpstr>
      <vt:lpstr>Step 4-1</vt:lpstr>
      <vt:lpstr>Step 4-2-1</vt:lpstr>
      <vt:lpstr>Step 4-2-1</vt:lpstr>
      <vt:lpstr>Step 4-2-1</vt:lpstr>
      <vt:lpstr>Step 4-2-1</vt:lpstr>
      <vt:lpstr>Step 4-2-1</vt:lpstr>
      <vt:lpstr>Step 4-2-1</vt:lpstr>
      <vt:lpstr>Step 4-2-1</vt:lpstr>
      <vt:lpstr>Step 4-2-1</vt:lpstr>
      <vt:lpstr>Step 4-2-1</vt:lpstr>
      <vt:lpstr>Step 4-2-1</vt:lpstr>
      <vt:lpstr>Step 4-2-1</vt:lpstr>
      <vt:lpstr>Step 4-2-1</vt:lpstr>
      <vt:lpstr>Step 4-2-1</vt:lpstr>
      <vt:lpstr>Step 4-2-1</vt:lpstr>
      <vt:lpstr>Step 4-2-1</vt:lpstr>
      <vt:lpstr>Step 4-2-2</vt:lpstr>
      <vt:lpstr>Step 4-2-2</vt:lpstr>
      <vt:lpstr>Step 4-2-2</vt:lpstr>
      <vt:lpstr>Step 4-2-2</vt:lpstr>
      <vt:lpstr>Step 4-2-2</vt:lpstr>
      <vt:lpstr>Step 4-2-2</vt:lpstr>
      <vt:lpstr>Step 4-2-2</vt:lpstr>
      <vt:lpstr>Step 4-2-2</vt:lpstr>
      <vt:lpstr>Step 4-2-2</vt:lpstr>
      <vt:lpstr>Step 4-2-2</vt:lpstr>
      <vt:lpstr>Step 4-2-2</vt:lpstr>
      <vt:lpstr>Step 4-2-2</vt:lpstr>
      <vt:lpstr>Step 4-2-2</vt:lpstr>
      <vt:lpstr>Step 4-3-1</vt:lpstr>
      <vt:lpstr>Step 4-3-1</vt:lpstr>
      <vt:lpstr>Step 4-3-1</vt:lpstr>
      <vt:lpstr>Step 4-3-2</vt:lpstr>
      <vt:lpstr>Step 4-3-2</vt:lpstr>
      <vt:lpstr>Step 4-2-1</vt:lpstr>
      <vt:lpstr>Step 4-2-1</vt:lpstr>
      <vt:lpstr>Step 4-2-1</vt:lpstr>
      <vt:lpstr>Step 4-2-2</vt:lpstr>
      <vt:lpstr>Step 4-2-2</vt:lpstr>
      <vt:lpstr>Step 4-2-2</vt:lpstr>
      <vt:lpstr>Step 4-2-2</vt:lpstr>
      <vt:lpstr>Step 4-2-2</vt:lpstr>
      <vt:lpstr>Step 4-3-3</vt:lpstr>
      <vt:lpstr>Step 4-3-3</vt:lpstr>
      <vt:lpstr>Step 4-3-4</vt:lpstr>
      <vt:lpstr>Step 4-4</vt:lpstr>
      <vt:lpstr>과제 2  Hardware Design</vt:lpstr>
      <vt:lpstr>Step 1</vt:lpstr>
      <vt:lpstr>Step 2</vt:lpstr>
      <vt:lpstr>Step 3</vt:lpstr>
      <vt:lpstr>Step 3</vt:lpstr>
      <vt:lpstr>Step 3</vt:lpstr>
      <vt:lpstr>Step 3</vt:lpstr>
      <vt:lpstr>Step 3</vt:lpstr>
      <vt:lpstr>Step 3</vt:lpstr>
      <vt:lpstr>Step 3</vt:lpstr>
      <vt:lpstr>Step 3</vt:lpstr>
      <vt:lpstr>Step 3</vt:lpstr>
      <vt:lpstr>Step 4</vt:lpstr>
      <vt:lpstr>감사합니다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KwonJeong</dc:creator>
  <cp:lastModifiedBy>KwonJeong</cp:lastModifiedBy>
  <cp:revision>195</cp:revision>
  <dcterms:created xsi:type="dcterms:W3CDTF">2020-10-18T14:09:36Z</dcterms:created>
  <dcterms:modified xsi:type="dcterms:W3CDTF">2020-12-13T03:47:43Z</dcterms:modified>
</cp:coreProperties>
</file>